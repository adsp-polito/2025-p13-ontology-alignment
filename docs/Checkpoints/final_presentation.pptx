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72" r:id="rId6"/>
    <p:sldMasterId id="2147483696" r:id="rId7"/>
    <p:sldMasterId id="214748372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Lst>
  <p:sldSz cy="5143500" cx="9144000"/>
  <p:notesSz cx="6858000" cy="9144000"/>
  <p:embeddedFontLst>
    <p:embeddedFont>
      <p:font typeface="Raleway"/>
      <p:regular r:id="rId33"/>
      <p:bold r:id="rId34"/>
      <p:italic r:id="rId35"/>
      <p:boldItalic r:id="rId36"/>
    </p:embeddedFont>
    <p:embeddedFont>
      <p:font typeface="Hanken Grotesk"/>
      <p:regular r:id="rId37"/>
      <p:bold r:id="rId38"/>
      <p:italic r:id="rId39"/>
      <p:boldItalic r:id="rId40"/>
    </p:embeddedFont>
    <p:embeddedFont>
      <p:font typeface="Raleway ExtraBold"/>
      <p:bold r:id="rId41"/>
      <p:boldItalic r:id="rId42"/>
    </p:embeddedFont>
    <p:embeddedFont>
      <p:font typeface="Anaheim"/>
      <p:regular r:id="rId43"/>
      <p:bold r:id="rId44"/>
    </p:embeddedFont>
    <p:embeddedFont>
      <p:font typeface="Raleway Black"/>
      <p:bold r:id="rId45"/>
      <p:boldItalic r:id="rId46"/>
    </p:embeddedFont>
    <p:embeddedFont>
      <p:font typeface="Raleway Light"/>
      <p:regular r:id="rId47"/>
      <p:bold r:id="rId48"/>
      <p:italic r:id="rId49"/>
      <p:boldItalic r:id="rId50"/>
    </p:embeddedFont>
    <p:embeddedFont>
      <p:font typeface="Raleway Medium"/>
      <p:regular r:id="rId51"/>
      <p:bold r:id="rId52"/>
      <p:italic r:id="rId53"/>
      <p:boldItalic r:id="rId54"/>
    </p:embeddedFont>
    <p:embeddedFont>
      <p:font typeface="Poppins SemiBold"/>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hmRyW4qbEP2nKY6YLxkF5Nu5V3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873436-43CC-4DB5-9227-608E988AD4E0}">
  <a:tblStyle styleId="{1B873436-43CC-4DB5-9227-608E988AD4E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boldItalic.fntdata"/><Relationship Id="rId42" Type="http://schemas.openxmlformats.org/officeDocument/2006/relationships/font" Target="fonts/RalewayExtraBold-boldItalic.fntdata"/><Relationship Id="rId41" Type="http://schemas.openxmlformats.org/officeDocument/2006/relationships/font" Target="fonts/RalewayExtraBold-bold.fntdata"/><Relationship Id="rId44" Type="http://schemas.openxmlformats.org/officeDocument/2006/relationships/font" Target="fonts/Anaheim-bold.fntdata"/><Relationship Id="rId43" Type="http://schemas.openxmlformats.org/officeDocument/2006/relationships/font" Target="fonts/Anaheim-regular.fntdata"/><Relationship Id="rId46" Type="http://schemas.openxmlformats.org/officeDocument/2006/relationships/font" Target="fonts/RalewayBlack-boldItalic.fntdata"/><Relationship Id="rId45" Type="http://schemas.openxmlformats.org/officeDocument/2006/relationships/font" Target="fonts/Raleway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font" Target="fonts/RalewayLight-bold.fntdata"/><Relationship Id="rId47" Type="http://schemas.openxmlformats.org/officeDocument/2006/relationships/font" Target="fonts/RalewayLight-regular.fntdata"/><Relationship Id="rId49" Type="http://schemas.openxmlformats.org/officeDocument/2006/relationships/font" Target="fonts/RalewayLight-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font" Target="fonts/Raleway-regular.fntdata"/><Relationship Id="rId32" Type="http://schemas.openxmlformats.org/officeDocument/2006/relationships/slide" Target="slides/slide23.xml"/><Relationship Id="rId35" Type="http://schemas.openxmlformats.org/officeDocument/2006/relationships/font" Target="fonts/Raleway-italic.fntdata"/><Relationship Id="rId34" Type="http://schemas.openxmlformats.org/officeDocument/2006/relationships/font" Target="fonts/Raleway-bold.fntdata"/><Relationship Id="rId37" Type="http://schemas.openxmlformats.org/officeDocument/2006/relationships/font" Target="fonts/HankenGrotesk-regular.fntdata"/><Relationship Id="rId36" Type="http://schemas.openxmlformats.org/officeDocument/2006/relationships/font" Target="fonts/Raleway-boldItalic.fntdata"/><Relationship Id="rId39" Type="http://schemas.openxmlformats.org/officeDocument/2006/relationships/font" Target="fonts/HankenGrotesk-italic.fntdata"/><Relationship Id="rId38" Type="http://schemas.openxmlformats.org/officeDocument/2006/relationships/font" Target="fonts/HankenGrotesk-bold.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RalewayMedium-regular.fntdata"/><Relationship Id="rId50" Type="http://schemas.openxmlformats.org/officeDocument/2006/relationships/font" Target="fonts/RalewayLight-boldItalic.fntdata"/><Relationship Id="rId53" Type="http://schemas.openxmlformats.org/officeDocument/2006/relationships/font" Target="fonts/RalewayMedium-italic.fntdata"/><Relationship Id="rId52" Type="http://schemas.openxmlformats.org/officeDocument/2006/relationships/font" Target="fonts/RalewayMedium-bold.fntdata"/><Relationship Id="rId11" Type="http://schemas.openxmlformats.org/officeDocument/2006/relationships/slide" Target="slides/slide2.xml"/><Relationship Id="rId55" Type="http://schemas.openxmlformats.org/officeDocument/2006/relationships/font" Target="fonts/PoppinsSemiBold-regular.fntdata"/><Relationship Id="rId10" Type="http://schemas.openxmlformats.org/officeDocument/2006/relationships/slide" Target="slides/slide1.xml"/><Relationship Id="rId54" Type="http://schemas.openxmlformats.org/officeDocument/2006/relationships/font" Target="fonts/RalewayMedium-boldItalic.fntdata"/><Relationship Id="rId13" Type="http://schemas.openxmlformats.org/officeDocument/2006/relationships/slide" Target="slides/slide4.xml"/><Relationship Id="rId57" Type="http://schemas.openxmlformats.org/officeDocument/2006/relationships/font" Target="fonts/PoppinsSemiBold-italic.fntdata"/><Relationship Id="rId12" Type="http://schemas.openxmlformats.org/officeDocument/2006/relationships/slide" Target="slides/slide3.xml"/><Relationship Id="rId56" Type="http://schemas.openxmlformats.org/officeDocument/2006/relationships/font" Target="fonts/PoppinsSemiBold-bold.fntdata"/><Relationship Id="rId15" Type="http://schemas.openxmlformats.org/officeDocument/2006/relationships/slide" Target="slides/slide6.xml"/><Relationship Id="rId59" Type="http://customschemas.google.com/relationships/presentationmetadata" Target="metadata"/><Relationship Id="rId14" Type="http://schemas.openxmlformats.org/officeDocument/2006/relationships/slide" Target="slides/slide5.xml"/><Relationship Id="rId58" Type="http://schemas.openxmlformats.org/officeDocument/2006/relationships/font" Target="fonts/PoppinsSemiBold-boldItalic.fntdata"/><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5" name="Google Shape;259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3" name="Shape 2633"/>
        <p:cNvGrpSpPr/>
        <p:nvPr/>
      </p:nvGrpSpPr>
      <p:grpSpPr>
        <a:xfrm>
          <a:off x="0" y="0"/>
          <a:ext cx="0" cy="0"/>
          <a:chOff x="0" y="0"/>
          <a:chExt cx="0" cy="0"/>
        </a:xfrm>
      </p:grpSpPr>
      <p:sp>
        <p:nvSpPr>
          <p:cNvPr id="2634" name="Google Shape;263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5" name="Google Shape;26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1" name="Google Shape;265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g3af6915c03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2" name="Google Shape;2672;g3af6915c036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1" name="Shape 2681"/>
        <p:cNvGrpSpPr/>
        <p:nvPr/>
      </p:nvGrpSpPr>
      <p:grpSpPr>
        <a:xfrm>
          <a:off x="0" y="0"/>
          <a:ext cx="0" cy="0"/>
          <a:chOff x="0" y="0"/>
          <a:chExt cx="0" cy="0"/>
        </a:xfrm>
      </p:grpSpPr>
      <p:sp>
        <p:nvSpPr>
          <p:cNvPr id="2682" name="Google Shape;2682;g3af6915c03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3" name="Google Shape;2683;g3af6915c036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0" name="Shape 2690"/>
        <p:cNvGrpSpPr/>
        <p:nvPr/>
      </p:nvGrpSpPr>
      <p:grpSpPr>
        <a:xfrm>
          <a:off x="0" y="0"/>
          <a:ext cx="0" cy="0"/>
          <a:chOff x="0" y="0"/>
          <a:chExt cx="0" cy="0"/>
        </a:xfrm>
      </p:grpSpPr>
      <p:sp>
        <p:nvSpPr>
          <p:cNvPr id="2691" name="Google Shape;2691;g3b89ac597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2" name="Google Shape;2692;g3b89ac5971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1" name="Shape 2701"/>
        <p:cNvGrpSpPr/>
        <p:nvPr/>
      </p:nvGrpSpPr>
      <p:grpSpPr>
        <a:xfrm>
          <a:off x="0" y="0"/>
          <a:ext cx="0" cy="0"/>
          <a:chOff x="0" y="0"/>
          <a:chExt cx="0" cy="0"/>
        </a:xfrm>
      </p:grpSpPr>
      <p:sp>
        <p:nvSpPr>
          <p:cNvPr id="2702" name="Google Shape;2702;g3b47ec1053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3" name="Google Shape;2703;g3b47ec10538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4" name="Google Shape;272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0" name="Shape 2730"/>
        <p:cNvGrpSpPr/>
        <p:nvPr/>
      </p:nvGrpSpPr>
      <p:grpSpPr>
        <a:xfrm>
          <a:off x="0" y="0"/>
          <a:ext cx="0" cy="0"/>
          <a:chOff x="0" y="0"/>
          <a:chExt cx="0" cy="0"/>
        </a:xfrm>
      </p:grpSpPr>
      <p:sp>
        <p:nvSpPr>
          <p:cNvPr id="2731" name="Google Shape;2731;g3aff4877ce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2" name="Google Shape;2732;g3aff4877ce6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1" name="Shape 2751"/>
        <p:cNvGrpSpPr/>
        <p:nvPr/>
      </p:nvGrpSpPr>
      <p:grpSpPr>
        <a:xfrm>
          <a:off x="0" y="0"/>
          <a:ext cx="0" cy="0"/>
          <a:chOff x="0" y="0"/>
          <a:chExt cx="0" cy="0"/>
        </a:xfrm>
      </p:grpSpPr>
      <p:sp>
        <p:nvSpPr>
          <p:cNvPr id="2752" name="Google Shape;2752;g3b499654e41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3" name="Google Shape;2753;g3b499654e41_0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8" name="Shape 2768"/>
        <p:cNvGrpSpPr/>
        <p:nvPr/>
      </p:nvGrpSpPr>
      <p:grpSpPr>
        <a:xfrm>
          <a:off x="0" y="0"/>
          <a:ext cx="0" cy="0"/>
          <a:chOff x="0" y="0"/>
          <a:chExt cx="0" cy="0"/>
        </a:xfrm>
      </p:grpSpPr>
      <p:sp>
        <p:nvSpPr>
          <p:cNvPr id="2769" name="Google Shape;2769;g3b499654e41_0_2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0" name="Google Shape;2770;g3b499654e41_0_20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g3b89ac5971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5" name="Google Shape;2805;g3b89ac5971d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2" name="Shape 2832"/>
        <p:cNvGrpSpPr/>
        <p:nvPr/>
      </p:nvGrpSpPr>
      <p:grpSpPr>
        <a:xfrm>
          <a:off x="0" y="0"/>
          <a:ext cx="0" cy="0"/>
          <a:chOff x="0" y="0"/>
          <a:chExt cx="0" cy="0"/>
        </a:xfrm>
      </p:grpSpPr>
      <p:sp>
        <p:nvSpPr>
          <p:cNvPr id="2833" name="Google Shape;283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4" name="Google Shape;28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3" name="Shape 2853"/>
        <p:cNvGrpSpPr/>
        <p:nvPr/>
      </p:nvGrpSpPr>
      <p:grpSpPr>
        <a:xfrm>
          <a:off x="0" y="0"/>
          <a:ext cx="0" cy="0"/>
          <a:chOff x="0" y="0"/>
          <a:chExt cx="0" cy="0"/>
        </a:xfrm>
      </p:grpSpPr>
      <p:sp>
        <p:nvSpPr>
          <p:cNvPr id="2854" name="Google Shape;2854;g3b499654e41_0_3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5" name="Google Shape;2855;g3b499654e41_0_33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1" name="Shape 2861"/>
        <p:cNvGrpSpPr/>
        <p:nvPr/>
      </p:nvGrpSpPr>
      <p:grpSpPr>
        <a:xfrm>
          <a:off x="0" y="0"/>
          <a:ext cx="0" cy="0"/>
          <a:chOff x="0" y="0"/>
          <a:chExt cx="0" cy="0"/>
        </a:xfrm>
      </p:grpSpPr>
      <p:sp>
        <p:nvSpPr>
          <p:cNvPr id="2862" name="Google Shape;2862;g3b47ec1053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3" name="Google Shape;2863;g3b47ec10538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2" name="Shape 2882"/>
        <p:cNvGrpSpPr/>
        <p:nvPr/>
      </p:nvGrpSpPr>
      <p:grpSpPr>
        <a:xfrm>
          <a:off x="0" y="0"/>
          <a:ext cx="0" cy="0"/>
          <a:chOff x="0" y="0"/>
          <a:chExt cx="0" cy="0"/>
        </a:xfrm>
      </p:grpSpPr>
      <p:sp>
        <p:nvSpPr>
          <p:cNvPr id="2883" name="Google Shape;2883;g3b4a8032e18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4" name="Google Shape;2884;g3b4a8032e18_0_1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8" name="Shape 2898"/>
        <p:cNvGrpSpPr/>
        <p:nvPr/>
      </p:nvGrpSpPr>
      <p:grpSpPr>
        <a:xfrm>
          <a:off x="0" y="0"/>
          <a:ext cx="0" cy="0"/>
          <a:chOff x="0" y="0"/>
          <a:chExt cx="0" cy="0"/>
        </a:xfrm>
      </p:grpSpPr>
      <p:sp>
        <p:nvSpPr>
          <p:cNvPr id="2899" name="Google Shape;2899;g3b4a8032e18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0" name="Google Shape;2900;g3b4a8032e18_0_1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1" name="Shape 2921"/>
        <p:cNvGrpSpPr/>
        <p:nvPr/>
      </p:nvGrpSpPr>
      <p:grpSpPr>
        <a:xfrm>
          <a:off x="0" y="0"/>
          <a:ext cx="0" cy="0"/>
          <a:chOff x="0" y="0"/>
          <a:chExt cx="0" cy="0"/>
        </a:xfrm>
      </p:grpSpPr>
      <p:sp>
        <p:nvSpPr>
          <p:cNvPr id="2922" name="Google Shape;2922;g3b4a8032e18_0_1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3" name="Google Shape;2923;g3b4a8032e18_0_14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g3b4a8032e18_0_1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7" name="Google Shape;2937;g3b4a8032e18_0_1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7" name="Shape 2947"/>
        <p:cNvGrpSpPr/>
        <p:nvPr/>
      </p:nvGrpSpPr>
      <p:grpSpPr>
        <a:xfrm>
          <a:off x="0" y="0"/>
          <a:ext cx="0" cy="0"/>
          <a:chOff x="0" y="0"/>
          <a:chExt cx="0" cy="0"/>
        </a:xfrm>
      </p:grpSpPr>
      <p:sp>
        <p:nvSpPr>
          <p:cNvPr id="2948" name="Google Shape;2948;g3b4a8032e18_0_1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9" name="Google Shape;2949;g3b4a8032e18_0_14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0" name="Shape 2960"/>
        <p:cNvGrpSpPr/>
        <p:nvPr/>
      </p:nvGrpSpPr>
      <p:grpSpPr>
        <a:xfrm>
          <a:off x="0" y="0"/>
          <a:ext cx="0" cy="0"/>
          <a:chOff x="0" y="0"/>
          <a:chExt cx="0" cy="0"/>
        </a:xfrm>
      </p:grpSpPr>
      <p:sp>
        <p:nvSpPr>
          <p:cNvPr id="2961" name="Google Shape;2961;g3b47ec1053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2" name="Google Shape;2962;g3b47ec10538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1" name="Shape 2981"/>
        <p:cNvGrpSpPr/>
        <p:nvPr/>
      </p:nvGrpSpPr>
      <p:grpSpPr>
        <a:xfrm>
          <a:off x="0" y="0"/>
          <a:ext cx="0" cy="0"/>
          <a:chOff x="0" y="0"/>
          <a:chExt cx="0" cy="0"/>
        </a:xfrm>
      </p:grpSpPr>
      <p:sp>
        <p:nvSpPr>
          <p:cNvPr id="2982" name="Google Shape;2982;g3b47ec1053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3" name="Google Shape;2983;g3b47ec10538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8" name="Shape 2988"/>
        <p:cNvGrpSpPr/>
        <p:nvPr/>
      </p:nvGrpSpPr>
      <p:grpSpPr>
        <a:xfrm>
          <a:off x="0" y="0"/>
          <a:ext cx="0" cy="0"/>
          <a:chOff x="0" y="0"/>
          <a:chExt cx="0" cy="0"/>
        </a:xfrm>
      </p:grpSpPr>
      <p:sp>
        <p:nvSpPr>
          <p:cNvPr id="2989" name="Google Shape;298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0" name="Google Shape;299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4"/>
          <p:cNvSpPr txBox="1"/>
          <p:nvPr>
            <p:ph type="ctrTitle"/>
          </p:nvPr>
        </p:nvSpPr>
        <p:spPr>
          <a:xfrm>
            <a:off x="1115975" y="1999150"/>
            <a:ext cx="4384800" cy="169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34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24"/>
          <p:cNvSpPr txBox="1"/>
          <p:nvPr>
            <p:ph idx="1" type="subTitle"/>
          </p:nvPr>
        </p:nvSpPr>
        <p:spPr>
          <a:xfrm>
            <a:off x="1115975" y="3719650"/>
            <a:ext cx="4384800" cy="3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4"/>
          <p:cNvGrpSpPr/>
          <p:nvPr/>
        </p:nvGrpSpPr>
        <p:grpSpPr>
          <a:xfrm>
            <a:off x="7612300" y="-540750"/>
            <a:ext cx="1111343" cy="1111343"/>
            <a:chOff x="8307725" y="278700"/>
            <a:chExt cx="1111343" cy="1111343"/>
          </a:xfrm>
        </p:grpSpPr>
        <p:sp>
          <p:nvSpPr>
            <p:cNvPr id="12" name="Google Shape;12;p24"/>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4"/>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24"/>
          <p:cNvGrpSpPr/>
          <p:nvPr/>
        </p:nvGrpSpPr>
        <p:grpSpPr>
          <a:xfrm>
            <a:off x="8208698" y="2109318"/>
            <a:ext cx="1160061" cy="247279"/>
            <a:chOff x="8208698" y="2109318"/>
            <a:chExt cx="1160061" cy="247279"/>
          </a:xfrm>
        </p:grpSpPr>
        <p:sp>
          <p:nvSpPr>
            <p:cNvPr id="15" name="Google Shape;15;p24"/>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4"/>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 name="Google Shape;17;p24"/>
          <p:cNvGrpSpPr/>
          <p:nvPr/>
        </p:nvGrpSpPr>
        <p:grpSpPr>
          <a:xfrm flipH="1" rot="5400000">
            <a:off x="6933401" y="2759016"/>
            <a:ext cx="2550619" cy="3872400"/>
            <a:chOff x="1857762" y="2762827"/>
            <a:chExt cx="2550619" cy="3872400"/>
          </a:xfrm>
        </p:grpSpPr>
        <p:cxnSp>
          <p:nvCxnSpPr>
            <p:cNvPr id="18" name="Google Shape;18;p24"/>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9" name="Google Shape;19;p24"/>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20" name="Google Shape;20;p24"/>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24"/>
          <p:cNvGrpSpPr/>
          <p:nvPr/>
        </p:nvGrpSpPr>
        <p:grpSpPr>
          <a:xfrm rot="-5400000">
            <a:off x="8388339" y="1273396"/>
            <a:ext cx="493321" cy="357312"/>
            <a:chOff x="1722354" y="229144"/>
            <a:chExt cx="1748743" cy="1266614"/>
          </a:xfrm>
        </p:grpSpPr>
        <p:sp>
          <p:nvSpPr>
            <p:cNvPr id="22" name="Google Shape;22;p2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4" name="Shape 24"/>
        <p:cNvGrpSpPr/>
        <p:nvPr/>
      </p:nvGrpSpPr>
      <p:grpSpPr>
        <a:xfrm>
          <a:off x="0" y="0"/>
          <a:ext cx="0" cy="0"/>
          <a:chOff x="0" y="0"/>
          <a:chExt cx="0" cy="0"/>
        </a:xfrm>
      </p:grpSpPr>
      <p:sp>
        <p:nvSpPr>
          <p:cNvPr id="25" name="Google Shape;25;p2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25"/>
          <p:cNvSpPr txBox="1"/>
          <p:nvPr>
            <p:ph idx="2" type="title"/>
          </p:nvPr>
        </p:nvSpPr>
        <p:spPr>
          <a:xfrm>
            <a:off x="3177356" y="1199529"/>
            <a:ext cx="734700" cy="4938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7" name="Google Shape;27;p25"/>
          <p:cNvSpPr txBox="1"/>
          <p:nvPr>
            <p:ph idx="3" type="title"/>
          </p:nvPr>
        </p:nvSpPr>
        <p:spPr>
          <a:xfrm>
            <a:off x="3177356" y="2902621"/>
            <a:ext cx="734700" cy="4938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8" name="Google Shape;28;p25"/>
          <p:cNvSpPr txBox="1"/>
          <p:nvPr>
            <p:ph idx="4" type="title"/>
          </p:nvPr>
        </p:nvSpPr>
        <p:spPr>
          <a:xfrm>
            <a:off x="3177356" y="1767226"/>
            <a:ext cx="734700" cy="4938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9" name="Google Shape;29;p25"/>
          <p:cNvSpPr txBox="1"/>
          <p:nvPr>
            <p:ph idx="5" type="title"/>
          </p:nvPr>
        </p:nvSpPr>
        <p:spPr>
          <a:xfrm>
            <a:off x="3177356" y="3470319"/>
            <a:ext cx="734700" cy="4938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30" name="Google Shape;30;p25"/>
          <p:cNvSpPr txBox="1"/>
          <p:nvPr>
            <p:ph idx="6" type="title"/>
          </p:nvPr>
        </p:nvSpPr>
        <p:spPr>
          <a:xfrm>
            <a:off x="3177356" y="2334924"/>
            <a:ext cx="734700" cy="4938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31" name="Google Shape;31;p25"/>
          <p:cNvSpPr txBox="1"/>
          <p:nvPr>
            <p:ph idx="7" type="title"/>
          </p:nvPr>
        </p:nvSpPr>
        <p:spPr>
          <a:xfrm>
            <a:off x="3177356" y="4038016"/>
            <a:ext cx="734700" cy="4938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32" name="Google Shape;32;p25"/>
          <p:cNvSpPr txBox="1"/>
          <p:nvPr>
            <p:ph idx="1" type="subTitle"/>
          </p:nvPr>
        </p:nvSpPr>
        <p:spPr>
          <a:xfrm>
            <a:off x="4010944" y="1201329"/>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 name="Google Shape;33;p25"/>
          <p:cNvSpPr txBox="1"/>
          <p:nvPr>
            <p:ph idx="8" type="subTitle"/>
          </p:nvPr>
        </p:nvSpPr>
        <p:spPr>
          <a:xfrm>
            <a:off x="4010944" y="1769028"/>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4" name="Google Shape;34;p25"/>
          <p:cNvSpPr txBox="1"/>
          <p:nvPr>
            <p:ph idx="9" type="subTitle"/>
          </p:nvPr>
        </p:nvSpPr>
        <p:spPr>
          <a:xfrm>
            <a:off x="4010944" y="23367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5" name="Google Shape;35;p25"/>
          <p:cNvSpPr txBox="1"/>
          <p:nvPr>
            <p:ph idx="13" type="subTitle"/>
          </p:nvPr>
        </p:nvSpPr>
        <p:spPr>
          <a:xfrm>
            <a:off x="4010941" y="29044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6" name="Google Shape;36;p25"/>
          <p:cNvSpPr txBox="1"/>
          <p:nvPr>
            <p:ph idx="14" type="subTitle"/>
          </p:nvPr>
        </p:nvSpPr>
        <p:spPr>
          <a:xfrm>
            <a:off x="4010941" y="3472126"/>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7" name="Google Shape;37;p25"/>
          <p:cNvSpPr txBox="1"/>
          <p:nvPr>
            <p:ph idx="15" type="subTitle"/>
          </p:nvPr>
        </p:nvSpPr>
        <p:spPr>
          <a:xfrm>
            <a:off x="4010941" y="4039825"/>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38" name="Google Shape;38;p25"/>
          <p:cNvGrpSpPr/>
          <p:nvPr/>
        </p:nvGrpSpPr>
        <p:grpSpPr>
          <a:xfrm>
            <a:off x="377427" y="204425"/>
            <a:ext cx="8916118" cy="4541546"/>
            <a:chOff x="377427" y="204425"/>
            <a:chExt cx="8916118" cy="4541546"/>
          </a:xfrm>
        </p:grpSpPr>
        <p:grpSp>
          <p:nvGrpSpPr>
            <p:cNvPr id="39" name="Google Shape;39;p25"/>
            <p:cNvGrpSpPr/>
            <p:nvPr/>
          </p:nvGrpSpPr>
          <p:grpSpPr>
            <a:xfrm>
              <a:off x="377427" y="3968227"/>
              <a:ext cx="200266" cy="777744"/>
              <a:chOff x="8153327" y="353177"/>
              <a:chExt cx="200266" cy="777744"/>
            </a:xfrm>
          </p:grpSpPr>
          <p:sp>
            <p:nvSpPr>
              <p:cNvPr id="40" name="Google Shape;40;p25"/>
              <p:cNvSpPr/>
              <p:nvPr/>
            </p:nvSpPr>
            <p:spPr>
              <a:xfrm rot="10800000">
                <a:off x="8153327" y="6559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5"/>
              <p:cNvSpPr/>
              <p:nvPr/>
            </p:nvSpPr>
            <p:spPr>
              <a:xfrm rot="10800000">
                <a:off x="8310477" y="353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 name="Google Shape;42;p25"/>
            <p:cNvGrpSpPr/>
            <p:nvPr/>
          </p:nvGrpSpPr>
          <p:grpSpPr>
            <a:xfrm rot="-5400000">
              <a:off x="8807027" y="2115202"/>
              <a:ext cx="206891" cy="766144"/>
              <a:chOff x="8650702" y="1651177"/>
              <a:chExt cx="206891" cy="766144"/>
            </a:xfrm>
          </p:grpSpPr>
          <p:sp>
            <p:nvSpPr>
              <p:cNvPr id="43" name="Google Shape;43;p25"/>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5"/>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 name="Google Shape;45;p25"/>
            <p:cNvGrpSpPr/>
            <p:nvPr/>
          </p:nvGrpSpPr>
          <p:grpSpPr>
            <a:xfrm>
              <a:off x="7437187" y="204425"/>
              <a:ext cx="862215" cy="240599"/>
              <a:chOff x="6903462" y="1158900"/>
              <a:chExt cx="862215" cy="240599"/>
            </a:xfrm>
          </p:grpSpPr>
          <p:sp>
            <p:nvSpPr>
              <p:cNvPr id="46" name="Google Shape;46;p25"/>
              <p:cNvSpPr/>
              <p:nvPr/>
            </p:nvSpPr>
            <p:spPr>
              <a:xfrm flipH="1">
                <a:off x="6903462" y="1158900"/>
                <a:ext cx="240599" cy="240599"/>
              </a:xfrm>
              <a:custGeom>
                <a:rect b="b" l="l" r="r" t="t"/>
                <a:pathLst>
                  <a:path extrusionOk="0" fill="none" h="1784" w="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5"/>
              <p:cNvSpPr/>
              <p:nvPr/>
            </p:nvSpPr>
            <p:spPr>
              <a:xfrm flipH="1" rot="5400000">
                <a:off x="7506622" y="10417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8" name="Google Shape;48;p25"/>
          <p:cNvGrpSpPr/>
          <p:nvPr/>
        </p:nvGrpSpPr>
        <p:grpSpPr>
          <a:xfrm>
            <a:off x="-556748" y="-57000"/>
            <a:ext cx="10429655" cy="3378450"/>
            <a:chOff x="-556748" y="-57000"/>
            <a:chExt cx="10429655" cy="3378450"/>
          </a:xfrm>
        </p:grpSpPr>
        <p:grpSp>
          <p:nvGrpSpPr>
            <p:cNvPr id="49" name="Google Shape;49;p25"/>
            <p:cNvGrpSpPr/>
            <p:nvPr/>
          </p:nvGrpSpPr>
          <p:grpSpPr>
            <a:xfrm flipH="1">
              <a:off x="8221607" y="1714746"/>
              <a:ext cx="493321" cy="357312"/>
              <a:chOff x="1722354" y="229144"/>
              <a:chExt cx="1748743" cy="1266614"/>
            </a:xfrm>
          </p:grpSpPr>
          <p:sp>
            <p:nvSpPr>
              <p:cNvPr id="50" name="Google Shape;50;p2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25"/>
            <p:cNvSpPr/>
            <p:nvPr/>
          </p:nvSpPr>
          <p:spPr>
            <a:xfrm>
              <a:off x="8221600" y="-57000"/>
              <a:ext cx="1027600" cy="3378450"/>
            </a:xfrm>
            <a:custGeom>
              <a:rect b="b" l="l" r="r" t="t"/>
              <a:pathLst>
                <a:path extrusionOk="0" h="135138" w="41104">
                  <a:moveTo>
                    <a:pt x="41104" y="135138"/>
                  </a:moveTo>
                  <a:lnTo>
                    <a:pt x="0" y="111407"/>
                  </a:lnTo>
                  <a:lnTo>
                    <a:pt x="0" y="57500"/>
                  </a:lnTo>
                  <a:lnTo>
                    <a:pt x="12424" y="45076"/>
                  </a:lnTo>
                  <a:lnTo>
                    <a:pt x="12424" y="0"/>
                  </a:lnTo>
                </a:path>
              </a:pathLst>
            </a:custGeom>
            <a:noFill/>
            <a:ln cap="flat" cmpd="sng" w="9525">
              <a:solidFill>
                <a:schemeClr val="accent1"/>
              </a:solidFill>
              <a:prstDash val="solid"/>
              <a:round/>
              <a:headEnd len="sm" w="sm" type="none"/>
              <a:tailEnd len="sm" w="sm" type="none"/>
            </a:ln>
          </p:spPr>
        </p:sp>
        <p:grpSp>
          <p:nvGrpSpPr>
            <p:cNvPr id="53" name="Google Shape;53;p25"/>
            <p:cNvGrpSpPr/>
            <p:nvPr/>
          </p:nvGrpSpPr>
          <p:grpSpPr>
            <a:xfrm>
              <a:off x="8527396" y="539490"/>
              <a:ext cx="1345511" cy="273510"/>
              <a:chOff x="-6675" y="2881558"/>
              <a:chExt cx="9140700" cy="2059567"/>
            </a:xfrm>
          </p:grpSpPr>
          <p:cxnSp>
            <p:nvCxnSpPr>
              <p:cNvPr id="54" name="Google Shape;54;p2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5" name="Google Shape;55;p2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6" name="Google Shape;56;p2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7" name="Google Shape;57;p2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8" name="Google Shape;58;p2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59" name="Google Shape;59;p25"/>
            <p:cNvGrpSpPr/>
            <p:nvPr/>
          </p:nvGrpSpPr>
          <p:grpSpPr>
            <a:xfrm rot="10800000">
              <a:off x="-556748" y="2551975"/>
              <a:ext cx="1029243" cy="273510"/>
              <a:chOff x="-6675" y="2881558"/>
              <a:chExt cx="9140700" cy="2059567"/>
            </a:xfrm>
          </p:grpSpPr>
          <p:cxnSp>
            <p:nvCxnSpPr>
              <p:cNvPr id="60" name="Google Shape;60;p2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1" name="Google Shape;61;p2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2" name="Google Shape;62;p2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3" name="Google Shape;63;p2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4" name="Google Shape;64;p2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65" name="Google Shape;65;p25"/>
          <p:cNvGrpSpPr/>
          <p:nvPr/>
        </p:nvGrpSpPr>
        <p:grpSpPr>
          <a:xfrm>
            <a:off x="-160350" y="1017736"/>
            <a:ext cx="9034618" cy="1344543"/>
            <a:chOff x="-160350" y="1017736"/>
            <a:chExt cx="9034618" cy="1344543"/>
          </a:xfrm>
        </p:grpSpPr>
        <p:sp>
          <p:nvSpPr>
            <p:cNvPr id="66" name="Google Shape;66;p25"/>
            <p:cNvSpPr/>
            <p:nvPr/>
          </p:nvSpPr>
          <p:spPr>
            <a:xfrm rot="10800000">
              <a:off x="8834212" y="1017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5"/>
            <p:cNvSpPr/>
            <p:nvPr/>
          </p:nvSpPr>
          <p:spPr>
            <a:xfrm rot="5400000">
              <a:off x="40062" y="21218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2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26"/>
          <p:cNvSpPr txBox="1"/>
          <p:nvPr>
            <p:ph type="title"/>
          </p:nvPr>
        </p:nvSpPr>
        <p:spPr>
          <a:xfrm>
            <a:off x="1136800" y="2325725"/>
            <a:ext cx="3653400" cy="989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1" name="Google Shape;71;p26"/>
          <p:cNvSpPr txBox="1"/>
          <p:nvPr>
            <p:ph idx="2" type="title"/>
          </p:nvPr>
        </p:nvSpPr>
        <p:spPr>
          <a:xfrm>
            <a:off x="4790350" y="2279800"/>
            <a:ext cx="1343100" cy="9894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grpSp>
        <p:nvGrpSpPr>
          <p:cNvPr id="72" name="Google Shape;72;p26"/>
          <p:cNvGrpSpPr/>
          <p:nvPr/>
        </p:nvGrpSpPr>
        <p:grpSpPr>
          <a:xfrm rot="-5400000">
            <a:off x="3860412" y="-1906049"/>
            <a:ext cx="3859204" cy="615399"/>
            <a:chOff x="-6675" y="307100"/>
            <a:chExt cx="9140700" cy="4634025"/>
          </a:xfrm>
        </p:grpSpPr>
        <p:cxnSp>
          <p:nvCxnSpPr>
            <p:cNvPr id="73" name="Google Shape;73;p26"/>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4" name="Google Shape;74;p26"/>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 name="Google Shape;75;p26"/>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6" name="Google Shape;76;p26"/>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7" name="Google Shape;77;p26"/>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8" name="Google Shape;78;p2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9" name="Google Shape;79;p2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0" name="Google Shape;80;p2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1" name="Google Shape;81;p2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2" name="Google Shape;82;p2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83" name="Google Shape;83;p26"/>
          <p:cNvGrpSpPr/>
          <p:nvPr/>
        </p:nvGrpSpPr>
        <p:grpSpPr>
          <a:xfrm>
            <a:off x="-415272" y="538801"/>
            <a:ext cx="7636890" cy="5144942"/>
            <a:chOff x="-415272" y="538801"/>
            <a:chExt cx="7636890" cy="5144942"/>
          </a:xfrm>
        </p:grpSpPr>
        <p:grpSp>
          <p:nvGrpSpPr>
            <p:cNvPr id="84" name="Google Shape;84;p26"/>
            <p:cNvGrpSpPr/>
            <p:nvPr/>
          </p:nvGrpSpPr>
          <p:grpSpPr>
            <a:xfrm>
              <a:off x="6110275" y="4572400"/>
              <a:ext cx="1111343" cy="1111343"/>
              <a:chOff x="8307725" y="278700"/>
              <a:chExt cx="1111343" cy="1111343"/>
            </a:xfrm>
          </p:grpSpPr>
          <p:sp>
            <p:nvSpPr>
              <p:cNvPr id="85" name="Google Shape;85;p26"/>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6"/>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 name="Google Shape;87;p26"/>
            <p:cNvGrpSpPr/>
            <p:nvPr/>
          </p:nvGrpSpPr>
          <p:grpSpPr>
            <a:xfrm>
              <a:off x="-415272" y="538801"/>
              <a:ext cx="2027056" cy="586283"/>
              <a:chOff x="-415272" y="538801"/>
              <a:chExt cx="2027056" cy="586283"/>
            </a:xfrm>
          </p:grpSpPr>
          <p:sp>
            <p:nvSpPr>
              <p:cNvPr id="88" name="Google Shape;88;p26"/>
              <p:cNvSpPr/>
              <p:nvPr/>
            </p:nvSpPr>
            <p:spPr>
              <a:xfrm rot="-5400000">
                <a:off x="1352729" y="32286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6"/>
              <p:cNvSpPr/>
              <p:nvPr/>
            </p:nvSpPr>
            <p:spPr>
              <a:xfrm rot="-5400000">
                <a:off x="-39071" y="673783"/>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0" name="Shape 90"/>
        <p:cNvGrpSpPr/>
        <p:nvPr/>
      </p:nvGrpSpPr>
      <p:grpSpPr>
        <a:xfrm>
          <a:off x="0" y="0"/>
          <a:ext cx="0" cy="0"/>
          <a:chOff x="0" y="0"/>
          <a:chExt cx="0" cy="0"/>
        </a:xfrm>
      </p:grpSpPr>
      <p:sp>
        <p:nvSpPr>
          <p:cNvPr id="91" name="Google Shape;91;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92" name="Google Shape;92;p27"/>
          <p:cNvSpPr txBox="1"/>
          <p:nvPr>
            <p:ph idx="1" type="subTitle"/>
          </p:nvPr>
        </p:nvSpPr>
        <p:spPr>
          <a:xfrm>
            <a:off x="4861824"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 name="Google Shape;93;p27"/>
          <p:cNvSpPr txBox="1"/>
          <p:nvPr>
            <p:ph idx="2" type="subTitle"/>
          </p:nvPr>
        </p:nvSpPr>
        <p:spPr>
          <a:xfrm>
            <a:off x="1671269"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 name="Google Shape;94;p27"/>
          <p:cNvSpPr txBox="1"/>
          <p:nvPr>
            <p:ph idx="3" type="subTitle"/>
          </p:nvPr>
        </p:nvSpPr>
        <p:spPr>
          <a:xfrm>
            <a:off x="1671269"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95" name="Google Shape;95;p27"/>
          <p:cNvSpPr txBox="1"/>
          <p:nvPr>
            <p:ph idx="4" type="subTitle"/>
          </p:nvPr>
        </p:nvSpPr>
        <p:spPr>
          <a:xfrm>
            <a:off x="4861831"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96" name="Google Shape;96;p27"/>
          <p:cNvGrpSpPr/>
          <p:nvPr/>
        </p:nvGrpSpPr>
        <p:grpSpPr>
          <a:xfrm>
            <a:off x="188277" y="2438079"/>
            <a:ext cx="8669349" cy="1311292"/>
            <a:chOff x="188277" y="2438079"/>
            <a:chExt cx="8669349" cy="1311292"/>
          </a:xfrm>
        </p:grpSpPr>
        <p:sp>
          <p:nvSpPr>
            <p:cNvPr id="97" name="Google Shape;97;p27"/>
            <p:cNvSpPr/>
            <p:nvPr/>
          </p:nvSpPr>
          <p:spPr>
            <a:xfrm rot="10800000">
              <a:off x="8615635" y="29832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7"/>
            <p:cNvSpPr/>
            <p:nvPr/>
          </p:nvSpPr>
          <p:spPr>
            <a:xfrm rot="10800000">
              <a:off x="8814510" y="24380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9" name="Google Shape;99;p27"/>
            <p:cNvGrpSpPr/>
            <p:nvPr/>
          </p:nvGrpSpPr>
          <p:grpSpPr>
            <a:xfrm>
              <a:off x="188277" y="2983227"/>
              <a:ext cx="206891" cy="766144"/>
              <a:chOff x="8650702" y="3525402"/>
              <a:chExt cx="206891" cy="766144"/>
            </a:xfrm>
          </p:grpSpPr>
          <p:sp>
            <p:nvSpPr>
              <p:cNvPr id="100" name="Google Shape;100;p27"/>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7"/>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2" name="Google Shape;102;p27"/>
          <p:cNvGrpSpPr/>
          <p:nvPr/>
        </p:nvGrpSpPr>
        <p:grpSpPr>
          <a:xfrm>
            <a:off x="-2835749" y="5"/>
            <a:ext cx="12294865" cy="7634520"/>
            <a:chOff x="-2835749" y="5"/>
            <a:chExt cx="12294865" cy="7634520"/>
          </a:xfrm>
        </p:grpSpPr>
        <p:sp>
          <p:nvSpPr>
            <p:cNvPr id="103" name="Google Shape;103;p27"/>
            <p:cNvSpPr/>
            <p:nvPr/>
          </p:nvSpPr>
          <p:spPr>
            <a:xfrm flipH="1">
              <a:off x="-2835749" y="5"/>
              <a:ext cx="3174344" cy="5036488"/>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104" name="Google Shape;104;p27"/>
            <p:cNvGrpSpPr/>
            <p:nvPr/>
          </p:nvGrpSpPr>
          <p:grpSpPr>
            <a:xfrm rot="10800000">
              <a:off x="29436" y="1468071"/>
              <a:ext cx="493321" cy="357312"/>
              <a:chOff x="2199401" y="229144"/>
              <a:chExt cx="1748743" cy="1266614"/>
            </a:xfrm>
          </p:grpSpPr>
          <p:sp>
            <p:nvSpPr>
              <p:cNvPr id="105" name="Google Shape;105;p27"/>
              <p:cNvSpPr/>
              <p:nvPr/>
            </p:nvSpPr>
            <p:spPr>
              <a:xfrm rot="10800000">
                <a:off x="2716154"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7"/>
              <p:cNvSpPr/>
              <p:nvPr/>
            </p:nvSpPr>
            <p:spPr>
              <a:xfrm rot="10800000">
                <a:off x="2199401"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7" name="Google Shape;107;p27"/>
            <p:cNvSpPr/>
            <p:nvPr/>
          </p:nvSpPr>
          <p:spPr>
            <a:xfrm>
              <a:off x="8212964" y="3553070"/>
              <a:ext cx="1246152" cy="408145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108" name="Google Shape;108;p27"/>
            <p:cNvGrpSpPr/>
            <p:nvPr/>
          </p:nvGrpSpPr>
          <p:grpSpPr>
            <a:xfrm flipH="1">
              <a:off x="8212963" y="4702315"/>
              <a:ext cx="965258" cy="273510"/>
              <a:chOff x="-6675" y="2881558"/>
              <a:chExt cx="9140700" cy="2059567"/>
            </a:xfrm>
          </p:grpSpPr>
          <p:cxnSp>
            <p:nvCxnSpPr>
              <p:cNvPr id="109" name="Google Shape;109;p27"/>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0" name="Google Shape;110;p27"/>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1" name="Google Shape;111;p27"/>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2" name="Google Shape;112;p27"/>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3" name="Google Shape;113;p27"/>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14" name="Google Shape;114;p27"/>
          <p:cNvGrpSpPr/>
          <p:nvPr/>
        </p:nvGrpSpPr>
        <p:grpSpPr>
          <a:xfrm>
            <a:off x="342875" y="2524661"/>
            <a:ext cx="8713622" cy="1947138"/>
            <a:chOff x="342875" y="2524661"/>
            <a:chExt cx="8713622" cy="1947138"/>
          </a:xfrm>
        </p:grpSpPr>
        <p:sp>
          <p:nvSpPr>
            <p:cNvPr id="115" name="Google Shape;115;p27"/>
            <p:cNvSpPr/>
            <p:nvPr/>
          </p:nvSpPr>
          <p:spPr>
            <a:xfrm rot="5400000">
              <a:off x="8816029" y="423133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7"/>
            <p:cNvSpPr/>
            <p:nvPr/>
          </p:nvSpPr>
          <p:spPr>
            <a:xfrm rot="10800000">
              <a:off x="342875" y="2524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p2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0" name="Google Shape;120;p32"/>
          <p:cNvSpPr txBox="1"/>
          <p:nvPr>
            <p:ph idx="1" type="body"/>
          </p:nvPr>
        </p:nvSpPr>
        <p:spPr>
          <a:xfrm>
            <a:off x="720000" y="1056776"/>
            <a:ext cx="7704000" cy="4218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grpSp>
        <p:nvGrpSpPr>
          <p:cNvPr id="121" name="Google Shape;121;p32"/>
          <p:cNvGrpSpPr/>
          <p:nvPr/>
        </p:nvGrpSpPr>
        <p:grpSpPr>
          <a:xfrm>
            <a:off x="188277" y="1651177"/>
            <a:ext cx="8669316" cy="2098194"/>
            <a:chOff x="188277" y="1651177"/>
            <a:chExt cx="8669316" cy="2098194"/>
          </a:xfrm>
        </p:grpSpPr>
        <p:sp>
          <p:nvSpPr>
            <p:cNvPr id="122" name="Google Shape;122;p32"/>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2"/>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 name="Google Shape;124;p32"/>
            <p:cNvGrpSpPr/>
            <p:nvPr/>
          </p:nvGrpSpPr>
          <p:grpSpPr>
            <a:xfrm>
              <a:off x="188277" y="2983227"/>
              <a:ext cx="206891" cy="766144"/>
              <a:chOff x="8650702" y="3525402"/>
              <a:chExt cx="206891" cy="766144"/>
            </a:xfrm>
          </p:grpSpPr>
          <p:sp>
            <p:nvSpPr>
              <p:cNvPr id="125" name="Google Shape;125;p32"/>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2"/>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7" name="Google Shape;127;p32"/>
          <p:cNvGrpSpPr/>
          <p:nvPr/>
        </p:nvGrpSpPr>
        <p:grpSpPr>
          <a:xfrm>
            <a:off x="-1181862" y="-331600"/>
            <a:ext cx="11020271" cy="5673388"/>
            <a:chOff x="-1181862" y="-331600"/>
            <a:chExt cx="11020271" cy="5673388"/>
          </a:xfrm>
        </p:grpSpPr>
        <p:grpSp>
          <p:nvGrpSpPr>
            <p:cNvPr id="128" name="Google Shape;128;p32"/>
            <p:cNvGrpSpPr/>
            <p:nvPr/>
          </p:nvGrpSpPr>
          <p:grpSpPr>
            <a:xfrm>
              <a:off x="8873150" y="1130915"/>
              <a:ext cx="965258" cy="273510"/>
              <a:chOff x="-6675" y="2881558"/>
              <a:chExt cx="9140700" cy="2059567"/>
            </a:xfrm>
          </p:grpSpPr>
          <p:cxnSp>
            <p:nvCxnSpPr>
              <p:cNvPr id="129" name="Google Shape;129;p3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0" name="Google Shape;130;p3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1" name="Google Shape;131;p3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2" name="Google Shape;132;p3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3" name="Google Shape;133;p3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34" name="Google Shape;134;p32"/>
            <p:cNvSpPr/>
            <p:nvPr/>
          </p:nvSpPr>
          <p:spPr>
            <a:xfrm>
              <a:off x="8095400" y="-33160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135" name="Google Shape;135;p32"/>
            <p:cNvGrpSpPr/>
            <p:nvPr/>
          </p:nvGrpSpPr>
          <p:grpSpPr>
            <a:xfrm flipH="1" rot="10800000">
              <a:off x="8650689" y="182196"/>
              <a:ext cx="493321" cy="357312"/>
              <a:chOff x="1722354" y="229144"/>
              <a:chExt cx="1748743" cy="1266614"/>
            </a:xfrm>
          </p:grpSpPr>
          <p:sp>
            <p:nvSpPr>
              <p:cNvPr id="136" name="Google Shape;136;p3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8" name="Google Shape;138;p32"/>
            <p:cNvSpPr/>
            <p:nvPr/>
          </p:nvSpPr>
          <p:spPr>
            <a:xfrm rot="5400000">
              <a:off x="-191675" y="348120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139" name="Google Shape;139;p32"/>
            <p:cNvGrpSpPr/>
            <p:nvPr/>
          </p:nvGrpSpPr>
          <p:grpSpPr>
            <a:xfrm flipH="1" rot="-5400000">
              <a:off x="159064" y="4046096"/>
              <a:ext cx="493321" cy="357312"/>
              <a:chOff x="1722354" y="229144"/>
              <a:chExt cx="1748743" cy="1266614"/>
            </a:xfrm>
          </p:grpSpPr>
          <p:sp>
            <p:nvSpPr>
              <p:cNvPr id="140" name="Google Shape;140;p3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32"/>
            <p:cNvGrpSpPr/>
            <p:nvPr/>
          </p:nvGrpSpPr>
          <p:grpSpPr>
            <a:xfrm>
              <a:off x="-776975" y="4800515"/>
              <a:ext cx="965258" cy="273510"/>
              <a:chOff x="-6675" y="2881558"/>
              <a:chExt cx="9140700" cy="2059567"/>
            </a:xfrm>
          </p:grpSpPr>
          <p:cxnSp>
            <p:nvCxnSpPr>
              <p:cNvPr id="143" name="Google Shape;143;p3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4" name="Google Shape;144;p3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5" name="Google Shape;145;p3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6" name="Google Shape;146;p3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7" name="Google Shape;147;p3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48" name="Google Shape;148;p32"/>
          <p:cNvGrpSpPr/>
          <p:nvPr/>
        </p:nvGrpSpPr>
        <p:grpSpPr>
          <a:xfrm>
            <a:off x="-142612" y="-168664"/>
            <a:ext cx="7919030" cy="2888968"/>
            <a:chOff x="-142612" y="-168664"/>
            <a:chExt cx="7919030" cy="2888968"/>
          </a:xfrm>
        </p:grpSpPr>
        <p:sp>
          <p:nvSpPr>
            <p:cNvPr id="149" name="Google Shape;149;p32"/>
            <p:cNvSpPr/>
            <p:nvPr/>
          </p:nvSpPr>
          <p:spPr>
            <a:xfrm rot="10800000">
              <a:off x="7736362" y="-1686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2"/>
            <p:cNvSpPr/>
            <p:nvPr/>
          </p:nvSpPr>
          <p:spPr>
            <a:xfrm rot="5400000">
              <a:off x="57800" y="2479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1" name="Google Shape;151;p32"/>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2" name="Shape 152"/>
        <p:cNvGrpSpPr/>
        <p:nvPr/>
      </p:nvGrpSpPr>
      <p:grpSpPr>
        <a:xfrm>
          <a:off x="0" y="0"/>
          <a:ext cx="0" cy="0"/>
          <a:chOff x="0" y="0"/>
          <a:chExt cx="0" cy="0"/>
        </a:xfrm>
      </p:grpSpPr>
      <p:sp>
        <p:nvSpPr>
          <p:cNvPr id="153" name="Google Shape;153;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4" name="Google Shape;154;p28"/>
          <p:cNvSpPr txBox="1"/>
          <p:nvPr>
            <p:ph idx="1" type="subTitle"/>
          </p:nvPr>
        </p:nvSpPr>
        <p:spPr>
          <a:xfrm>
            <a:off x="10900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5" name="Google Shape;155;p28"/>
          <p:cNvSpPr txBox="1"/>
          <p:nvPr>
            <p:ph idx="2" type="subTitle"/>
          </p:nvPr>
        </p:nvSpPr>
        <p:spPr>
          <a:xfrm>
            <a:off x="35017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6" name="Google Shape;156;p28"/>
          <p:cNvSpPr txBox="1"/>
          <p:nvPr>
            <p:ph idx="3" type="subTitle"/>
          </p:nvPr>
        </p:nvSpPr>
        <p:spPr>
          <a:xfrm>
            <a:off x="5913431"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7" name="Google Shape;157;p28"/>
          <p:cNvSpPr txBox="1"/>
          <p:nvPr>
            <p:ph idx="4" type="subTitle"/>
          </p:nvPr>
        </p:nvSpPr>
        <p:spPr>
          <a:xfrm>
            <a:off x="1090025"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58" name="Google Shape;158;p28"/>
          <p:cNvSpPr txBox="1"/>
          <p:nvPr>
            <p:ph idx="5" type="subTitle"/>
          </p:nvPr>
        </p:nvSpPr>
        <p:spPr>
          <a:xfrm>
            <a:off x="3501728"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59" name="Google Shape;159;p28"/>
          <p:cNvSpPr txBox="1"/>
          <p:nvPr>
            <p:ph idx="6" type="subTitle"/>
          </p:nvPr>
        </p:nvSpPr>
        <p:spPr>
          <a:xfrm>
            <a:off x="5913432"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60" name="Google Shape;160;p28"/>
          <p:cNvGrpSpPr/>
          <p:nvPr/>
        </p:nvGrpSpPr>
        <p:grpSpPr>
          <a:xfrm>
            <a:off x="188277" y="445029"/>
            <a:ext cx="8669349" cy="4596267"/>
            <a:chOff x="188277" y="445029"/>
            <a:chExt cx="8669349" cy="4596267"/>
          </a:xfrm>
        </p:grpSpPr>
        <p:sp>
          <p:nvSpPr>
            <p:cNvPr id="161" name="Google Shape;161;p28"/>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8"/>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3" name="Google Shape;163;p28"/>
            <p:cNvGrpSpPr/>
            <p:nvPr/>
          </p:nvGrpSpPr>
          <p:grpSpPr>
            <a:xfrm>
              <a:off x="188277" y="4275152"/>
              <a:ext cx="206891" cy="766144"/>
              <a:chOff x="8650702" y="3525402"/>
              <a:chExt cx="206891" cy="766144"/>
            </a:xfrm>
          </p:grpSpPr>
          <p:sp>
            <p:nvSpPr>
              <p:cNvPr id="164" name="Google Shape;164;p28"/>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8"/>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66" name="Google Shape;166;p28"/>
          <p:cNvGrpSpPr/>
          <p:nvPr/>
        </p:nvGrpSpPr>
        <p:grpSpPr>
          <a:xfrm>
            <a:off x="478250" y="1380581"/>
            <a:ext cx="8298985" cy="1930685"/>
            <a:chOff x="478250" y="1380581"/>
            <a:chExt cx="8298985" cy="1930685"/>
          </a:xfrm>
        </p:grpSpPr>
        <p:sp>
          <p:nvSpPr>
            <p:cNvPr id="167" name="Google Shape;167;p28"/>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8"/>
            <p:cNvSpPr/>
            <p:nvPr/>
          </p:nvSpPr>
          <p:spPr>
            <a:xfrm rot="10800000">
              <a:off x="478250" y="28703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 name="Google Shape;169;p28"/>
          <p:cNvGrpSpPr/>
          <p:nvPr/>
        </p:nvGrpSpPr>
        <p:grpSpPr>
          <a:xfrm>
            <a:off x="260198" y="-534009"/>
            <a:ext cx="8742927" cy="5946659"/>
            <a:chOff x="260198" y="-534009"/>
            <a:chExt cx="8742927" cy="5946659"/>
          </a:xfrm>
        </p:grpSpPr>
        <p:grpSp>
          <p:nvGrpSpPr>
            <p:cNvPr id="170" name="Google Shape;170;p28"/>
            <p:cNvGrpSpPr/>
            <p:nvPr/>
          </p:nvGrpSpPr>
          <p:grpSpPr>
            <a:xfrm flipH="1" rot="5400000">
              <a:off x="7247712" y="-188135"/>
              <a:ext cx="965258" cy="273510"/>
              <a:chOff x="-6675" y="2881558"/>
              <a:chExt cx="9140700" cy="2059567"/>
            </a:xfrm>
          </p:grpSpPr>
          <p:cxnSp>
            <p:nvCxnSpPr>
              <p:cNvPr id="171" name="Google Shape;171;p2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2" name="Google Shape;172;p2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3" name="Google Shape;173;p2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4" name="Google Shape;174;p2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5" name="Google Shape;175;p2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76" name="Google Shape;176;p28"/>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77" name="Google Shape;177;p28"/>
            <p:cNvGrpSpPr/>
            <p:nvPr/>
          </p:nvGrpSpPr>
          <p:grpSpPr>
            <a:xfrm>
              <a:off x="260198" y="3089575"/>
              <a:ext cx="493321" cy="2323075"/>
              <a:chOff x="260198" y="3089575"/>
              <a:chExt cx="493321" cy="2323075"/>
            </a:xfrm>
          </p:grpSpPr>
          <p:grpSp>
            <p:nvGrpSpPr>
              <p:cNvPr id="178" name="Google Shape;178;p28"/>
              <p:cNvGrpSpPr/>
              <p:nvPr/>
            </p:nvGrpSpPr>
            <p:grpSpPr>
              <a:xfrm rot="10800000">
                <a:off x="260198" y="3645746"/>
                <a:ext cx="493321" cy="357312"/>
                <a:chOff x="1722354" y="229144"/>
                <a:chExt cx="1748743" cy="1266614"/>
              </a:xfrm>
            </p:grpSpPr>
            <p:sp>
              <p:nvSpPr>
                <p:cNvPr id="179" name="Google Shape;179;p2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1" name="Google Shape;181;p28"/>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grpSp>
      <p:sp>
        <p:nvSpPr>
          <p:cNvPr id="182" name="Google Shape;182;p2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sp>
        <p:nvSpPr>
          <p:cNvPr id="184" name="Google Shape;184;p31"/>
          <p:cNvSpPr txBox="1"/>
          <p:nvPr>
            <p:ph hasCustomPrompt="1" type="title"/>
          </p:nvPr>
        </p:nvSpPr>
        <p:spPr>
          <a:xfrm>
            <a:off x="2405125" y="2040775"/>
            <a:ext cx="5307000" cy="9981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85" name="Google Shape;185;p31"/>
          <p:cNvSpPr txBox="1"/>
          <p:nvPr>
            <p:ph idx="1" type="subTitle"/>
          </p:nvPr>
        </p:nvSpPr>
        <p:spPr>
          <a:xfrm>
            <a:off x="2405125" y="3038875"/>
            <a:ext cx="53070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6" name="Google Shape;186;p31"/>
          <p:cNvGrpSpPr/>
          <p:nvPr/>
        </p:nvGrpSpPr>
        <p:grpSpPr>
          <a:xfrm>
            <a:off x="320869" y="892488"/>
            <a:ext cx="5247943" cy="4005530"/>
            <a:chOff x="320869" y="892488"/>
            <a:chExt cx="5247943" cy="4005530"/>
          </a:xfrm>
        </p:grpSpPr>
        <p:sp>
          <p:nvSpPr>
            <p:cNvPr id="187" name="Google Shape;187;p31"/>
            <p:cNvSpPr/>
            <p:nvPr/>
          </p:nvSpPr>
          <p:spPr>
            <a:xfrm rot="10800000">
              <a:off x="320869" y="8924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1"/>
            <p:cNvSpPr/>
            <p:nvPr/>
          </p:nvSpPr>
          <p:spPr>
            <a:xfrm rot="5400000">
              <a:off x="5328344" y="4657550"/>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 name="Google Shape;189;p31"/>
          <p:cNvGrpSpPr/>
          <p:nvPr/>
        </p:nvGrpSpPr>
        <p:grpSpPr>
          <a:xfrm>
            <a:off x="1123153" y="-134519"/>
            <a:ext cx="5670106" cy="5849862"/>
            <a:chOff x="1123153" y="-134519"/>
            <a:chExt cx="5670106" cy="5849862"/>
          </a:xfrm>
        </p:grpSpPr>
        <p:grpSp>
          <p:nvGrpSpPr>
            <p:cNvPr id="190" name="Google Shape;190;p31"/>
            <p:cNvGrpSpPr/>
            <p:nvPr/>
          </p:nvGrpSpPr>
          <p:grpSpPr>
            <a:xfrm>
              <a:off x="1123153" y="-134519"/>
              <a:ext cx="5670106" cy="5032541"/>
              <a:chOff x="1123153" y="-134519"/>
              <a:chExt cx="5670106" cy="5032541"/>
            </a:xfrm>
          </p:grpSpPr>
          <p:sp>
            <p:nvSpPr>
              <p:cNvPr id="191" name="Google Shape;191;p31"/>
              <p:cNvSpPr/>
              <p:nvPr/>
            </p:nvSpPr>
            <p:spPr>
              <a:xfrm>
                <a:off x="1123153" y="-134519"/>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31"/>
              <p:cNvGrpSpPr/>
              <p:nvPr/>
            </p:nvGrpSpPr>
            <p:grpSpPr>
              <a:xfrm>
                <a:off x="5633198" y="4650743"/>
                <a:ext cx="1160061" cy="247279"/>
                <a:chOff x="8208698" y="2109318"/>
                <a:chExt cx="1160061" cy="247279"/>
              </a:xfrm>
            </p:grpSpPr>
            <p:sp>
              <p:nvSpPr>
                <p:cNvPr id="193" name="Google Shape;193;p31"/>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1"/>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95" name="Google Shape;195;p31"/>
            <p:cNvGrpSpPr/>
            <p:nvPr/>
          </p:nvGrpSpPr>
          <p:grpSpPr>
            <a:xfrm>
              <a:off x="3220925" y="4604000"/>
              <a:ext cx="1111343" cy="1111343"/>
              <a:chOff x="8307725" y="278700"/>
              <a:chExt cx="1111343" cy="1111343"/>
            </a:xfrm>
          </p:grpSpPr>
          <p:sp>
            <p:nvSpPr>
              <p:cNvPr id="196" name="Google Shape;196;p3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98" name="Google Shape;198;p31"/>
          <p:cNvGrpSpPr/>
          <p:nvPr/>
        </p:nvGrpSpPr>
        <p:grpSpPr>
          <a:xfrm>
            <a:off x="575287" y="-1805003"/>
            <a:ext cx="9569624" cy="9389960"/>
            <a:chOff x="575287" y="-1805003"/>
            <a:chExt cx="9569624" cy="9389960"/>
          </a:xfrm>
        </p:grpSpPr>
        <p:grpSp>
          <p:nvGrpSpPr>
            <p:cNvPr id="199" name="Google Shape;199;p31"/>
            <p:cNvGrpSpPr/>
            <p:nvPr/>
          </p:nvGrpSpPr>
          <p:grpSpPr>
            <a:xfrm>
              <a:off x="575287" y="-1805003"/>
              <a:ext cx="9569624" cy="7775529"/>
              <a:chOff x="575287" y="-1805003"/>
              <a:chExt cx="9569624" cy="7775529"/>
            </a:xfrm>
          </p:grpSpPr>
          <p:grpSp>
            <p:nvGrpSpPr>
              <p:cNvPr id="200" name="Google Shape;200;p31"/>
              <p:cNvGrpSpPr/>
              <p:nvPr/>
            </p:nvGrpSpPr>
            <p:grpSpPr>
              <a:xfrm>
                <a:off x="575287" y="-1805003"/>
                <a:ext cx="681217" cy="3360485"/>
                <a:chOff x="1121833" y="-3524490"/>
                <a:chExt cx="1498167" cy="7390555"/>
              </a:xfrm>
            </p:grpSpPr>
            <p:cxnSp>
              <p:nvCxnSpPr>
                <p:cNvPr id="201" name="Google Shape;201;p31"/>
                <p:cNvCxnSpPr/>
                <p:nvPr/>
              </p:nvCxnSpPr>
              <p:spPr>
                <a:xfrm rot="10800000">
                  <a:off x="1121833" y="-3524490"/>
                  <a:ext cx="0" cy="5870700"/>
                </a:xfrm>
                <a:prstGeom prst="straightConnector1">
                  <a:avLst/>
                </a:prstGeom>
                <a:noFill/>
                <a:ln cap="flat" cmpd="sng" w="9525">
                  <a:solidFill>
                    <a:schemeClr val="lt1"/>
                  </a:solidFill>
                  <a:prstDash val="solid"/>
                  <a:round/>
                  <a:headEnd len="sm" w="sm" type="none"/>
                  <a:tailEnd len="sm" w="sm" type="none"/>
                </a:ln>
              </p:spPr>
            </p:cxnSp>
            <p:cxnSp>
              <p:nvCxnSpPr>
                <p:cNvPr id="202" name="Google Shape;202;p31"/>
                <p:cNvCxnSpPr/>
                <p:nvPr/>
              </p:nvCxnSpPr>
              <p:spPr>
                <a:xfrm>
                  <a:off x="1121833" y="2348225"/>
                  <a:ext cx="1158600" cy="1141200"/>
                </a:xfrm>
                <a:prstGeom prst="straightConnector1">
                  <a:avLst/>
                </a:prstGeom>
                <a:noFill/>
                <a:ln cap="flat" cmpd="sng" w="9525">
                  <a:solidFill>
                    <a:schemeClr val="lt1"/>
                  </a:solidFill>
                  <a:prstDash val="solid"/>
                  <a:round/>
                  <a:headEnd len="sm" w="sm" type="none"/>
                  <a:tailEnd len="sm" w="sm" type="none"/>
                </a:ln>
              </p:spPr>
            </p:cxnSp>
            <p:sp>
              <p:nvSpPr>
                <p:cNvPr id="203" name="Google Shape;203;p31"/>
                <p:cNvSpPr/>
                <p:nvPr/>
              </p:nvSpPr>
              <p:spPr>
                <a:xfrm rot="5400000">
                  <a:off x="2196889" y="3442953"/>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 name="Google Shape;204;p31"/>
              <p:cNvGrpSpPr/>
              <p:nvPr/>
            </p:nvGrpSpPr>
            <p:grpSpPr>
              <a:xfrm flipH="1" rot="5400000">
                <a:off x="6933401" y="2759016"/>
                <a:ext cx="2550619" cy="3872400"/>
                <a:chOff x="1857762" y="2762827"/>
                <a:chExt cx="2550619" cy="3872400"/>
              </a:xfrm>
            </p:grpSpPr>
            <p:cxnSp>
              <p:nvCxnSpPr>
                <p:cNvPr id="205" name="Google Shape;205;p31"/>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06" name="Google Shape;206;p31"/>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207" name="Google Shape;207;p31"/>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 name="Google Shape;208;p31"/>
              <p:cNvGrpSpPr/>
              <p:nvPr/>
            </p:nvGrpSpPr>
            <p:grpSpPr>
              <a:xfrm rot="-5400000">
                <a:off x="8362764" y="67996"/>
                <a:ext cx="493321" cy="357312"/>
                <a:chOff x="1722354" y="229144"/>
                <a:chExt cx="1748743" cy="1266614"/>
              </a:xfrm>
            </p:grpSpPr>
            <p:sp>
              <p:nvSpPr>
                <p:cNvPr id="209" name="Google Shape;209;p3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1" name="Google Shape;211;p31"/>
            <p:cNvGrpSpPr/>
            <p:nvPr/>
          </p:nvGrpSpPr>
          <p:grpSpPr>
            <a:xfrm rot="10800000">
              <a:off x="7090737" y="4224472"/>
              <a:ext cx="681217" cy="3360485"/>
              <a:chOff x="1337800" y="-2525590"/>
              <a:chExt cx="1498167" cy="7390555"/>
            </a:xfrm>
          </p:grpSpPr>
          <p:cxnSp>
            <p:nvCxnSpPr>
              <p:cNvPr id="212" name="Google Shape;212;p3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13" name="Google Shape;213;p3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14" name="Google Shape;214;p3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5" name="Shape 215"/>
        <p:cNvGrpSpPr/>
        <p:nvPr/>
      </p:nvGrpSpPr>
      <p:grpSpPr>
        <a:xfrm>
          <a:off x="0" y="0"/>
          <a:ext cx="0" cy="0"/>
          <a:chOff x="0" y="0"/>
          <a:chExt cx="0" cy="0"/>
        </a:xfrm>
      </p:grpSpPr>
      <p:sp>
        <p:nvSpPr>
          <p:cNvPr id="216" name="Google Shape;216;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17" name="Google Shape;217;p30"/>
          <p:cNvGrpSpPr/>
          <p:nvPr/>
        </p:nvGrpSpPr>
        <p:grpSpPr>
          <a:xfrm>
            <a:off x="-918336" y="-1192759"/>
            <a:ext cx="9848841" cy="7993544"/>
            <a:chOff x="-918336" y="-1192756"/>
            <a:chExt cx="9848841" cy="7993544"/>
          </a:xfrm>
        </p:grpSpPr>
        <p:grpSp>
          <p:nvGrpSpPr>
            <p:cNvPr id="218" name="Google Shape;218;p30"/>
            <p:cNvGrpSpPr/>
            <p:nvPr/>
          </p:nvGrpSpPr>
          <p:grpSpPr>
            <a:xfrm flipH="1" rot="5400000">
              <a:off x="-385152" y="4070827"/>
              <a:ext cx="2196777" cy="3263144"/>
              <a:chOff x="308728" y="2619343"/>
              <a:chExt cx="2007289" cy="2981400"/>
            </a:xfrm>
          </p:grpSpPr>
          <p:cxnSp>
            <p:nvCxnSpPr>
              <p:cNvPr id="219" name="Google Shape;219;p30"/>
              <p:cNvCxnSpPr/>
              <p:nvPr/>
            </p:nvCxnSpPr>
            <p:spPr>
              <a:xfrm>
                <a:off x="308728" y="2619343"/>
                <a:ext cx="0" cy="2981400"/>
              </a:xfrm>
              <a:prstGeom prst="straightConnector1">
                <a:avLst/>
              </a:prstGeom>
              <a:noFill/>
              <a:ln cap="flat" cmpd="sng" w="9525">
                <a:solidFill>
                  <a:schemeClr val="accent1"/>
                </a:solidFill>
                <a:prstDash val="solid"/>
                <a:round/>
                <a:headEnd len="sm" w="sm" type="none"/>
                <a:tailEnd len="sm" w="sm" type="none"/>
              </a:ln>
            </p:spPr>
          </p:cxnSp>
          <p:cxnSp>
            <p:nvCxnSpPr>
              <p:cNvPr id="220" name="Google Shape;220;p30"/>
              <p:cNvCxnSpPr/>
              <p:nvPr/>
            </p:nvCxnSpPr>
            <p:spPr>
              <a:xfrm rot="-5400000">
                <a:off x="1795201" y="3757993"/>
                <a:ext cx="357300" cy="346800"/>
              </a:xfrm>
              <a:prstGeom prst="straightConnector1">
                <a:avLst/>
              </a:prstGeom>
              <a:noFill/>
              <a:ln cap="flat" cmpd="sng" w="9525">
                <a:solidFill>
                  <a:schemeClr val="accent1"/>
                </a:solidFill>
                <a:prstDash val="solid"/>
                <a:round/>
                <a:headEnd len="sm" w="sm" type="none"/>
                <a:tailEnd len="sm" w="sm" type="none"/>
              </a:ln>
            </p:spPr>
          </p:cxnSp>
          <p:sp>
            <p:nvSpPr>
              <p:cNvPr id="221" name="Google Shape;221;p30"/>
              <p:cNvSpPr/>
              <p:nvPr/>
            </p:nvSpPr>
            <p:spPr>
              <a:xfrm>
                <a:off x="2122592" y="3591337"/>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30"/>
            <p:cNvGrpSpPr/>
            <p:nvPr/>
          </p:nvGrpSpPr>
          <p:grpSpPr>
            <a:xfrm>
              <a:off x="6549025" y="-95200"/>
              <a:ext cx="2381480" cy="750488"/>
              <a:chOff x="6549025" y="-95200"/>
              <a:chExt cx="2381480" cy="750488"/>
            </a:xfrm>
          </p:grpSpPr>
          <p:grpSp>
            <p:nvGrpSpPr>
              <p:cNvPr id="223" name="Google Shape;223;p30"/>
              <p:cNvGrpSpPr/>
              <p:nvPr/>
            </p:nvGrpSpPr>
            <p:grpSpPr>
              <a:xfrm rot="-5400000">
                <a:off x="8505189" y="229971"/>
                <a:ext cx="493321" cy="357312"/>
                <a:chOff x="1722354" y="229144"/>
                <a:chExt cx="1748743" cy="1266614"/>
              </a:xfrm>
            </p:grpSpPr>
            <p:sp>
              <p:nvSpPr>
                <p:cNvPr id="224" name="Google Shape;224;p3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6" name="Google Shape;226;p30"/>
              <p:cNvSpPr/>
              <p:nvPr/>
            </p:nvSpPr>
            <p:spPr>
              <a:xfrm>
                <a:off x="6549025" y="-95200"/>
                <a:ext cx="2381475" cy="429625"/>
              </a:xfrm>
              <a:custGeom>
                <a:rect b="b" l="l" r="r" t="t"/>
                <a:pathLst>
                  <a:path extrusionOk="0" h="17185" w="95259">
                    <a:moveTo>
                      <a:pt x="0" y="2455"/>
                    </a:moveTo>
                    <a:lnTo>
                      <a:pt x="14731" y="17185"/>
                    </a:lnTo>
                    <a:lnTo>
                      <a:pt x="65552" y="17185"/>
                    </a:lnTo>
                    <a:lnTo>
                      <a:pt x="72303" y="10434"/>
                    </a:lnTo>
                    <a:lnTo>
                      <a:pt x="95259" y="10434"/>
                    </a:lnTo>
                    <a:lnTo>
                      <a:pt x="95259" y="0"/>
                    </a:lnTo>
                  </a:path>
                </a:pathLst>
              </a:custGeom>
              <a:noFill/>
              <a:ln cap="flat" cmpd="sng" w="9525">
                <a:solidFill>
                  <a:schemeClr val="accent1"/>
                </a:solidFill>
                <a:prstDash val="solid"/>
                <a:round/>
                <a:headEnd len="sm" w="sm" type="none"/>
                <a:tailEnd len="sm" w="sm" type="none"/>
              </a:ln>
            </p:spPr>
          </p:sp>
        </p:grpSp>
        <p:grpSp>
          <p:nvGrpSpPr>
            <p:cNvPr id="227" name="Google Shape;227;p30"/>
            <p:cNvGrpSpPr/>
            <p:nvPr/>
          </p:nvGrpSpPr>
          <p:grpSpPr>
            <a:xfrm rot="5400000">
              <a:off x="6896426" y="-564435"/>
              <a:ext cx="1530153" cy="273510"/>
              <a:chOff x="-6675" y="2881558"/>
              <a:chExt cx="9140700" cy="2059567"/>
            </a:xfrm>
          </p:grpSpPr>
          <p:cxnSp>
            <p:nvCxnSpPr>
              <p:cNvPr id="228" name="Google Shape;228;p3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9" name="Google Shape;229;p3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0" name="Google Shape;230;p3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1" name="Google Shape;231;p3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2" name="Google Shape;232;p3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33" name="Google Shape;233;p30"/>
          <p:cNvGrpSpPr/>
          <p:nvPr/>
        </p:nvGrpSpPr>
        <p:grpSpPr>
          <a:xfrm>
            <a:off x="302565" y="1262597"/>
            <a:ext cx="9110252" cy="3563616"/>
            <a:chOff x="302565" y="1262597"/>
            <a:chExt cx="9110252" cy="3563616"/>
          </a:xfrm>
        </p:grpSpPr>
        <p:grpSp>
          <p:nvGrpSpPr>
            <p:cNvPr id="234" name="Google Shape;234;p30"/>
            <p:cNvGrpSpPr/>
            <p:nvPr/>
          </p:nvGrpSpPr>
          <p:grpSpPr>
            <a:xfrm rot="5400000">
              <a:off x="-153826" y="4122543"/>
              <a:ext cx="1160061" cy="247279"/>
              <a:chOff x="8000023" y="2164543"/>
              <a:chExt cx="1160061" cy="247279"/>
            </a:xfrm>
          </p:grpSpPr>
          <p:sp>
            <p:nvSpPr>
              <p:cNvPr id="235" name="Google Shape;235;p30"/>
              <p:cNvSpPr/>
              <p:nvPr/>
            </p:nvSpPr>
            <p:spPr>
              <a:xfrm rot="5400000">
                <a:off x="8215962" y="19486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0"/>
              <p:cNvSpPr/>
              <p:nvPr/>
            </p:nvSpPr>
            <p:spPr>
              <a:xfrm rot="-5400000">
                <a:off x="8708783" y="19605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 name="Google Shape;237;p30"/>
            <p:cNvGrpSpPr/>
            <p:nvPr/>
          </p:nvGrpSpPr>
          <p:grpSpPr>
            <a:xfrm>
              <a:off x="8578107" y="1262597"/>
              <a:ext cx="834710" cy="226937"/>
              <a:chOff x="8541257" y="2281497"/>
              <a:chExt cx="834710" cy="226937"/>
            </a:xfrm>
          </p:grpSpPr>
          <p:sp>
            <p:nvSpPr>
              <p:cNvPr id="238" name="Google Shape;238;p30"/>
              <p:cNvSpPr/>
              <p:nvPr/>
            </p:nvSpPr>
            <p:spPr>
              <a:xfrm rot="5400000">
                <a:off x="9116912" y="2249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0"/>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40" name="Google Shape;240;p30"/>
          <p:cNvGrpSpPr/>
          <p:nvPr/>
        </p:nvGrpSpPr>
        <p:grpSpPr>
          <a:xfrm>
            <a:off x="597187" y="977673"/>
            <a:ext cx="8723593" cy="3964768"/>
            <a:chOff x="597187" y="977673"/>
            <a:chExt cx="8723593" cy="3964768"/>
          </a:xfrm>
        </p:grpSpPr>
        <p:sp>
          <p:nvSpPr>
            <p:cNvPr id="241" name="Google Shape;241;p30"/>
            <p:cNvSpPr/>
            <p:nvPr/>
          </p:nvSpPr>
          <p:spPr>
            <a:xfrm rot="5400000">
              <a:off x="9080312" y="7772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0"/>
            <p:cNvSpPr/>
            <p:nvPr/>
          </p:nvSpPr>
          <p:spPr>
            <a:xfrm rot="10800000">
              <a:off x="597187" y="45015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 name="Google Shape;243;p30"/>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4" name="Shape 244"/>
        <p:cNvGrpSpPr/>
        <p:nvPr/>
      </p:nvGrpSpPr>
      <p:grpSpPr>
        <a:xfrm>
          <a:off x="0" y="0"/>
          <a:ext cx="0" cy="0"/>
          <a:chOff x="0" y="0"/>
          <a:chExt cx="0" cy="0"/>
        </a:xfrm>
      </p:grpSpPr>
      <p:sp>
        <p:nvSpPr>
          <p:cNvPr id="245" name="Google Shape;245;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246" name="Google Shape;246;p29"/>
          <p:cNvSpPr txBox="1"/>
          <p:nvPr>
            <p:ph idx="1" type="subTitle"/>
          </p:nvPr>
        </p:nvSpPr>
        <p:spPr>
          <a:xfrm>
            <a:off x="1253224"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7" name="Google Shape;247;p29"/>
          <p:cNvSpPr txBox="1"/>
          <p:nvPr>
            <p:ph idx="2" type="subTitle"/>
          </p:nvPr>
        </p:nvSpPr>
        <p:spPr>
          <a:xfrm>
            <a:off x="5079776"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8" name="Google Shape;248;p29"/>
          <p:cNvSpPr txBox="1"/>
          <p:nvPr>
            <p:ph idx="3" type="subTitle"/>
          </p:nvPr>
        </p:nvSpPr>
        <p:spPr>
          <a:xfrm>
            <a:off x="1253224"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9" name="Google Shape;249;p29"/>
          <p:cNvSpPr txBox="1"/>
          <p:nvPr>
            <p:ph idx="4" type="subTitle"/>
          </p:nvPr>
        </p:nvSpPr>
        <p:spPr>
          <a:xfrm>
            <a:off x="5079776"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0" name="Google Shape;250;p29"/>
          <p:cNvSpPr txBox="1"/>
          <p:nvPr>
            <p:ph idx="5" type="subTitle"/>
          </p:nvPr>
        </p:nvSpPr>
        <p:spPr>
          <a:xfrm>
            <a:off x="1253225"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51" name="Google Shape;251;p29"/>
          <p:cNvSpPr txBox="1"/>
          <p:nvPr>
            <p:ph idx="6" type="subTitle"/>
          </p:nvPr>
        </p:nvSpPr>
        <p:spPr>
          <a:xfrm>
            <a:off x="1253225"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52" name="Google Shape;252;p29"/>
          <p:cNvSpPr txBox="1"/>
          <p:nvPr>
            <p:ph idx="7" type="subTitle"/>
          </p:nvPr>
        </p:nvSpPr>
        <p:spPr>
          <a:xfrm>
            <a:off x="5079750"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53" name="Google Shape;253;p29"/>
          <p:cNvSpPr txBox="1"/>
          <p:nvPr>
            <p:ph idx="8" type="subTitle"/>
          </p:nvPr>
        </p:nvSpPr>
        <p:spPr>
          <a:xfrm>
            <a:off x="5079750"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254" name="Google Shape;254;p29"/>
          <p:cNvGrpSpPr/>
          <p:nvPr/>
        </p:nvGrpSpPr>
        <p:grpSpPr>
          <a:xfrm>
            <a:off x="487075" y="3743424"/>
            <a:ext cx="8733034" cy="1098996"/>
            <a:chOff x="487075" y="3743424"/>
            <a:chExt cx="8733034" cy="1098996"/>
          </a:xfrm>
        </p:grpSpPr>
        <p:sp>
          <p:nvSpPr>
            <p:cNvPr id="255" name="Google Shape;255;p29"/>
            <p:cNvSpPr/>
            <p:nvPr/>
          </p:nvSpPr>
          <p:spPr>
            <a:xfrm rot="5400000">
              <a:off x="8961054" y="37263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9"/>
            <p:cNvSpPr/>
            <p:nvPr/>
          </p:nvSpPr>
          <p:spPr>
            <a:xfrm rot="5400000">
              <a:off x="8721654" y="35274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7" name="Google Shape;257;p29"/>
            <p:cNvGrpSpPr/>
            <p:nvPr/>
          </p:nvGrpSpPr>
          <p:grpSpPr>
            <a:xfrm rot="5400000">
              <a:off x="766702" y="4355902"/>
              <a:ext cx="206891" cy="766144"/>
              <a:chOff x="8650702" y="3525402"/>
              <a:chExt cx="206891" cy="766144"/>
            </a:xfrm>
          </p:grpSpPr>
          <p:sp>
            <p:nvSpPr>
              <p:cNvPr id="258" name="Google Shape;258;p29"/>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9"/>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0" name="Google Shape;260;p29"/>
          <p:cNvGrpSpPr/>
          <p:nvPr/>
        </p:nvGrpSpPr>
        <p:grpSpPr>
          <a:xfrm>
            <a:off x="197650" y="1003129"/>
            <a:ext cx="8689510" cy="2910487"/>
            <a:chOff x="197650" y="1003129"/>
            <a:chExt cx="8689510" cy="2910487"/>
          </a:xfrm>
        </p:grpSpPr>
        <p:sp>
          <p:nvSpPr>
            <p:cNvPr id="261" name="Google Shape;261;p29"/>
            <p:cNvSpPr/>
            <p:nvPr/>
          </p:nvSpPr>
          <p:spPr>
            <a:xfrm>
              <a:off x="8847104" y="10031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9"/>
            <p:cNvSpPr/>
            <p:nvPr/>
          </p:nvSpPr>
          <p:spPr>
            <a:xfrm rot="10800000">
              <a:off x="197650" y="3472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 name="Google Shape;263;p29"/>
          <p:cNvGrpSpPr/>
          <p:nvPr/>
        </p:nvGrpSpPr>
        <p:grpSpPr>
          <a:xfrm>
            <a:off x="-30950" y="-166792"/>
            <a:ext cx="9501942" cy="5231668"/>
            <a:chOff x="-30950" y="-166792"/>
            <a:chExt cx="9501942" cy="5231668"/>
          </a:xfrm>
        </p:grpSpPr>
        <p:grpSp>
          <p:nvGrpSpPr>
            <p:cNvPr id="264" name="Google Shape;264;p29"/>
            <p:cNvGrpSpPr/>
            <p:nvPr/>
          </p:nvGrpSpPr>
          <p:grpSpPr>
            <a:xfrm rot="-5400000">
              <a:off x="8362773" y="2998996"/>
              <a:ext cx="493321" cy="357312"/>
              <a:chOff x="1722354" y="229144"/>
              <a:chExt cx="1748743" cy="1266614"/>
            </a:xfrm>
          </p:grpSpPr>
          <p:sp>
            <p:nvSpPr>
              <p:cNvPr id="265" name="Google Shape;265;p2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 name="Google Shape;267;p29"/>
            <p:cNvGrpSpPr/>
            <p:nvPr/>
          </p:nvGrpSpPr>
          <p:grpSpPr>
            <a:xfrm flipH="1" rot="10800000">
              <a:off x="8505734" y="1680044"/>
              <a:ext cx="965258" cy="273510"/>
              <a:chOff x="-6675" y="2881558"/>
              <a:chExt cx="9140700" cy="2059567"/>
            </a:xfrm>
          </p:grpSpPr>
          <p:cxnSp>
            <p:nvCxnSpPr>
              <p:cNvPr id="268" name="Google Shape;268;p2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9" name="Google Shape;269;p2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70" name="Google Shape;270;p2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71" name="Google Shape;271;p2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72" name="Google Shape;272;p2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73" name="Google Shape;273;p29"/>
            <p:cNvSpPr/>
            <p:nvPr/>
          </p:nvSpPr>
          <p:spPr>
            <a:xfrm rot="5400000">
              <a:off x="7121670" y="121727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274" name="Google Shape;274;p29"/>
            <p:cNvSpPr/>
            <p:nvPr/>
          </p:nvSpPr>
          <p:spPr>
            <a:xfrm>
              <a:off x="-30950" y="2650075"/>
              <a:ext cx="581550" cy="241480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275" name="Google Shape;275;p29"/>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6" name="Shape 276"/>
        <p:cNvGrpSpPr/>
        <p:nvPr/>
      </p:nvGrpSpPr>
      <p:grpSpPr>
        <a:xfrm>
          <a:off x="0" y="0"/>
          <a:ext cx="0" cy="0"/>
          <a:chOff x="0" y="0"/>
          <a:chExt cx="0" cy="0"/>
        </a:xfrm>
      </p:grpSpPr>
      <p:sp>
        <p:nvSpPr>
          <p:cNvPr id="277" name="Google Shape;277;p33"/>
          <p:cNvSpPr txBox="1"/>
          <p:nvPr>
            <p:ph type="title"/>
          </p:nvPr>
        </p:nvSpPr>
        <p:spPr>
          <a:xfrm>
            <a:off x="1782650" y="711700"/>
            <a:ext cx="2893200" cy="90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78" name="Google Shape;278;p33"/>
          <p:cNvSpPr txBox="1"/>
          <p:nvPr>
            <p:ph idx="1" type="subTitle"/>
          </p:nvPr>
        </p:nvSpPr>
        <p:spPr>
          <a:xfrm>
            <a:off x="1782650" y="1616297"/>
            <a:ext cx="2893200" cy="28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279" name="Google Shape;279;p33"/>
          <p:cNvSpPr/>
          <p:nvPr>
            <p:ph idx="2" type="pic"/>
          </p:nvPr>
        </p:nvSpPr>
        <p:spPr>
          <a:xfrm>
            <a:off x="4752038" y="824113"/>
            <a:ext cx="2787000" cy="3558300"/>
          </a:xfrm>
          <a:prstGeom prst="rect">
            <a:avLst/>
          </a:prstGeom>
          <a:noFill/>
          <a:ln>
            <a:noFill/>
          </a:ln>
        </p:spPr>
      </p:sp>
      <p:grpSp>
        <p:nvGrpSpPr>
          <p:cNvPr id="280" name="Google Shape;280;p33"/>
          <p:cNvGrpSpPr/>
          <p:nvPr/>
        </p:nvGrpSpPr>
        <p:grpSpPr>
          <a:xfrm>
            <a:off x="260189" y="195827"/>
            <a:ext cx="7049955" cy="4729917"/>
            <a:chOff x="260189" y="195827"/>
            <a:chExt cx="7049955" cy="4729917"/>
          </a:xfrm>
        </p:grpSpPr>
        <p:grpSp>
          <p:nvGrpSpPr>
            <p:cNvPr id="281" name="Google Shape;281;p33"/>
            <p:cNvGrpSpPr/>
            <p:nvPr/>
          </p:nvGrpSpPr>
          <p:grpSpPr>
            <a:xfrm rot="-5400000">
              <a:off x="6786639" y="4402239"/>
              <a:ext cx="177741" cy="869269"/>
              <a:chOff x="8535452" y="1548052"/>
              <a:chExt cx="177741" cy="869269"/>
            </a:xfrm>
          </p:grpSpPr>
          <p:sp>
            <p:nvSpPr>
              <p:cNvPr id="282" name="Google Shape;282;p33"/>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3"/>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 name="Google Shape;284;p33"/>
            <p:cNvGrpSpPr/>
            <p:nvPr/>
          </p:nvGrpSpPr>
          <p:grpSpPr>
            <a:xfrm rot="10800000">
              <a:off x="260189" y="195827"/>
              <a:ext cx="177741" cy="687344"/>
              <a:chOff x="8535452" y="1335702"/>
              <a:chExt cx="177741" cy="687344"/>
            </a:xfrm>
          </p:grpSpPr>
          <p:sp>
            <p:nvSpPr>
              <p:cNvPr id="285" name="Google Shape;285;p33"/>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33"/>
              <p:cNvSpPr/>
              <p:nvPr/>
            </p:nvSpPr>
            <p:spPr>
              <a:xfrm rot="10800000">
                <a:off x="85354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87" name="Google Shape;287;p33"/>
          <p:cNvGrpSpPr/>
          <p:nvPr/>
        </p:nvGrpSpPr>
        <p:grpSpPr>
          <a:xfrm>
            <a:off x="-867949" y="-315450"/>
            <a:ext cx="10098949" cy="5241213"/>
            <a:chOff x="-867949" y="-315450"/>
            <a:chExt cx="10098949" cy="5241213"/>
          </a:xfrm>
        </p:grpSpPr>
        <p:sp>
          <p:nvSpPr>
            <p:cNvPr id="288" name="Google Shape;288;p33"/>
            <p:cNvSpPr/>
            <p:nvPr/>
          </p:nvSpPr>
          <p:spPr>
            <a:xfrm>
              <a:off x="6756300" y="4613375"/>
              <a:ext cx="2474700" cy="312375"/>
            </a:xfrm>
            <a:custGeom>
              <a:rect b="b" l="l" r="r" t="t"/>
              <a:pathLst>
                <a:path extrusionOk="0" h="12495" w="98988">
                  <a:moveTo>
                    <a:pt x="0" y="0"/>
                  </a:moveTo>
                  <a:lnTo>
                    <a:pt x="37363" y="0"/>
                  </a:lnTo>
                  <a:lnTo>
                    <a:pt x="49858" y="12495"/>
                  </a:lnTo>
                  <a:lnTo>
                    <a:pt x="98988" y="12495"/>
                  </a:lnTo>
                </a:path>
              </a:pathLst>
            </a:custGeom>
            <a:noFill/>
            <a:ln cap="flat" cmpd="sng" w="9525">
              <a:solidFill>
                <a:schemeClr val="accent1"/>
              </a:solidFill>
              <a:prstDash val="solid"/>
              <a:round/>
              <a:headEnd len="sm" w="sm" type="none"/>
              <a:tailEnd len="sm" w="sm" type="none"/>
            </a:ln>
          </p:spPr>
        </p:sp>
        <p:grpSp>
          <p:nvGrpSpPr>
            <p:cNvPr id="289" name="Google Shape;289;p33"/>
            <p:cNvGrpSpPr/>
            <p:nvPr/>
          </p:nvGrpSpPr>
          <p:grpSpPr>
            <a:xfrm flipH="1" rot="-5400000">
              <a:off x="8430782" y="4500446"/>
              <a:ext cx="493321" cy="357312"/>
              <a:chOff x="1722354" y="229144"/>
              <a:chExt cx="1748743" cy="1266614"/>
            </a:xfrm>
          </p:grpSpPr>
          <p:sp>
            <p:nvSpPr>
              <p:cNvPr id="290" name="Google Shape;290;p3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2" name="Google Shape;292;p33"/>
            <p:cNvSpPr/>
            <p:nvPr/>
          </p:nvSpPr>
          <p:spPr>
            <a:xfrm>
              <a:off x="-174975" y="-315450"/>
              <a:ext cx="1914059" cy="4400511"/>
            </a:xfrm>
            <a:custGeom>
              <a:rect b="b" l="l" r="r" t="t"/>
              <a:pathLst>
                <a:path extrusionOk="0" h="126889" w="55192">
                  <a:moveTo>
                    <a:pt x="0" y="126889"/>
                  </a:moveTo>
                  <a:lnTo>
                    <a:pt x="24140" y="102749"/>
                  </a:lnTo>
                  <a:lnTo>
                    <a:pt x="24140" y="42943"/>
                  </a:lnTo>
                  <a:lnTo>
                    <a:pt x="55192" y="25015"/>
                  </a:lnTo>
                  <a:lnTo>
                    <a:pt x="55192" y="0"/>
                  </a:lnTo>
                </a:path>
              </a:pathLst>
            </a:custGeom>
            <a:noFill/>
            <a:ln cap="flat" cmpd="sng" w="9525">
              <a:solidFill>
                <a:schemeClr val="accent1"/>
              </a:solidFill>
              <a:prstDash val="solid"/>
              <a:round/>
              <a:headEnd len="sm" w="sm" type="none"/>
              <a:tailEnd len="sm" w="sm" type="none"/>
            </a:ln>
          </p:spPr>
        </p:sp>
        <p:grpSp>
          <p:nvGrpSpPr>
            <p:cNvPr id="293" name="Google Shape;293;p33"/>
            <p:cNvGrpSpPr/>
            <p:nvPr/>
          </p:nvGrpSpPr>
          <p:grpSpPr>
            <a:xfrm rot="10800000">
              <a:off x="662657" y="2962921"/>
              <a:ext cx="493321" cy="357312"/>
              <a:chOff x="1722354" y="229144"/>
              <a:chExt cx="1748743" cy="1266614"/>
            </a:xfrm>
          </p:grpSpPr>
          <p:sp>
            <p:nvSpPr>
              <p:cNvPr id="294" name="Google Shape;294;p3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 name="Google Shape;296;p33"/>
            <p:cNvGrpSpPr/>
            <p:nvPr/>
          </p:nvGrpSpPr>
          <p:grpSpPr>
            <a:xfrm>
              <a:off x="-867949" y="1748040"/>
              <a:ext cx="1530153" cy="273510"/>
              <a:chOff x="-6675" y="2881558"/>
              <a:chExt cx="9140700" cy="2059567"/>
            </a:xfrm>
          </p:grpSpPr>
          <p:cxnSp>
            <p:nvCxnSpPr>
              <p:cNvPr id="297" name="Google Shape;297;p3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98" name="Google Shape;298;p3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99" name="Google Shape;299;p3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 name="Google Shape;300;p3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1" name="Google Shape;301;p3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302" name="Google Shape;302;p33"/>
          <p:cNvGrpSpPr/>
          <p:nvPr/>
        </p:nvGrpSpPr>
        <p:grpSpPr>
          <a:xfrm>
            <a:off x="609462" y="-114064"/>
            <a:ext cx="8313331" cy="4565380"/>
            <a:chOff x="609462" y="-114064"/>
            <a:chExt cx="8313331" cy="4565380"/>
          </a:xfrm>
        </p:grpSpPr>
        <p:sp>
          <p:nvSpPr>
            <p:cNvPr id="303" name="Google Shape;303;p33"/>
            <p:cNvSpPr/>
            <p:nvPr/>
          </p:nvSpPr>
          <p:spPr>
            <a:xfrm rot="10800000">
              <a:off x="8882737" y="40104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3"/>
            <p:cNvSpPr/>
            <p:nvPr/>
          </p:nvSpPr>
          <p:spPr>
            <a:xfrm rot="10800000">
              <a:off x="609462" y="-1140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5" name="Shape 305"/>
        <p:cNvGrpSpPr/>
        <p:nvPr/>
      </p:nvGrpSpPr>
      <p:grpSpPr>
        <a:xfrm>
          <a:off x="0" y="0"/>
          <a:ext cx="0" cy="0"/>
          <a:chOff x="0" y="0"/>
          <a:chExt cx="0" cy="0"/>
        </a:xfrm>
      </p:grpSpPr>
      <p:sp>
        <p:nvSpPr>
          <p:cNvPr id="306" name="Google Shape;306;p34"/>
          <p:cNvSpPr txBox="1"/>
          <p:nvPr>
            <p:ph type="title"/>
          </p:nvPr>
        </p:nvSpPr>
        <p:spPr>
          <a:xfrm>
            <a:off x="2317950" y="1307100"/>
            <a:ext cx="4508100" cy="1883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307" name="Google Shape;307;p34"/>
          <p:cNvGrpSpPr/>
          <p:nvPr/>
        </p:nvGrpSpPr>
        <p:grpSpPr>
          <a:xfrm rot="10800000">
            <a:off x="7395131" y="2150405"/>
            <a:ext cx="2855469" cy="3872400"/>
            <a:chOff x="1857762" y="2762827"/>
            <a:chExt cx="2855469" cy="3872400"/>
          </a:xfrm>
        </p:grpSpPr>
        <p:cxnSp>
          <p:nvCxnSpPr>
            <p:cNvPr id="308" name="Google Shape;308;p34"/>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309" name="Google Shape;309;p34"/>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310" name="Google Shape;310;p34"/>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1" name="Google Shape;311;p34"/>
          <p:cNvGrpSpPr/>
          <p:nvPr/>
        </p:nvGrpSpPr>
        <p:grpSpPr>
          <a:xfrm>
            <a:off x="527082" y="3400311"/>
            <a:ext cx="8344568" cy="1243755"/>
            <a:chOff x="527082" y="3400311"/>
            <a:chExt cx="8344568" cy="1243755"/>
          </a:xfrm>
        </p:grpSpPr>
        <p:sp>
          <p:nvSpPr>
            <p:cNvPr id="312" name="Google Shape;312;p34"/>
            <p:cNvSpPr/>
            <p:nvPr/>
          </p:nvSpPr>
          <p:spPr>
            <a:xfrm flipH="1">
              <a:off x="527082" y="34003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4"/>
            <p:cNvSpPr/>
            <p:nvPr/>
          </p:nvSpPr>
          <p:spPr>
            <a:xfrm flipH="1" rot="5400000">
              <a:off x="8631182" y="440359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 name="Google Shape;314;p34"/>
          <p:cNvGrpSpPr/>
          <p:nvPr/>
        </p:nvGrpSpPr>
        <p:grpSpPr>
          <a:xfrm>
            <a:off x="-3151463" y="-3408102"/>
            <a:ext cx="11831667" cy="9065208"/>
            <a:chOff x="-3151463" y="-3408102"/>
            <a:chExt cx="11831667" cy="9065208"/>
          </a:xfrm>
        </p:grpSpPr>
        <p:grpSp>
          <p:nvGrpSpPr>
            <p:cNvPr id="315" name="Google Shape;315;p34"/>
            <p:cNvGrpSpPr/>
            <p:nvPr/>
          </p:nvGrpSpPr>
          <p:grpSpPr>
            <a:xfrm flipH="1" rot="10800000">
              <a:off x="309699" y="2296620"/>
              <a:ext cx="681217" cy="3360485"/>
              <a:chOff x="1337800" y="-2525590"/>
              <a:chExt cx="1498167" cy="7390555"/>
            </a:xfrm>
          </p:grpSpPr>
          <p:cxnSp>
            <p:nvCxnSpPr>
              <p:cNvPr id="316" name="Google Shape;316;p34"/>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317" name="Google Shape;317;p34"/>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318" name="Google Shape;318;p34"/>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9" name="Google Shape;319;p34"/>
            <p:cNvGrpSpPr/>
            <p:nvPr/>
          </p:nvGrpSpPr>
          <p:grpSpPr>
            <a:xfrm flipH="1">
              <a:off x="7998987" y="-1945430"/>
              <a:ext cx="681217" cy="3360485"/>
              <a:chOff x="1337800" y="-2525590"/>
              <a:chExt cx="1498167" cy="7390555"/>
            </a:xfrm>
          </p:grpSpPr>
          <p:cxnSp>
            <p:nvCxnSpPr>
              <p:cNvPr id="320" name="Google Shape;320;p34"/>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321" name="Google Shape;321;p34"/>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322" name="Google Shape;322;p34"/>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3" name="Google Shape;323;p34"/>
            <p:cNvGrpSpPr/>
            <p:nvPr/>
          </p:nvGrpSpPr>
          <p:grpSpPr>
            <a:xfrm flipH="1" rot="-5400000">
              <a:off x="-12066" y="-1786200"/>
              <a:ext cx="3859204" cy="615399"/>
              <a:chOff x="-6675" y="307100"/>
              <a:chExt cx="9140700" cy="4634025"/>
            </a:xfrm>
          </p:grpSpPr>
          <p:cxnSp>
            <p:nvCxnSpPr>
              <p:cNvPr id="324" name="Google Shape;324;p34"/>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25" name="Google Shape;325;p34"/>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26" name="Google Shape;326;p34"/>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27" name="Google Shape;327;p34"/>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28" name="Google Shape;328;p34"/>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29" name="Google Shape;329;p34"/>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30" name="Google Shape;330;p34"/>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31" name="Google Shape;331;p34"/>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32" name="Google Shape;332;p34"/>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33" name="Google Shape;333;p34"/>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334" name="Google Shape;334;p34"/>
            <p:cNvSpPr/>
            <p:nvPr/>
          </p:nvSpPr>
          <p:spPr>
            <a:xfrm flipH="1">
              <a:off x="-3151463" y="4511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335" name="Google Shape;335;p34"/>
          <p:cNvGrpSpPr/>
          <p:nvPr/>
        </p:nvGrpSpPr>
        <p:grpSpPr>
          <a:xfrm>
            <a:off x="547096" y="974375"/>
            <a:ext cx="9244447" cy="3848385"/>
            <a:chOff x="547096" y="974375"/>
            <a:chExt cx="9244447" cy="3848385"/>
          </a:xfrm>
        </p:grpSpPr>
        <p:grpSp>
          <p:nvGrpSpPr>
            <p:cNvPr id="336" name="Google Shape;336;p34"/>
            <p:cNvGrpSpPr/>
            <p:nvPr/>
          </p:nvGrpSpPr>
          <p:grpSpPr>
            <a:xfrm>
              <a:off x="547096" y="3571493"/>
              <a:ext cx="9010768" cy="1251267"/>
              <a:chOff x="547096" y="3571493"/>
              <a:chExt cx="9010768" cy="1251267"/>
            </a:xfrm>
          </p:grpSpPr>
          <p:grpSp>
            <p:nvGrpSpPr>
              <p:cNvPr id="337" name="Google Shape;337;p34"/>
              <p:cNvGrpSpPr/>
              <p:nvPr/>
            </p:nvGrpSpPr>
            <p:grpSpPr>
              <a:xfrm>
                <a:off x="547096" y="3613321"/>
                <a:ext cx="269695" cy="1209439"/>
                <a:chOff x="803996" y="3613321"/>
                <a:chExt cx="269695" cy="1209439"/>
              </a:xfrm>
            </p:grpSpPr>
            <p:sp>
              <p:nvSpPr>
                <p:cNvPr id="338" name="Google Shape;338;p34"/>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4"/>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0" name="Google Shape;340;p34"/>
              <p:cNvGrpSpPr/>
              <p:nvPr/>
            </p:nvGrpSpPr>
            <p:grpSpPr>
              <a:xfrm rot="5400000">
                <a:off x="8818297" y="3101621"/>
                <a:ext cx="269695" cy="1209439"/>
                <a:chOff x="803996" y="3613321"/>
                <a:chExt cx="269695" cy="1209439"/>
              </a:xfrm>
            </p:grpSpPr>
            <p:sp>
              <p:nvSpPr>
                <p:cNvPr id="341" name="Google Shape;341;p34"/>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4"/>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43" name="Google Shape;343;p34"/>
            <p:cNvGrpSpPr/>
            <p:nvPr/>
          </p:nvGrpSpPr>
          <p:grpSpPr>
            <a:xfrm>
              <a:off x="8680200" y="974375"/>
              <a:ext cx="1111343" cy="1111343"/>
              <a:chOff x="8307725" y="278700"/>
              <a:chExt cx="1111343" cy="1111343"/>
            </a:xfrm>
          </p:grpSpPr>
          <p:sp>
            <p:nvSpPr>
              <p:cNvPr id="344" name="Google Shape;344;p34"/>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4"/>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6" name="Shape 346"/>
        <p:cNvGrpSpPr/>
        <p:nvPr/>
      </p:nvGrpSpPr>
      <p:grpSpPr>
        <a:xfrm>
          <a:off x="0" y="0"/>
          <a:ext cx="0" cy="0"/>
          <a:chOff x="0" y="0"/>
          <a:chExt cx="0" cy="0"/>
        </a:xfrm>
      </p:grpSpPr>
      <p:sp>
        <p:nvSpPr>
          <p:cNvPr id="347" name="Google Shape;347;p35"/>
          <p:cNvSpPr txBox="1"/>
          <p:nvPr>
            <p:ph type="title"/>
          </p:nvPr>
        </p:nvSpPr>
        <p:spPr>
          <a:xfrm>
            <a:off x="2135550" y="1857350"/>
            <a:ext cx="4872900" cy="124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000"/>
              <a:buNone/>
              <a:defRPr sz="7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48" name="Google Shape;348;p35"/>
          <p:cNvSpPr txBox="1"/>
          <p:nvPr>
            <p:ph idx="1" type="subTitle"/>
          </p:nvPr>
        </p:nvSpPr>
        <p:spPr>
          <a:xfrm>
            <a:off x="2135550" y="3106975"/>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p:txBody>
      </p:sp>
      <p:sp>
        <p:nvSpPr>
          <p:cNvPr id="349" name="Google Shape;349;p35"/>
          <p:cNvSpPr/>
          <p:nvPr/>
        </p:nvSpPr>
        <p:spPr>
          <a:xfrm>
            <a:off x="9336712" y="713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0" name="Google Shape;350;p35"/>
          <p:cNvGrpSpPr/>
          <p:nvPr/>
        </p:nvGrpSpPr>
        <p:grpSpPr>
          <a:xfrm>
            <a:off x="-2757425" y="-2776080"/>
            <a:ext cx="12134201" cy="9442910"/>
            <a:chOff x="-2757425" y="-2776080"/>
            <a:chExt cx="12134201" cy="9442910"/>
          </a:xfrm>
        </p:grpSpPr>
        <p:grpSp>
          <p:nvGrpSpPr>
            <p:cNvPr id="351" name="Google Shape;351;p35"/>
            <p:cNvGrpSpPr/>
            <p:nvPr/>
          </p:nvGrpSpPr>
          <p:grpSpPr>
            <a:xfrm flipH="1" rot="-5400000">
              <a:off x="-325952" y="151466"/>
              <a:ext cx="2855469" cy="3872400"/>
              <a:chOff x="1857762" y="2762827"/>
              <a:chExt cx="2855469" cy="3872400"/>
            </a:xfrm>
          </p:grpSpPr>
          <p:cxnSp>
            <p:nvCxnSpPr>
              <p:cNvPr id="352" name="Google Shape;352;p35"/>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353" name="Google Shape;353;p35"/>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354" name="Google Shape;354;p35"/>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5" name="Google Shape;355;p35"/>
            <p:cNvGrpSpPr/>
            <p:nvPr/>
          </p:nvGrpSpPr>
          <p:grpSpPr>
            <a:xfrm rot="10800000">
              <a:off x="8695559" y="3306345"/>
              <a:ext cx="681217" cy="3360485"/>
              <a:chOff x="1337800" y="-2525590"/>
              <a:chExt cx="1498167" cy="7390555"/>
            </a:xfrm>
          </p:grpSpPr>
          <p:cxnSp>
            <p:nvCxnSpPr>
              <p:cNvPr id="356" name="Google Shape;356;p35"/>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357" name="Google Shape;357;p35"/>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358" name="Google Shape;358;p35"/>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9" name="Google Shape;359;p35"/>
            <p:cNvGrpSpPr/>
            <p:nvPr/>
          </p:nvGrpSpPr>
          <p:grpSpPr>
            <a:xfrm>
              <a:off x="146409" y="-2776080"/>
              <a:ext cx="681217" cy="3360485"/>
              <a:chOff x="1337800" y="-2525590"/>
              <a:chExt cx="1498167" cy="7390555"/>
            </a:xfrm>
          </p:grpSpPr>
          <p:cxnSp>
            <p:nvCxnSpPr>
              <p:cNvPr id="360" name="Google Shape;360;p35"/>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361" name="Google Shape;361;p35"/>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362" name="Google Shape;362;p35"/>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3" name="Google Shape;363;p35"/>
            <p:cNvGrpSpPr/>
            <p:nvPr/>
          </p:nvGrpSpPr>
          <p:grpSpPr>
            <a:xfrm>
              <a:off x="-2757425" y="811862"/>
              <a:ext cx="3859204" cy="615399"/>
              <a:chOff x="-6675" y="307100"/>
              <a:chExt cx="9140700" cy="4634025"/>
            </a:xfrm>
          </p:grpSpPr>
          <p:cxnSp>
            <p:nvCxnSpPr>
              <p:cNvPr id="364" name="Google Shape;364;p35"/>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65" name="Google Shape;365;p35"/>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66" name="Google Shape;366;p35"/>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67" name="Google Shape;367;p35"/>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68" name="Google Shape;368;p35"/>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69" name="Google Shape;369;p3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70" name="Google Shape;370;p3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71" name="Google Shape;371;p3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72" name="Google Shape;372;p3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73" name="Google Shape;373;p3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374" name="Google Shape;374;p35"/>
            <p:cNvSpPr/>
            <p:nvPr/>
          </p:nvSpPr>
          <p:spPr>
            <a:xfrm rot="5400000">
              <a:off x="5637675" y="29867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375" name="Google Shape;375;p35"/>
          <p:cNvGrpSpPr/>
          <p:nvPr/>
        </p:nvGrpSpPr>
        <p:grpSpPr>
          <a:xfrm>
            <a:off x="-157525" y="1684573"/>
            <a:ext cx="8689056" cy="440880"/>
            <a:chOff x="-157525" y="1684573"/>
            <a:chExt cx="8689056" cy="440880"/>
          </a:xfrm>
        </p:grpSpPr>
        <p:sp>
          <p:nvSpPr>
            <p:cNvPr id="376" name="Google Shape;376;p35"/>
            <p:cNvSpPr/>
            <p:nvPr/>
          </p:nvSpPr>
          <p:spPr>
            <a:xfrm>
              <a:off x="8491475" y="16845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5"/>
            <p:cNvSpPr/>
            <p:nvPr/>
          </p:nvSpPr>
          <p:spPr>
            <a:xfrm rot="-5400000">
              <a:off x="42887" y="1724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8" name="Google Shape;378;p35"/>
          <p:cNvGrpSpPr/>
          <p:nvPr/>
        </p:nvGrpSpPr>
        <p:grpSpPr>
          <a:xfrm>
            <a:off x="-350826" y="649496"/>
            <a:ext cx="9280380" cy="5170922"/>
            <a:chOff x="-350826" y="649496"/>
            <a:chExt cx="9280380" cy="5170922"/>
          </a:xfrm>
        </p:grpSpPr>
        <p:grpSp>
          <p:nvGrpSpPr>
            <p:cNvPr id="379" name="Google Shape;379;p35"/>
            <p:cNvGrpSpPr/>
            <p:nvPr/>
          </p:nvGrpSpPr>
          <p:grpSpPr>
            <a:xfrm>
              <a:off x="-350826" y="649496"/>
              <a:ext cx="9280380" cy="1759405"/>
              <a:chOff x="-350826" y="649496"/>
              <a:chExt cx="9280380" cy="1759405"/>
            </a:xfrm>
          </p:grpSpPr>
          <p:sp>
            <p:nvSpPr>
              <p:cNvPr id="380" name="Google Shape;380;p35"/>
              <p:cNvSpPr/>
              <p:nvPr/>
            </p:nvSpPr>
            <p:spPr>
              <a:xfrm rot="10800000">
                <a:off x="8886438" y="12095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5"/>
              <p:cNvSpPr/>
              <p:nvPr/>
            </p:nvSpPr>
            <p:spPr>
              <a:xfrm rot="10800000">
                <a:off x="8695083" y="6494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5"/>
              <p:cNvSpPr/>
              <p:nvPr/>
            </p:nvSpPr>
            <p:spPr>
              <a:xfrm rot="5400000">
                <a:off x="425209" y="19584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5"/>
              <p:cNvSpPr/>
              <p:nvPr/>
            </p:nvSpPr>
            <p:spPr>
              <a:xfrm rot="5400000">
                <a:off x="25375" y="1957600"/>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4" name="Google Shape;384;p35"/>
            <p:cNvGrpSpPr/>
            <p:nvPr/>
          </p:nvGrpSpPr>
          <p:grpSpPr>
            <a:xfrm>
              <a:off x="7280000" y="4709075"/>
              <a:ext cx="1111343" cy="1111343"/>
              <a:chOff x="8307725" y="278700"/>
              <a:chExt cx="1111343" cy="1111343"/>
            </a:xfrm>
          </p:grpSpPr>
          <p:sp>
            <p:nvSpPr>
              <p:cNvPr id="385" name="Google Shape;385;p35"/>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5"/>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7" name="Shape 387"/>
        <p:cNvGrpSpPr/>
        <p:nvPr/>
      </p:nvGrpSpPr>
      <p:grpSpPr>
        <a:xfrm>
          <a:off x="0" y="0"/>
          <a:ext cx="0" cy="0"/>
          <a:chOff x="0" y="0"/>
          <a:chExt cx="0" cy="0"/>
        </a:xfrm>
      </p:grpSpPr>
      <p:sp>
        <p:nvSpPr>
          <p:cNvPr id="388" name="Google Shape;388;p36"/>
          <p:cNvSpPr txBox="1"/>
          <p:nvPr>
            <p:ph type="title"/>
          </p:nvPr>
        </p:nvSpPr>
        <p:spPr>
          <a:xfrm>
            <a:off x="720000" y="4014450"/>
            <a:ext cx="7704000" cy="5727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389" name="Google Shape;389;p36"/>
          <p:cNvGrpSpPr/>
          <p:nvPr/>
        </p:nvGrpSpPr>
        <p:grpSpPr>
          <a:xfrm>
            <a:off x="-530043" y="-2869459"/>
            <a:ext cx="9459678" cy="5795406"/>
            <a:chOff x="-530043" y="-2869459"/>
            <a:chExt cx="9459678" cy="5795406"/>
          </a:xfrm>
        </p:grpSpPr>
        <p:grpSp>
          <p:nvGrpSpPr>
            <p:cNvPr id="390" name="Google Shape;390;p36"/>
            <p:cNvGrpSpPr/>
            <p:nvPr/>
          </p:nvGrpSpPr>
          <p:grpSpPr>
            <a:xfrm>
              <a:off x="-530043" y="-946454"/>
              <a:ext cx="2550619" cy="3872400"/>
              <a:chOff x="1857762" y="2762827"/>
              <a:chExt cx="2550619" cy="3872400"/>
            </a:xfrm>
          </p:grpSpPr>
          <p:cxnSp>
            <p:nvCxnSpPr>
              <p:cNvPr id="391" name="Google Shape;391;p36"/>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392" name="Google Shape;392;p36"/>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393" name="Google Shape;393;p36"/>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4" name="Google Shape;394;p36"/>
            <p:cNvGrpSpPr/>
            <p:nvPr/>
          </p:nvGrpSpPr>
          <p:grpSpPr>
            <a:xfrm flipH="1" rot="5400000">
              <a:off x="-1083007" y="-1247557"/>
              <a:ext cx="3859204" cy="615399"/>
              <a:chOff x="-6675" y="307100"/>
              <a:chExt cx="9140700" cy="4634025"/>
            </a:xfrm>
          </p:grpSpPr>
          <p:cxnSp>
            <p:nvCxnSpPr>
              <p:cNvPr id="395" name="Google Shape;395;p36"/>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96" name="Google Shape;396;p36"/>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97" name="Google Shape;397;p36"/>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98" name="Google Shape;398;p36"/>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99" name="Google Shape;399;p36"/>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00" name="Google Shape;400;p3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01" name="Google Shape;401;p3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02" name="Google Shape;402;p3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03" name="Google Shape;403;p3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04" name="Google Shape;404;p3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405" name="Google Shape;405;p36"/>
            <p:cNvGrpSpPr/>
            <p:nvPr/>
          </p:nvGrpSpPr>
          <p:grpSpPr>
            <a:xfrm>
              <a:off x="8248398" y="-1632737"/>
              <a:ext cx="681237" cy="3360485"/>
              <a:chOff x="8248398" y="-1632737"/>
              <a:chExt cx="681237" cy="3360485"/>
            </a:xfrm>
          </p:grpSpPr>
          <p:grpSp>
            <p:nvGrpSpPr>
              <p:cNvPr id="406" name="Google Shape;406;p36"/>
              <p:cNvGrpSpPr/>
              <p:nvPr/>
            </p:nvGrpSpPr>
            <p:grpSpPr>
              <a:xfrm flipH="1">
                <a:off x="8248398" y="-1632737"/>
                <a:ext cx="681217" cy="3360485"/>
                <a:chOff x="1337800" y="-2525590"/>
                <a:chExt cx="1498167" cy="7390555"/>
              </a:xfrm>
            </p:grpSpPr>
            <p:cxnSp>
              <p:nvCxnSpPr>
                <p:cNvPr id="407" name="Google Shape;407;p36"/>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408" name="Google Shape;408;p36"/>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409" name="Google Shape;409;p36"/>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0" name="Google Shape;410;p36"/>
              <p:cNvGrpSpPr/>
              <p:nvPr/>
            </p:nvGrpSpPr>
            <p:grpSpPr>
              <a:xfrm>
                <a:off x="8436314" y="360846"/>
                <a:ext cx="493321" cy="357312"/>
                <a:chOff x="1722354" y="229144"/>
                <a:chExt cx="1748743" cy="1266614"/>
              </a:xfrm>
            </p:grpSpPr>
            <p:sp>
              <p:nvSpPr>
                <p:cNvPr id="411" name="Google Shape;411;p3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413" name="Google Shape;413;p36"/>
          <p:cNvGrpSpPr/>
          <p:nvPr/>
        </p:nvGrpSpPr>
        <p:grpSpPr>
          <a:xfrm>
            <a:off x="-150883" y="1137478"/>
            <a:ext cx="9080518" cy="813868"/>
            <a:chOff x="-150883" y="1137478"/>
            <a:chExt cx="9080518" cy="813868"/>
          </a:xfrm>
        </p:grpSpPr>
        <p:sp>
          <p:nvSpPr>
            <p:cNvPr id="414" name="Google Shape;414;p36"/>
            <p:cNvSpPr/>
            <p:nvPr/>
          </p:nvSpPr>
          <p:spPr>
            <a:xfrm flipH="1" rot="5400000">
              <a:off x="49529" y="9370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36"/>
            <p:cNvSpPr/>
            <p:nvPr/>
          </p:nvSpPr>
          <p:spPr>
            <a:xfrm flipH="1">
              <a:off x="8889579" y="15104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6" name="Google Shape;416;p36"/>
          <p:cNvGrpSpPr/>
          <p:nvPr/>
        </p:nvGrpSpPr>
        <p:grpSpPr>
          <a:xfrm>
            <a:off x="-201759" y="1366772"/>
            <a:ext cx="9923303" cy="3117921"/>
            <a:chOff x="-201759" y="1366772"/>
            <a:chExt cx="9923303" cy="3117921"/>
          </a:xfrm>
        </p:grpSpPr>
        <p:grpSp>
          <p:nvGrpSpPr>
            <p:cNvPr id="417" name="Google Shape;417;p36"/>
            <p:cNvGrpSpPr/>
            <p:nvPr/>
          </p:nvGrpSpPr>
          <p:grpSpPr>
            <a:xfrm>
              <a:off x="8610200" y="3373350"/>
              <a:ext cx="1111343" cy="1111343"/>
              <a:chOff x="8307725" y="278700"/>
              <a:chExt cx="1111343" cy="1111343"/>
            </a:xfrm>
          </p:grpSpPr>
          <p:sp>
            <p:nvSpPr>
              <p:cNvPr id="418" name="Google Shape;418;p36"/>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6"/>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0" name="Google Shape;420;p36"/>
            <p:cNvGrpSpPr/>
            <p:nvPr/>
          </p:nvGrpSpPr>
          <p:grpSpPr>
            <a:xfrm flipH="1">
              <a:off x="8674231" y="1727755"/>
              <a:ext cx="247278" cy="1160061"/>
              <a:chOff x="1463894" y="1434556"/>
              <a:chExt cx="247278" cy="1160061"/>
            </a:xfrm>
          </p:grpSpPr>
          <p:sp>
            <p:nvSpPr>
              <p:cNvPr id="421" name="Google Shape;421;p36"/>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6"/>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3" name="Google Shape;423;p36"/>
            <p:cNvGrpSpPr/>
            <p:nvPr/>
          </p:nvGrpSpPr>
          <p:grpSpPr>
            <a:xfrm flipH="1" rot="5400000">
              <a:off x="254632" y="910381"/>
              <a:ext cx="247278" cy="1160061"/>
              <a:chOff x="1463894" y="1434556"/>
              <a:chExt cx="247278" cy="1160061"/>
            </a:xfrm>
          </p:grpSpPr>
          <p:sp>
            <p:nvSpPr>
              <p:cNvPr id="424" name="Google Shape;424;p36"/>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6"/>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426" name="Shape 42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427" name="Shape 427"/>
        <p:cNvGrpSpPr/>
        <p:nvPr/>
      </p:nvGrpSpPr>
      <p:grpSpPr>
        <a:xfrm>
          <a:off x="0" y="0"/>
          <a:ext cx="0" cy="0"/>
          <a:chOff x="0" y="0"/>
          <a:chExt cx="0" cy="0"/>
        </a:xfrm>
      </p:grpSpPr>
      <p:sp>
        <p:nvSpPr>
          <p:cNvPr id="428" name="Google Shape;428;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9" name="Google Shape;429;p38"/>
          <p:cNvSpPr txBox="1"/>
          <p:nvPr>
            <p:ph idx="1" type="subTitle"/>
          </p:nvPr>
        </p:nvSpPr>
        <p:spPr>
          <a:xfrm>
            <a:off x="720000" y="1067776"/>
            <a:ext cx="7704000" cy="87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grpSp>
        <p:nvGrpSpPr>
          <p:cNvPr id="430" name="Google Shape;430;p38"/>
          <p:cNvGrpSpPr/>
          <p:nvPr/>
        </p:nvGrpSpPr>
        <p:grpSpPr>
          <a:xfrm>
            <a:off x="248963" y="1017730"/>
            <a:ext cx="8980468" cy="3860779"/>
            <a:chOff x="248963" y="1017730"/>
            <a:chExt cx="8980468" cy="3860779"/>
          </a:xfrm>
        </p:grpSpPr>
        <p:sp>
          <p:nvSpPr>
            <p:cNvPr id="431" name="Google Shape;431;p38"/>
            <p:cNvSpPr/>
            <p:nvPr/>
          </p:nvSpPr>
          <p:spPr>
            <a:xfrm>
              <a:off x="422688" y="131788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38"/>
            <p:cNvSpPr/>
            <p:nvPr/>
          </p:nvSpPr>
          <p:spPr>
            <a:xfrm>
              <a:off x="248963" y="101773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3" name="Google Shape;433;p38"/>
            <p:cNvGrpSpPr/>
            <p:nvPr/>
          </p:nvGrpSpPr>
          <p:grpSpPr>
            <a:xfrm rot="-5400000">
              <a:off x="8742913" y="4391992"/>
              <a:ext cx="206891" cy="766144"/>
              <a:chOff x="8650702" y="3525402"/>
              <a:chExt cx="206891" cy="766144"/>
            </a:xfrm>
          </p:grpSpPr>
          <p:sp>
            <p:nvSpPr>
              <p:cNvPr id="434" name="Google Shape;434;p38"/>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8"/>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36" name="Google Shape;436;p38"/>
          <p:cNvGrpSpPr/>
          <p:nvPr/>
        </p:nvGrpSpPr>
        <p:grpSpPr>
          <a:xfrm>
            <a:off x="250498" y="1721188"/>
            <a:ext cx="8259949" cy="2990485"/>
            <a:chOff x="250498" y="1721188"/>
            <a:chExt cx="8259949" cy="2990485"/>
          </a:xfrm>
        </p:grpSpPr>
        <p:sp>
          <p:nvSpPr>
            <p:cNvPr id="437" name="Google Shape;437;p38"/>
            <p:cNvSpPr/>
            <p:nvPr/>
          </p:nvSpPr>
          <p:spPr>
            <a:xfrm rot="10800000">
              <a:off x="250498" y="17211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38"/>
            <p:cNvSpPr/>
            <p:nvPr/>
          </p:nvSpPr>
          <p:spPr>
            <a:xfrm rot="-5400000">
              <a:off x="8269979" y="4471205"/>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9" name="Google Shape;439;p38"/>
          <p:cNvGrpSpPr/>
          <p:nvPr/>
        </p:nvGrpSpPr>
        <p:grpSpPr>
          <a:xfrm>
            <a:off x="-2218609" y="-174950"/>
            <a:ext cx="12004520" cy="8522877"/>
            <a:chOff x="-2218609" y="-174950"/>
            <a:chExt cx="12004520" cy="8522877"/>
          </a:xfrm>
        </p:grpSpPr>
        <p:sp>
          <p:nvSpPr>
            <p:cNvPr id="440" name="Google Shape;440;p38"/>
            <p:cNvSpPr/>
            <p:nvPr/>
          </p:nvSpPr>
          <p:spPr>
            <a:xfrm>
              <a:off x="-2218609" y="-174950"/>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441" name="Google Shape;441;p38"/>
            <p:cNvGrpSpPr/>
            <p:nvPr/>
          </p:nvGrpSpPr>
          <p:grpSpPr>
            <a:xfrm flipH="1" rot="-5400000">
              <a:off x="7449713" y="4739627"/>
              <a:ext cx="493321" cy="357312"/>
              <a:chOff x="1722354" y="229144"/>
              <a:chExt cx="1748743" cy="1266614"/>
            </a:xfrm>
          </p:grpSpPr>
          <p:sp>
            <p:nvSpPr>
              <p:cNvPr id="442" name="Google Shape;442;p3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3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4" name="Google Shape;444;p38"/>
            <p:cNvSpPr/>
            <p:nvPr/>
          </p:nvSpPr>
          <p:spPr>
            <a:xfrm flipH="1" rot="10800000">
              <a:off x="8147148" y="2028637"/>
              <a:ext cx="1521858" cy="631929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nvGrpSpPr>
            <p:cNvPr id="445" name="Google Shape;445;p38"/>
            <p:cNvGrpSpPr/>
            <p:nvPr/>
          </p:nvGrpSpPr>
          <p:grpSpPr>
            <a:xfrm flipH="1">
              <a:off x="8820653" y="3237867"/>
              <a:ext cx="965258" cy="273510"/>
              <a:chOff x="-6675" y="2881558"/>
              <a:chExt cx="9140700" cy="2059567"/>
            </a:xfrm>
          </p:grpSpPr>
          <p:cxnSp>
            <p:nvCxnSpPr>
              <p:cNvPr id="446" name="Google Shape;446;p3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47" name="Google Shape;447;p3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48" name="Google Shape;448;p3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49" name="Google Shape;449;p3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50" name="Google Shape;450;p3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sp>
        <p:nvSpPr>
          <p:cNvPr id="451" name="Google Shape;451;p3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_1">
    <p:spTree>
      <p:nvGrpSpPr>
        <p:cNvPr id="452" name="Shape 452"/>
        <p:cNvGrpSpPr/>
        <p:nvPr/>
      </p:nvGrpSpPr>
      <p:grpSpPr>
        <a:xfrm>
          <a:off x="0" y="0"/>
          <a:ext cx="0" cy="0"/>
          <a:chOff x="0" y="0"/>
          <a:chExt cx="0" cy="0"/>
        </a:xfrm>
      </p:grpSpPr>
      <p:sp>
        <p:nvSpPr>
          <p:cNvPr id="453" name="Google Shape;453;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4" name="Google Shape;454;p39"/>
          <p:cNvSpPr txBox="1"/>
          <p:nvPr>
            <p:ph idx="1" type="subTitle"/>
          </p:nvPr>
        </p:nvSpPr>
        <p:spPr>
          <a:xfrm>
            <a:off x="720000" y="1150950"/>
            <a:ext cx="7704000" cy="29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Font typeface="Nunito Light"/>
              <a:buChar char="○"/>
              <a:defRPr/>
            </a:lvl2pPr>
            <a:lvl3pPr lvl="2" algn="ctr">
              <a:lnSpc>
                <a:spcPct val="100000"/>
              </a:lnSpc>
              <a:spcBef>
                <a:spcPts val="0"/>
              </a:spcBef>
              <a:spcAft>
                <a:spcPts val="0"/>
              </a:spcAft>
              <a:buSzPts val="1200"/>
              <a:buFont typeface="Nunito Light"/>
              <a:buChar char="■"/>
              <a:defRPr/>
            </a:lvl3pPr>
            <a:lvl4pPr lvl="3" algn="ctr">
              <a:lnSpc>
                <a:spcPct val="100000"/>
              </a:lnSpc>
              <a:spcBef>
                <a:spcPts val="0"/>
              </a:spcBef>
              <a:spcAft>
                <a:spcPts val="0"/>
              </a:spcAft>
              <a:buSzPts val="1200"/>
              <a:buFont typeface="Nunito Light"/>
              <a:buChar char="●"/>
              <a:defRPr/>
            </a:lvl4pPr>
            <a:lvl5pPr lvl="4" algn="ctr">
              <a:lnSpc>
                <a:spcPct val="100000"/>
              </a:lnSpc>
              <a:spcBef>
                <a:spcPts val="0"/>
              </a:spcBef>
              <a:spcAft>
                <a:spcPts val="0"/>
              </a:spcAft>
              <a:buSzPts val="1200"/>
              <a:buFont typeface="Nunito Light"/>
              <a:buChar char="○"/>
              <a:defRPr/>
            </a:lvl5pPr>
            <a:lvl6pPr lvl="5" algn="ctr">
              <a:lnSpc>
                <a:spcPct val="100000"/>
              </a:lnSpc>
              <a:spcBef>
                <a:spcPts val="0"/>
              </a:spcBef>
              <a:spcAft>
                <a:spcPts val="0"/>
              </a:spcAft>
              <a:buSzPts val="1200"/>
              <a:buFont typeface="Nunito Light"/>
              <a:buChar char="■"/>
              <a:defRPr/>
            </a:lvl6pPr>
            <a:lvl7pPr lvl="6" algn="ctr">
              <a:lnSpc>
                <a:spcPct val="100000"/>
              </a:lnSpc>
              <a:spcBef>
                <a:spcPts val="0"/>
              </a:spcBef>
              <a:spcAft>
                <a:spcPts val="0"/>
              </a:spcAft>
              <a:buSzPts val="1200"/>
              <a:buFont typeface="Nunito Light"/>
              <a:buChar char="●"/>
              <a:defRPr/>
            </a:lvl7pPr>
            <a:lvl8pPr lvl="7" algn="ctr">
              <a:lnSpc>
                <a:spcPct val="100000"/>
              </a:lnSpc>
              <a:spcBef>
                <a:spcPts val="0"/>
              </a:spcBef>
              <a:spcAft>
                <a:spcPts val="0"/>
              </a:spcAft>
              <a:buSzPts val="1200"/>
              <a:buFont typeface="Nunito Light"/>
              <a:buChar char="○"/>
              <a:defRPr/>
            </a:lvl8pPr>
            <a:lvl9pPr lvl="8" algn="ctr">
              <a:lnSpc>
                <a:spcPct val="100000"/>
              </a:lnSpc>
              <a:spcBef>
                <a:spcPts val="0"/>
              </a:spcBef>
              <a:spcAft>
                <a:spcPts val="0"/>
              </a:spcAft>
              <a:buSzPts val="1200"/>
              <a:buFont typeface="Nunito Light"/>
              <a:buChar char="■"/>
              <a:defRPr/>
            </a:lvl9pPr>
          </a:lstStyle>
          <a:p/>
        </p:txBody>
      </p:sp>
      <p:grpSp>
        <p:nvGrpSpPr>
          <p:cNvPr id="455" name="Google Shape;455;p39"/>
          <p:cNvGrpSpPr/>
          <p:nvPr/>
        </p:nvGrpSpPr>
        <p:grpSpPr>
          <a:xfrm>
            <a:off x="8393651" y="-1627766"/>
            <a:ext cx="614899" cy="2881846"/>
            <a:chOff x="1337784" y="-2525559"/>
            <a:chExt cx="1352318" cy="6337908"/>
          </a:xfrm>
        </p:grpSpPr>
        <p:cxnSp>
          <p:nvCxnSpPr>
            <p:cNvPr id="456" name="Google Shape;456;p39"/>
            <p:cNvCxnSpPr/>
            <p:nvPr/>
          </p:nvCxnSpPr>
          <p:spPr>
            <a:xfrm rot="10800000">
              <a:off x="1337784" y="-2525559"/>
              <a:ext cx="0" cy="4990500"/>
            </a:xfrm>
            <a:prstGeom prst="straightConnector1">
              <a:avLst/>
            </a:prstGeom>
            <a:noFill/>
            <a:ln cap="flat" cmpd="sng" w="9525">
              <a:solidFill>
                <a:schemeClr val="accent2"/>
              </a:solidFill>
              <a:prstDash val="solid"/>
              <a:round/>
              <a:headEnd len="sm" w="sm" type="none"/>
              <a:tailEnd len="sm" w="sm" type="none"/>
            </a:ln>
          </p:spPr>
        </p:cxnSp>
        <p:cxnSp>
          <p:nvCxnSpPr>
            <p:cNvPr id="457" name="Google Shape;457;p39"/>
            <p:cNvCxnSpPr/>
            <p:nvPr/>
          </p:nvCxnSpPr>
          <p:spPr>
            <a:xfrm>
              <a:off x="1337784" y="2466654"/>
              <a:ext cx="984900" cy="970200"/>
            </a:xfrm>
            <a:prstGeom prst="straightConnector1">
              <a:avLst/>
            </a:prstGeom>
            <a:noFill/>
            <a:ln cap="flat" cmpd="sng" w="9525">
              <a:solidFill>
                <a:schemeClr val="accent2"/>
              </a:solidFill>
              <a:prstDash val="solid"/>
              <a:round/>
              <a:headEnd len="sm" w="sm" type="none"/>
              <a:tailEnd len="sm" w="sm" type="none"/>
            </a:ln>
          </p:spPr>
        </p:cxnSp>
        <p:sp>
          <p:nvSpPr>
            <p:cNvPr id="458" name="Google Shape;458;p39"/>
            <p:cNvSpPr/>
            <p:nvPr/>
          </p:nvSpPr>
          <p:spPr>
            <a:xfrm rot="5400000">
              <a:off x="2266990" y="3389237"/>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9" name="Google Shape;459;p39"/>
          <p:cNvGrpSpPr/>
          <p:nvPr/>
        </p:nvGrpSpPr>
        <p:grpSpPr>
          <a:xfrm>
            <a:off x="6485555" y="4129788"/>
            <a:ext cx="269696" cy="1209439"/>
            <a:chOff x="6933883" y="3613321"/>
            <a:chExt cx="269696" cy="1209439"/>
          </a:xfrm>
        </p:grpSpPr>
        <p:sp>
          <p:nvSpPr>
            <p:cNvPr id="460" name="Google Shape;460;p39"/>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9"/>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2" name="Google Shape;462;p39"/>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3" name="Shape 463"/>
        <p:cNvGrpSpPr/>
        <p:nvPr/>
      </p:nvGrpSpPr>
      <p:grpSpPr>
        <a:xfrm>
          <a:off x="0" y="0"/>
          <a:ext cx="0" cy="0"/>
          <a:chOff x="0" y="0"/>
          <a:chExt cx="0" cy="0"/>
        </a:xfrm>
      </p:grpSpPr>
      <p:sp>
        <p:nvSpPr>
          <p:cNvPr id="464" name="Google Shape;464;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465" name="Google Shape;465;p40"/>
          <p:cNvSpPr txBox="1"/>
          <p:nvPr>
            <p:ph idx="1" type="subTitle"/>
          </p:nvPr>
        </p:nvSpPr>
        <p:spPr>
          <a:xfrm>
            <a:off x="1182950" y="1729925"/>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6" name="Google Shape;466;p40"/>
          <p:cNvSpPr txBox="1"/>
          <p:nvPr>
            <p:ph idx="2" type="subTitle"/>
          </p:nvPr>
        </p:nvSpPr>
        <p:spPr>
          <a:xfrm>
            <a:off x="3580856"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7" name="Google Shape;467;p40"/>
          <p:cNvSpPr txBox="1"/>
          <p:nvPr>
            <p:ph idx="3" type="subTitle"/>
          </p:nvPr>
        </p:nvSpPr>
        <p:spPr>
          <a:xfrm>
            <a:off x="11829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8" name="Google Shape;468;p40"/>
          <p:cNvSpPr txBox="1"/>
          <p:nvPr>
            <p:ph idx="4" type="subTitle"/>
          </p:nvPr>
        </p:nvSpPr>
        <p:spPr>
          <a:xfrm>
            <a:off x="357900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9" name="Google Shape;469;p40"/>
          <p:cNvSpPr txBox="1"/>
          <p:nvPr>
            <p:ph idx="5" type="subTitle"/>
          </p:nvPr>
        </p:nvSpPr>
        <p:spPr>
          <a:xfrm>
            <a:off x="5975050"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0" name="Google Shape;470;p40"/>
          <p:cNvSpPr txBox="1"/>
          <p:nvPr>
            <p:ph idx="6" type="subTitle"/>
          </p:nvPr>
        </p:nvSpPr>
        <p:spPr>
          <a:xfrm>
            <a:off x="59750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1" name="Google Shape;471;p40"/>
          <p:cNvSpPr txBox="1"/>
          <p:nvPr>
            <p:ph idx="7" type="subTitle"/>
          </p:nvPr>
        </p:nvSpPr>
        <p:spPr>
          <a:xfrm>
            <a:off x="1190750" y="1396451"/>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2" name="Google Shape;472;p40"/>
          <p:cNvSpPr txBox="1"/>
          <p:nvPr>
            <p:ph idx="8" type="subTitle"/>
          </p:nvPr>
        </p:nvSpPr>
        <p:spPr>
          <a:xfrm>
            <a:off x="3584756"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3" name="Google Shape;473;p40"/>
          <p:cNvSpPr txBox="1"/>
          <p:nvPr>
            <p:ph idx="9" type="subTitle"/>
          </p:nvPr>
        </p:nvSpPr>
        <p:spPr>
          <a:xfrm>
            <a:off x="5978950"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4" name="Google Shape;474;p40"/>
          <p:cNvSpPr txBox="1"/>
          <p:nvPr>
            <p:ph idx="13" type="subTitle"/>
          </p:nvPr>
        </p:nvSpPr>
        <p:spPr>
          <a:xfrm>
            <a:off x="1182950" y="3082550"/>
            <a:ext cx="19860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5" name="Google Shape;475;p40"/>
          <p:cNvSpPr txBox="1"/>
          <p:nvPr>
            <p:ph idx="14" type="subTitle"/>
          </p:nvPr>
        </p:nvSpPr>
        <p:spPr>
          <a:xfrm>
            <a:off x="358475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6" name="Google Shape;476;p40"/>
          <p:cNvSpPr txBox="1"/>
          <p:nvPr>
            <p:ph idx="15" type="subTitle"/>
          </p:nvPr>
        </p:nvSpPr>
        <p:spPr>
          <a:xfrm>
            <a:off x="597894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77" name="Google Shape;477;p40"/>
          <p:cNvGrpSpPr/>
          <p:nvPr/>
        </p:nvGrpSpPr>
        <p:grpSpPr>
          <a:xfrm>
            <a:off x="-173589" y="2054902"/>
            <a:ext cx="8977957" cy="875138"/>
            <a:chOff x="-173589" y="2054902"/>
            <a:chExt cx="8977957" cy="875138"/>
          </a:xfrm>
        </p:grpSpPr>
        <p:sp>
          <p:nvSpPr>
            <p:cNvPr id="478" name="Google Shape;478;p40"/>
            <p:cNvSpPr/>
            <p:nvPr/>
          </p:nvSpPr>
          <p:spPr>
            <a:xfrm flipH="1" rot="-5400000">
              <a:off x="157300" y="26709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0"/>
            <p:cNvSpPr/>
            <p:nvPr/>
          </p:nvSpPr>
          <p:spPr>
            <a:xfrm flipH="1" rot="-5400000">
              <a:off x="42350" y="24235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0" name="Google Shape;480;p40"/>
            <p:cNvGrpSpPr/>
            <p:nvPr/>
          </p:nvGrpSpPr>
          <p:grpSpPr>
            <a:xfrm flipH="1" rot="10800000">
              <a:off x="8597477" y="2054902"/>
              <a:ext cx="206891" cy="766144"/>
              <a:chOff x="8650702" y="3525402"/>
              <a:chExt cx="206891" cy="766144"/>
            </a:xfrm>
          </p:grpSpPr>
          <p:sp>
            <p:nvSpPr>
              <p:cNvPr id="481" name="Google Shape;481;p40"/>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0"/>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83" name="Google Shape;483;p40"/>
          <p:cNvGrpSpPr/>
          <p:nvPr/>
        </p:nvGrpSpPr>
        <p:grpSpPr>
          <a:xfrm>
            <a:off x="756786" y="700836"/>
            <a:ext cx="8183234" cy="4589198"/>
            <a:chOff x="756786" y="700836"/>
            <a:chExt cx="8183234" cy="4589198"/>
          </a:xfrm>
        </p:grpSpPr>
        <p:sp>
          <p:nvSpPr>
            <p:cNvPr id="484" name="Google Shape;484;p40"/>
            <p:cNvSpPr/>
            <p:nvPr/>
          </p:nvSpPr>
          <p:spPr>
            <a:xfrm flipH="1">
              <a:off x="756786" y="484915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0"/>
            <p:cNvSpPr/>
            <p:nvPr/>
          </p:nvSpPr>
          <p:spPr>
            <a:xfrm flipH="1" rot="10800000">
              <a:off x="8899964" y="700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6" name="Google Shape;486;p40"/>
          <p:cNvGrpSpPr/>
          <p:nvPr/>
        </p:nvGrpSpPr>
        <p:grpSpPr>
          <a:xfrm>
            <a:off x="-418722" y="-549400"/>
            <a:ext cx="9906876" cy="5811597"/>
            <a:chOff x="-418722" y="-549400"/>
            <a:chExt cx="9906876" cy="5811597"/>
          </a:xfrm>
        </p:grpSpPr>
        <p:grpSp>
          <p:nvGrpSpPr>
            <p:cNvPr id="487" name="Google Shape;487;p40"/>
            <p:cNvGrpSpPr/>
            <p:nvPr/>
          </p:nvGrpSpPr>
          <p:grpSpPr>
            <a:xfrm flipH="1" rot="10800000">
              <a:off x="8269288" y="182196"/>
              <a:ext cx="493321" cy="357312"/>
              <a:chOff x="1722354" y="229144"/>
              <a:chExt cx="1748743" cy="1266614"/>
            </a:xfrm>
          </p:grpSpPr>
          <p:sp>
            <p:nvSpPr>
              <p:cNvPr id="488" name="Google Shape;488;p4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0" name="Google Shape;490;p40"/>
            <p:cNvGrpSpPr/>
            <p:nvPr/>
          </p:nvGrpSpPr>
          <p:grpSpPr>
            <a:xfrm rot="10800000">
              <a:off x="-418722" y="3973294"/>
              <a:ext cx="965258" cy="273510"/>
              <a:chOff x="-6675" y="2881558"/>
              <a:chExt cx="9140700" cy="2059567"/>
            </a:xfrm>
          </p:grpSpPr>
          <p:cxnSp>
            <p:nvCxnSpPr>
              <p:cNvPr id="491" name="Google Shape;491;p4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92" name="Google Shape;492;p4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93" name="Google Shape;493;p4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94" name="Google Shape;494;p4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495" name="Google Shape;495;p4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496" name="Google Shape;496;p40"/>
            <p:cNvSpPr/>
            <p:nvPr/>
          </p:nvSpPr>
          <p:spPr>
            <a:xfrm flipH="1" rot="-5400000">
              <a:off x="-642564" y="4073091"/>
              <a:ext cx="2068124" cy="310088"/>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497" name="Google Shape;497;p40"/>
            <p:cNvSpPr/>
            <p:nvPr/>
          </p:nvSpPr>
          <p:spPr>
            <a:xfrm flipH="1">
              <a:off x="8573201" y="-549400"/>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498" name="Google Shape;498;p40"/>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99" name="Shape 499"/>
        <p:cNvGrpSpPr/>
        <p:nvPr/>
      </p:nvGrpSpPr>
      <p:grpSpPr>
        <a:xfrm>
          <a:off x="0" y="0"/>
          <a:ext cx="0" cy="0"/>
          <a:chOff x="0" y="0"/>
          <a:chExt cx="0" cy="0"/>
        </a:xfrm>
      </p:grpSpPr>
      <p:sp>
        <p:nvSpPr>
          <p:cNvPr id="500" name="Google Shape;500;p41"/>
          <p:cNvSpPr txBox="1"/>
          <p:nvPr>
            <p:ph type="title"/>
          </p:nvPr>
        </p:nvSpPr>
        <p:spPr>
          <a:xfrm>
            <a:off x="1022225" y="2965495"/>
            <a:ext cx="3382500" cy="7689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501" name="Google Shape;501;p41"/>
          <p:cNvSpPr txBox="1"/>
          <p:nvPr>
            <p:ph idx="1" type="subTitle"/>
          </p:nvPr>
        </p:nvSpPr>
        <p:spPr>
          <a:xfrm>
            <a:off x="1022225"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502" name="Google Shape;502;p41"/>
          <p:cNvSpPr txBox="1"/>
          <p:nvPr>
            <p:ph idx="2" type="title"/>
          </p:nvPr>
        </p:nvSpPr>
        <p:spPr>
          <a:xfrm>
            <a:off x="3035252" y="1320175"/>
            <a:ext cx="3382500" cy="7689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503" name="Google Shape;503;p41"/>
          <p:cNvSpPr txBox="1"/>
          <p:nvPr>
            <p:ph idx="3" type="subTitle"/>
          </p:nvPr>
        </p:nvSpPr>
        <p:spPr>
          <a:xfrm>
            <a:off x="3035252" y="2095118"/>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504" name="Google Shape;504;p41"/>
          <p:cNvSpPr txBox="1"/>
          <p:nvPr>
            <p:ph idx="4" type="title"/>
          </p:nvPr>
        </p:nvSpPr>
        <p:spPr>
          <a:xfrm>
            <a:off x="5048280" y="2965495"/>
            <a:ext cx="3382500" cy="768900"/>
          </a:xfrm>
          <a:prstGeom prst="rect">
            <a:avLst/>
          </a:prstGeom>
          <a:solidFill>
            <a:srgbClr val="FFFFFF">
              <a:alpha val="6666"/>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505" name="Google Shape;505;p41"/>
          <p:cNvSpPr txBox="1"/>
          <p:nvPr>
            <p:ph idx="5" type="subTitle"/>
          </p:nvPr>
        </p:nvSpPr>
        <p:spPr>
          <a:xfrm>
            <a:off x="5048280"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506" name="Google Shape;506;p41"/>
          <p:cNvSpPr/>
          <p:nvPr/>
        </p:nvSpPr>
        <p:spPr>
          <a:xfrm rot="5400000">
            <a:off x="9120511" y="6970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7" name="Google Shape;507;p41"/>
          <p:cNvGrpSpPr/>
          <p:nvPr/>
        </p:nvGrpSpPr>
        <p:grpSpPr>
          <a:xfrm>
            <a:off x="-739800" y="415860"/>
            <a:ext cx="10142603" cy="2150258"/>
            <a:chOff x="-739800" y="415860"/>
            <a:chExt cx="10142603" cy="2150258"/>
          </a:xfrm>
        </p:grpSpPr>
        <p:grpSp>
          <p:nvGrpSpPr>
            <p:cNvPr id="508" name="Google Shape;508;p41"/>
            <p:cNvGrpSpPr/>
            <p:nvPr/>
          </p:nvGrpSpPr>
          <p:grpSpPr>
            <a:xfrm rot="5400000">
              <a:off x="8699133" y="-40531"/>
              <a:ext cx="247278" cy="1160061"/>
              <a:chOff x="1463894" y="1434556"/>
              <a:chExt cx="247278" cy="1160061"/>
            </a:xfrm>
          </p:grpSpPr>
          <p:sp>
            <p:nvSpPr>
              <p:cNvPr id="509" name="Google Shape;509;p41"/>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1"/>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1" name="Google Shape;511;p41"/>
            <p:cNvGrpSpPr/>
            <p:nvPr/>
          </p:nvGrpSpPr>
          <p:grpSpPr>
            <a:xfrm>
              <a:off x="-739800" y="1454775"/>
              <a:ext cx="1111343" cy="1111343"/>
              <a:chOff x="8307725" y="278700"/>
              <a:chExt cx="1111343" cy="1111343"/>
            </a:xfrm>
          </p:grpSpPr>
          <p:sp>
            <p:nvSpPr>
              <p:cNvPr id="512" name="Google Shape;512;p4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14" name="Google Shape;514;p41"/>
          <p:cNvGrpSpPr/>
          <p:nvPr/>
        </p:nvGrpSpPr>
        <p:grpSpPr>
          <a:xfrm>
            <a:off x="-1303829" y="-3621215"/>
            <a:ext cx="10223939" cy="10252965"/>
            <a:chOff x="-1340979" y="-3183302"/>
            <a:chExt cx="10223939" cy="10252965"/>
          </a:xfrm>
        </p:grpSpPr>
        <p:grpSp>
          <p:nvGrpSpPr>
            <p:cNvPr id="515" name="Google Shape;515;p41"/>
            <p:cNvGrpSpPr/>
            <p:nvPr/>
          </p:nvGrpSpPr>
          <p:grpSpPr>
            <a:xfrm>
              <a:off x="1836073" y="2152995"/>
              <a:ext cx="7046887" cy="4916668"/>
              <a:chOff x="1836073" y="2152995"/>
              <a:chExt cx="7046887" cy="4916668"/>
            </a:xfrm>
          </p:grpSpPr>
          <p:grpSp>
            <p:nvGrpSpPr>
              <p:cNvPr id="516" name="Google Shape;516;p41"/>
              <p:cNvGrpSpPr/>
              <p:nvPr/>
            </p:nvGrpSpPr>
            <p:grpSpPr>
              <a:xfrm rot="10800000">
                <a:off x="8201743" y="2152995"/>
                <a:ext cx="681217" cy="3360485"/>
                <a:chOff x="1337800" y="-2525590"/>
                <a:chExt cx="1498167" cy="7390555"/>
              </a:xfrm>
            </p:grpSpPr>
            <p:cxnSp>
              <p:nvCxnSpPr>
                <p:cNvPr id="517" name="Google Shape;517;p4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518" name="Google Shape;518;p4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519" name="Google Shape;519;p4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0" name="Google Shape;520;p41"/>
              <p:cNvGrpSpPr/>
              <p:nvPr/>
            </p:nvGrpSpPr>
            <p:grpSpPr>
              <a:xfrm flipH="1" rot="5400000">
                <a:off x="2496963" y="3858153"/>
                <a:ext cx="2550619" cy="3872400"/>
                <a:chOff x="1857762" y="2762827"/>
                <a:chExt cx="2550619" cy="3872400"/>
              </a:xfrm>
            </p:grpSpPr>
            <p:cxnSp>
              <p:nvCxnSpPr>
                <p:cNvPr id="521" name="Google Shape;521;p41"/>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522" name="Google Shape;522;p41"/>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523" name="Google Shape;523;p41"/>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24" name="Google Shape;524;p41"/>
            <p:cNvSpPr/>
            <p:nvPr/>
          </p:nvSpPr>
          <p:spPr>
            <a:xfrm flipH="1" rot="-5400000">
              <a:off x="229850" y="-2095662"/>
              <a:ext cx="1197198" cy="4338856"/>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525" name="Google Shape;525;p41"/>
            <p:cNvGrpSpPr/>
            <p:nvPr/>
          </p:nvGrpSpPr>
          <p:grpSpPr>
            <a:xfrm rot="-5400000">
              <a:off x="1113139" y="743908"/>
              <a:ext cx="493321" cy="357312"/>
              <a:chOff x="1722354" y="229144"/>
              <a:chExt cx="1748743" cy="1266614"/>
            </a:xfrm>
          </p:grpSpPr>
          <p:sp>
            <p:nvSpPr>
              <p:cNvPr id="526" name="Google Shape;526;p4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8" name="Google Shape;528;p41"/>
            <p:cNvGrpSpPr/>
            <p:nvPr/>
          </p:nvGrpSpPr>
          <p:grpSpPr>
            <a:xfrm rot="5400000">
              <a:off x="-1009100" y="-1561400"/>
              <a:ext cx="3859204" cy="615399"/>
              <a:chOff x="-6675" y="307100"/>
              <a:chExt cx="9140700" cy="4634025"/>
            </a:xfrm>
          </p:grpSpPr>
          <p:cxnSp>
            <p:nvCxnSpPr>
              <p:cNvPr id="529" name="Google Shape;529;p41"/>
              <p:cNvCxnSpPr/>
              <p:nvPr/>
            </p:nvCxnSpPr>
            <p:spPr>
              <a:xfrm>
                <a:off x="-6675" y="30710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0" name="Google Shape;530;p41"/>
              <p:cNvCxnSpPr/>
              <p:nvPr/>
            </p:nvCxnSpPr>
            <p:spPr>
              <a:xfrm>
                <a:off x="-6675" y="133688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1" name="Google Shape;531;p41"/>
              <p:cNvCxnSpPr/>
              <p:nvPr/>
            </p:nvCxnSpPr>
            <p:spPr>
              <a:xfrm>
                <a:off x="-6675" y="82199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2" name="Google Shape;532;p41"/>
              <p:cNvCxnSpPr/>
              <p:nvPr/>
            </p:nvCxnSpPr>
            <p:spPr>
              <a:xfrm>
                <a:off x="-6675" y="1851775"/>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3" name="Google Shape;533;p41"/>
              <p:cNvCxnSpPr/>
              <p:nvPr/>
            </p:nvCxnSpPr>
            <p:spPr>
              <a:xfrm>
                <a:off x="-6675" y="2366667"/>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4" name="Google Shape;534;p41"/>
              <p:cNvCxnSpPr/>
              <p:nvPr/>
            </p:nvCxnSpPr>
            <p:spPr>
              <a:xfrm>
                <a:off x="-6675" y="2881558"/>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5" name="Google Shape;535;p41"/>
              <p:cNvCxnSpPr/>
              <p:nvPr/>
            </p:nvCxnSpPr>
            <p:spPr>
              <a:xfrm>
                <a:off x="-6675" y="339645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6" name="Google Shape;536;p41"/>
              <p:cNvCxnSpPr/>
              <p:nvPr/>
            </p:nvCxnSpPr>
            <p:spPr>
              <a:xfrm>
                <a:off x="-6675" y="391134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7" name="Google Shape;537;p41"/>
              <p:cNvCxnSpPr/>
              <p:nvPr/>
            </p:nvCxnSpPr>
            <p:spPr>
              <a:xfrm>
                <a:off x="-6675" y="442623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538" name="Google Shape;538;p41"/>
              <p:cNvCxnSpPr/>
              <p:nvPr/>
            </p:nvCxnSpPr>
            <p:spPr>
              <a:xfrm>
                <a:off x="-6675" y="4941125"/>
                <a:ext cx="9140700" cy="0"/>
              </a:xfrm>
              <a:prstGeom prst="straightConnector1">
                <a:avLst/>
              </a:prstGeom>
              <a:noFill/>
              <a:ln cap="flat" cmpd="sng" w="9525">
                <a:solidFill>
                  <a:schemeClr val="accent2"/>
                </a:solidFill>
                <a:prstDash val="solid"/>
                <a:round/>
                <a:headEnd len="sm" w="sm" type="none"/>
                <a:tailEnd len="sm" w="sm"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39" name="Shape 539"/>
        <p:cNvGrpSpPr/>
        <p:nvPr/>
      </p:nvGrpSpPr>
      <p:grpSpPr>
        <a:xfrm>
          <a:off x="0" y="0"/>
          <a:ext cx="0" cy="0"/>
          <a:chOff x="0" y="0"/>
          <a:chExt cx="0" cy="0"/>
        </a:xfrm>
      </p:grpSpPr>
      <p:sp>
        <p:nvSpPr>
          <p:cNvPr id="540" name="Google Shape;540;p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41" name="Google Shape;541;p42"/>
          <p:cNvGrpSpPr/>
          <p:nvPr/>
        </p:nvGrpSpPr>
        <p:grpSpPr>
          <a:xfrm>
            <a:off x="998300" y="1868336"/>
            <a:ext cx="7850818" cy="2922793"/>
            <a:chOff x="998300" y="1868336"/>
            <a:chExt cx="7850818" cy="2922793"/>
          </a:xfrm>
        </p:grpSpPr>
        <p:sp>
          <p:nvSpPr>
            <p:cNvPr id="542" name="Google Shape;542;p42"/>
            <p:cNvSpPr/>
            <p:nvPr/>
          </p:nvSpPr>
          <p:spPr>
            <a:xfrm rot="10800000">
              <a:off x="8809062" y="18683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2"/>
            <p:cNvSpPr/>
            <p:nvPr/>
          </p:nvSpPr>
          <p:spPr>
            <a:xfrm rot="5400000">
              <a:off x="1198712" y="4550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4" name="Google Shape;544;p42"/>
          <p:cNvGrpSpPr/>
          <p:nvPr/>
        </p:nvGrpSpPr>
        <p:grpSpPr>
          <a:xfrm>
            <a:off x="1588038" y="2433589"/>
            <a:ext cx="7438818" cy="2528056"/>
            <a:chOff x="1588038" y="2433589"/>
            <a:chExt cx="7438818" cy="2528056"/>
          </a:xfrm>
        </p:grpSpPr>
        <p:grpSp>
          <p:nvGrpSpPr>
            <p:cNvPr id="545" name="Google Shape;545;p42"/>
            <p:cNvGrpSpPr/>
            <p:nvPr/>
          </p:nvGrpSpPr>
          <p:grpSpPr>
            <a:xfrm>
              <a:off x="8849114" y="2433589"/>
              <a:ext cx="177741" cy="1555069"/>
              <a:chOff x="8535452" y="862252"/>
              <a:chExt cx="177741" cy="1555069"/>
            </a:xfrm>
          </p:grpSpPr>
          <p:sp>
            <p:nvSpPr>
              <p:cNvPr id="546" name="Google Shape;546;p42"/>
              <p:cNvSpPr/>
              <p:nvPr/>
            </p:nvSpPr>
            <p:spPr>
              <a:xfrm rot="10800000">
                <a:off x="8670077" y="862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2"/>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8" name="Google Shape;548;p42"/>
            <p:cNvGrpSpPr/>
            <p:nvPr/>
          </p:nvGrpSpPr>
          <p:grpSpPr>
            <a:xfrm rot="5400000">
              <a:off x="1804739" y="4491002"/>
              <a:ext cx="253941" cy="687344"/>
              <a:chOff x="8459252" y="1335702"/>
              <a:chExt cx="253941" cy="687344"/>
            </a:xfrm>
          </p:grpSpPr>
          <p:sp>
            <p:nvSpPr>
              <p:cNvPr id="549" name="Google Shape;549;p42"/>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2"/>
              <p:cNvSpPr/>
              <p:nvPr/>
            </p:nvSpPr>
            <p:spPr>
              <a:xfrm rot="10800000">
                <a:off x="84592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51" name="Google Shape;551;p42"/>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2" name="Google Shape;552;p42"/>
          <p:cNvGrpSpPr/>
          <p:nvPr/>
        </p:nvGrpSpPr>
        <p:grpSpPr>
          <a:xfrm>
            <a:off x="-1189524" y="-111325"/>
            <a:ext cx="10408499" cy="5362150"/>
            <a:chOff x="-1189524" y="-111325"/>
            <a:chExt cx="10408499" cy="5362150"/>
          </a:xfrm>
        </p:grpSpPr>
        <p:grpSp>
          <p:nvGrpSpPr>
            <p:cNvPr id="553" name="Google Shape;553;p42"/>
            <p:cNvGrpSpPr/>
            <p:nvPr/>
          </p:nvGrpSpPr>
          <p:grpSpPr>
            <a:xfrm>
              <a:off x="-1189524" y="-111325"/>
              <a:ext cx="10408499" cy="5362150"/>
              <a:chOff x="-1189524" y="-111325"/>
              <a:chExt cx="10408499" cy="5362150"/>
            </a:xfrm>
          </p:grpSpPr>
          <p:sp>
            <p:nvSpPr>
              <p:cNvPr id="554" name="Google Shape;554;p42"/>
              <p:cNvSpPr/>
              <p:nvPr/>
            </p:nvSpPr>
            <p:spPr>
              <a:xfrm>
                <a:off x="8138725" y="-111325"/>
                <a:ext cx="1080250" cy="3643550"/>
              </a:xfrm>
              <a:custGeom>
                <a:rect b="b" l="l" r="r" t="t"/>
                <a:pathLst>
                  <a:path extrusionOk="0" h="145742" w="43210">
                    <a:moveTo>
                      <a:pt x="43210" y="145742"/>
                    </a:moveTo>
                    <a:lnTo>
                      <a:pt x="19027" y="121559"/>
                    </a:lnTo>
                    <a:lnTo>
                      <a:pt x="19027" y="73316"/>
                    </a:lnTo>
                    <a:lnTo>
                      <a:pt x="29523" y="62820"/>
                    </a:lnTo>
                    <a:lnTo>
                      <a:pt x="29523" y="27405"/>
                    </a:lnTo>
                    <a:lnTo>
                      <a:pt x="2117" y="0"/>
                    </a:lnTo>
                    <a:lnTo>
                      <a:pt x="0" y="2117"/>
                    </a:lnTo>
                  </a:path>
                </a:pathLst>
              </a:custGeom>
              <a:noFill/>
              <a:ln cap="flat" cmpd="sng" w="9525">
                <a:solidFill>
                  <a:schemeClr val="accent1"/>
                </a:solidFill>
                <a:prstDash val="solid"/>
                <a:round/>
                <a:headEnd len="sm" w="sm" type="none"/>
                <a:tailEnd len="sm" w="sm" type="none"/>
              </a:ln>
            </p:spPr>
          </p:sp>
          <p:sp>
            <p:nvSpPr>
              <p:cNvPr id="555" name="Google Shape;555;p42"/>
              <p:cNvSpPr/>
              <p:nvPr/>
            </p:nvSpPr>
            <p:spPr>
              <a:xfrm>
                <a:off x="340625" y="2654525"/>
                <a:ext cx="340625" cy="2596300"/>
              </a:xfrm>
              <a:custGeom>
                <a:rect b="b" l="l" r="r" t="t"/>
                <a:pathLst>
                  <a:path extrusionOk="0" h="103852" w="13625">
                    <a:moveTo>
                      <a:pt x="13625" y="103852"/>
                    </a:moveTo>
                    <a:lnTo>
                      <a:pt x="13625" y="82738"/>
                    </a:lnTo>
                    <a:lnTo>
                      <a:pt x="0" y="69112"/>
                    </a:lnTo>
                    <a:lnTo>
                      <a:pt x="0" y="0"/>
                    </a:lnTo>
                  </a:path>
                </a:pathLst>
              </a:custGeom>
              <a:noFill/>
              <a:ln cap="flat" cmpd="sng" w="9525">
                <a:solidFill>
                  <a:schemeClr val="accent1"/>
                </a:solidFill>
                <a:prstDash val="solid"/>
                <a:round/>
                <a:headEnd len="sm" w="sm" type="none"/>
                <a:tailEnd len="sm" w="sm" type="none"/>
              </a:ln>
            </p:spPr>
          </p:sp>
          <p:grpSp>
            <p:nvGrpSpPr>
              <p:cNvPr id="556" name="Google Shape;556;p42"/>
              <p:cNvGrpSpPr/>
              <p:nvPr/>
            </p:nvGrpSpPr>
            <p:grpSpPr>
              <a:xfrm>
                <a:off x="-1189524" y="3454365"/>
                <a:ext cx="1530153" cy="273510"/>
                <a:chOff x="-6675" y="2881558"/>
                <a:chExt cx="9140700" cy="2059567"/>
              </a:xfrm>
            </p:grpSpPr>
            <p:cxnSp>
              <p:nvCxnSpPr>
                <p:cNvPr id="557" name="Google Shape;557;p4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58" name="Google Shape;558;p4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59" name="Google Shape;559;p4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60" name="Google Shape;560;p4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61" name="Google Shape;561;p4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562" name="Google Shape;562;p42"/>
            <p:cNvGrpSpPr/>
            <p:nvPr/>
          </p:nvGrpSpPr>
          <p:grpSpPr>
            <a:xfrm rot="5400000">
              <a:off x="2331732" y="4765921"/>
              <a:ext cx="493321" cy="357312"/>
              <a:chOff x="1722354" y="229144"/>
              <a:chExt cx="1748743" cy="1266614"/>
            </a:xfrm>
          </p:grpSpPr>
          <p:sp>
            <p:nvSpPr>
              <p:cNvPr id="563" name="Google Shape;563;p4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565" name="Shape 565"/>
        <p:cNvGrpSpPr/>
        <p:nvPr/>
      </p:nvGrpSpPr>
      <p:grpSpPr>
        <a:xfrm>
          <a:off x="0" y="0"/>
          <a:ext cx="0" cy="0"/>
          <a:chOff x="0" y="0"/>
          <a:chExt cx="0" cy="0"/>
        </a:xfrm>
      </p:grpSpPr>
      <p:sp>
        <p:nvSpPr>
          <p:cNvPr id="566" name="Google Shape;566;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67" name="Google Shape;567;p43"/>
          <p:cNvGrpSpPr/>
          <p:nvPr/>
        </p:nvGrpSpPr>
        <p:grpSpPr>
          <a:xfrm>
            <a:off x="-116589" y="2639527"/>
            <a:ext cx="8996157" cy="1843388"/>
            <a:chOff x="-116589" y="2639527"/>
            <a:chExt cx="8996157" cy="1843388"/>
          </a:xfrm>
        </p:grpSpPr>
        <p:sp>
          <p:nvSpPr>
            <p:cNvPr id="568" name="Google Shape;568;p43"/>
            <p:cNvSpPr/>
            <p:nvPr/>
          </p:nvSpPr>
          <p:spPr>
            <a:xfrm flipH="1" rot="-5400000">
              <a:off x="399500" y="42238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3"/>
            <p:cNvSpPr/>
            <p:nvPr/>
          </p:nvSpPr>
          <p:spPr>
            <a:xfrm flipH="1" rot="-5400000">
              <a:off x="99350" y="405013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0" name="Google Shape;570;p43"/>
            <p:cNvGrpSpPr/>
            <p:nvPr/>
          </p:nvGrpSpPr>
          <p:grpSpPr>
            <a:xfrm flipH="1" rot="10800000">
              <a:off x="8672677" y="2639527"/>
              <a:ext cx="206891" cy="766144"/>
              <a:chOff x="8650702" y="3525402"/>
              <a:chExt cx="206891" cy="766144"/>
            </a:xfrm>
          </p:grpSpPr>
          <p:sp>
            <p:nvSpPr>
              <p:cNvPr id="571" name="Google Shape;571;p43"/>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3"/>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73" name="Google Shape;573;p43"/>
          <p:cNvGrpSpPr/>
          <p:nvPr/>
        </p:nvGrpSpPr>
        <p:grpSpPr>
          <a:xfrm>
            <a:off x="2729174" y="3358511"/>
            <a:ext cx="6150396" cy="1485586"/>
            <a:chOff x="2729174" y="3358511"/>
            <a:chExt cx="6150396" cy="1485586"/>
          </a:xfrm>
        </p:grpSpPr>
        <p:sp>
          <p:nvSpPr>
            <p:cNvPr id="574" name="Google Shape;574;p43"/>
            <p:cNvSpPr/>
            <p:nvPr/>
          </p:nvSpPr>
          <p:spPr>
            <a:xfrm flipH="1" rot="5400000">
              <a:off x="2929586" y="46036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3"/>
            <p:cNvSpPr/>
            <p:nvPr/>
          </p:nvSpPr>
          <p:spPr>
            <a:xfrm flipH="1" rot="10800000">
              <a:off x="8839514" y="3358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6" name="Google Shape;576;p43"/>
          <p:cNvGrpSpPr/>
          <p:nvPr/>
        </p:nvGrpSpPr>
        <p:grpSpPr>
          <a:xfrm>
            <a:off x="-1381309" y="-1875175"/>
            <a:ext cx="10981145" cy="7138446"/>
            <a:chOff x="-1381309" y="-1875175"/>
            <a:chExt cx="10981145" cy="7138446"/>
          </a:xfrm>
        </p:grpSpPr>
        <p:sp>
          <p:nvSpPr>
            <p:cNvPr id="577" name="Google Shape;577;p43"/>
            <p:cNvSpPr/>
            <p:nvPr/>
          </p:nvSpPr>
          <p:spPr>
            <a:xfrm flipH="1" rot="10800000">
              <a:off x="-1381309" y="4693337"/>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578" name="Google Shape;578;p43"/>
            <p:cNvGrpSpPr/>
            <p:nvPr/>
          </p:nvGrpSpPr>
          <p:grpSpPr>
            <a:xfrm>
              <a:off x="8229051" y="-1875175"/>
              <a:ext cx="1370785" cy="4060575"/>
              <a:chOff x="8229051" y="-1875175"/>
              <a:chExt cx="1370785" cy="4060575"/>
            </a:xfrm>
          </p:grpSpPr>
          <p:grpSp>
            <p:nvGrpSpPr>
              <p:cNvPr id="579" name="Google Shape;579;p43"/>
              <p:cNvGrpSpPr/>
              <p:nvPr/>
            </p:nvGrpSpPr>
            <p:grpSpPr>
              <a:xfrm>
                <a:off x="8229051" y="-1875175"/>
                <a:ext cx="914953" cy="4060575"/>
                <a:chOff x="8229051" y="-1875175"/>
                <a:chExt cx="914953" cy="4060575"/>
              </a:xfrm>
            </p:grpSpPr>
            <p:grpSp>
              <p:nvGrpSpPr>
                <p:cNvPr id="580" name="Google Shape;580;p43"/>
                <p:cNvGrpSpPr/>
                <p:nvPr/>
              </p:nvGrpSpPr>
              <p:grpSpPr>
                <a:xfrm rot="-5400000">
                  <a:off x="8480363" y="1760083"/>
                  <a:ext cx="493321" cy="357312"/>
                  <a:chOff x="1722354" y="229144"/>
                  <a:chExt cx="1748743" cy="1266614"/>
                </a:xfrm>
              </p:grpSpPr>
              <p:sp>
                <p:nvSpPr>
                  <p:cNvPr id="581" name="Google Shape;581;p4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3" name="Google Shape;583;p43"/>
                <p:cNvSpPr/>
                <p:nvPr/>
              </p:nvSpPr>
              <p:spPr>
                <a:xfrm>
                  <a:off x="8229051" y="-1875175"/>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grpSp>
            <p:nvGrpSpPr>
              <p:cNvPr id="584" name="Google Shape;584;p43"/>
              <p:cNvGrpSpPr/>
              <p:nvPr/>
            </p:nvGrpSpPr>
            <p:grpSpPr>
              <a:xfrm rot="10800000">
                <a:off x="8634578" y="861419"/>
                <a:ext cx="965258" cy="273510"/>
                <a:chOff x="-6675" y="2881558"/>
                <a:chExt cx="9140700" cy="2059567"/>
              </a:xfrm>
            </p:grpSpPr>
            <p:cxnSp>
              <p:nvCxnSpPr>
                <p:cNvPr id="585" name="Google Shape;585;p4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86" name="Google Shape;586;p4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87" name="Google Shape;587;p4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88" name="Google Shape;588;p4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589" name="Google Shape;589;p4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sp>
        <p:nvSpPr>
          <p:cNvPr id="590" name="Google Shape;590;p4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91" name="Shape 591"/>
        <p:cNvGrpSpPr/>
        <p:nvPr/>
      </p:nvGrpSpPr>
      <p:grpSpPr>
        <a:xfrm>
          <a:off x="0" y="0"/>
          <a:ext cx="0" cy="0"/>
          <a:chOff x="0" y="0"/>
          <a:chExt cx="0" cy="0"/>
        </a:xfrm>
      </p:grpSpPr>
      <p:sp>
        <p:nvSpPr>
          <p:cNvPr id="592" name="Google Shape;592;p44"/>
          <p:cNvSpPr txBox="1"/>
          <p:nvPr>
            <p:ph type="title"/>
          </p:nvPr>
        </p:nvSpPr>
        <p:spPr>
          <a:xfrm>
            <a:off x="1098475" y="834600"/>
            <a:ext cx="4448100" cy="97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4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93" name="Google Shape;593;p44"/>
          <p:cNvSpPr txBox="1"/>
          <p:nvPr>
            <p:ph idx="1" type="subTitle"/>
          </p:nvPr>
        </p:nvSpPr>
        <p:spPr>
          <a:xfrm>
            <a:off x="1098425" y="1805100"/>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4" name="Google Shape;594;p44"/>
          <p:cNvSpPr txBox="1"/>
          <p:nvPr/>
        </p:nvSpPr>
        <p:spPr>
          <a:xfrm>
            <a:off x="1098425" y="3459550"/>
            <a:ext cx="4945800" cy="5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Hanken Grotesk"/>
                <a:ea typeface="Hanken Grotesk"/>
                <a:cs typeface="Hanken Grotesk"/>
                <a:sym typeface="Hanken Grotesk"/>
              </a:rPr>
              <a:t>CREDITS:</a:t>
            </a:r>
            <a:r>
              <a:rPr b="0" i="0" lang="en" sz="1200" u="none" cap="none" strike="noStrike">
                <a:solidFill>
                  <a:schemeClr val="dk1"/>
                </a:solidFill>
                <a:latin typeface="Hanken Grotesk"/>
                <a:ea typeface="Hanken Grotesk"/>
                <a:cs typeface="Hanken Grotesk"/>
                <a:sym typeface="Hanken Grotesk"/>
              </a:rPr>
              <a:t> This presentation template was created by </a:t>
            </a:r>
            <a:r>
              <a:rPr b="1" i="0" lang="en" sz="1200" u="sng" cap="none" strike="noStrike">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b="0" i="0" lang="en" sz="1200" u="none" cap="none" strike="noStrike">
                <a:solidFill>
                  <a:schemeClr val="dk1"/>
                </a:solidFill>
                <a:latin typeface="Hanken Grotesk"/>
                <a:ea typeface="Hanken Grotesk"/>
                <a:cs typeface="Hanken Grotesk"/>
                <a:sym typeface="Hanken Grotesk"/>
              </a:rPr>
              <a:t>, and includes icons by </a:t>
            </a:r>
            <a:r>
              <a:rPr b="1" i="0" lang="en" sz="1200" u="sng" cap="none" strike="noStrike">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b="0" i="0" lang="en" sz="1200" u="none" cap="none" strike="noStrike">
                <a:solidFill>
                  <a:schemeClr val="dk1"/>
                </a:solidFill>
                <a:latin typeface="Hanken Grotesk"/>
                <a:ea typeface="Hanken Grotesk"/>
                <a:cs typeface="Hanken Grotesk"/>
                <a:sym typeface="Hanken Grotesk"/>
              </a:rPr>
              <a:t>, and infographics &amp; images by </a:t>
            </a:r>
            <a:r>
              <a:rPr b="1" i="0" lang="en" sz="1200" u="sng" cap="none" strike="noStrike">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b="0" i="0" lang="en" sz="1200" u="sng" cap="none" strike="noStrike">
                <a:solidFill>
                  <a:schemeClr val="dk1"/>
                </a:solidFill>
                <a:latin typeface="Hanken Grotesk"/>
                <a:ea typeface="Hanken Grotesk"/>
                <a:cs typeface="Hanken Grotesk"/>
                <a:sym typeface="Hanken Grotesk"/>
              </a:rPr>
              <a:t> </a:t>
            </a:r>
            <a:endParaRPr b="1" i="0" sz="1200" u="sng" cap="none" strike="noStrike">
              <a:solidFill>
                <a:schemeClr val="dk1"/>
              </a:solidFill>
              <a:latin typeface="Hanken Grotesk"/>
              <a:ea typeface="Hanken Grotesk"/>
              <a:cs typeface="Hanken Grotesk"/>
              <a:sym typeface="Hanken Grotesk"/>
            </a:endParaRPr>
          </a:p>
        </p:txBody>
      </p:sp>
      <p:sp>
        <p:nvSpPr>
          <p:cNvPr id="595" name="Google Shape;595;p44"/>
          <p:cNvSpPr/>
          <p:nvPr/>
        </p:nvSpPr>
        <p:spPr>
          <a:xfrm rot="5400000">
            <a:off x="8249111" y="1753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96" name="Google Shape;596;p44"/>
          <p:cNvGrpSpPr/>
          <p:nvPr/>
        </p:nvGrpSpPr>
        <p:grpSpPr>
          <a:xfrm>
            <a:off x="-563925" y="0"/>
            <a:ext cx="7843828" cy="1111343"/>
            <a:chOff x="-563925" y="0"/>
            <a:chExt cx="7843828" cy="1111343"/>
          </a:xfrm>
        </p:grpSpPr>
        <p:grpSp>
          <p:nvGrpSpPr>
            <p:cNvPr id="597" name="Google Shape;597;p44"/>
            <p:cNvGrpSpPr/>
            <p:nvPr/>
          </p:nvGrpSpPr>
          <p:grpSpPr>
            <a:xfrm rot="5400000">
              <a:off x="6576233" y="-80606"/>
              <a:ext cx="247278" cy="1160061"/>
              <a:chOff x="1463894" y="1434556"/>
              <a:chExt cx="247278" cy="1160061"/>
            </a:xfrm>
          </p:grpSpPr>
          <p:sp>
            <p:nvSpPr>
              <p:cNvPr id="598" name="Google Shape;598;p44"/>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4"/>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0" name="Google Shape;600;p44"/>
            <p:cNvGrpSpPr/>
            <p:nvPr/>
          </p:nvGrpSpPr>
          <p:grpSpPr>
            <a:xfrm>
              <a:off x="-563925" y="0"/>
              <a:ext cx="1111343" cy="1111343"/>
              <a:chOff x="8307725" y="278700"/>
              <a:chExt cx="1111343" cy="1111343"/>
            </a:xfrm>
          </p:grpSpPr>
          <p:sp>
            <p:nvSpPr>
              <p:cNvPr id="601" name="Google Shape;601;p44"/>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4"/>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03" name="Shape 603"/>
        <p:cNvGrpSpPr/>
        <p:nvPr/>
      </p:nvGrpSpPr>
      <p:grpSpPr>
        <a:xfrm>
          <a:off x="0" y="0"/>
          <a:ext cx="0" cy="0"/>
          <a:chOff x="0" y="0"/>
          <a:chExt cx="0" cy="0"/>
        </a:xfrm>
      </p:grpSpPr>
      <p:grpSp>
        <p:nvGrpSpPr>
          <p:cNvPr id="604" name="Google Shape;604;p45"/>
          <p:cNvGrpSpPr/>
          <p:nvPr/>
        </p:nvGrpSpPr>
        <p:grpSpPr>
          <a:xfrm>
            <a:off x="247028" y="2099252"/>
            <a:ext cx="8667366" cy="1707744"/>
            <a:chOff x="247028" y="2099252"/>
            <a:chExt cx="8667366" cy="1707744"/>
          </a:xfrm>
        </p:grpSpPr>
        <p:sp>
          <p:nvSpPr>
            <p:cNvPr id="605" name="Google Shape;605;p45"/>
            <p:cNvSpPr/>
            <p:nvPr/>
          </p:nvSpPr>
          <p:spPr>
            <a:xfrm flipH="1" rot="10800000">
              <a:off x="410803" y="2099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5"/>
            <p:cNvSpPr/>
            <p:nvPr/>
          </p:nvSpPr>
          <p:spPr>
            <a:xfrm flipH="1" rot="10800000">
              <a:off x="247028" y="2390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7" name="Google Shape;607;p45"/>
            <p:cNvGrpSpPr/>
            <p:nvPr/>
          </p:nvGrpSpPr>
          <p:grpSpPr>
            <a:xfrm flipH="1">
              <a:off x="8707503" y="3040852"/>
              <a:ext cx="206891" cy="766144"/>
              <a:chOff x="8650702" y="3525402"/>
              <a:chExt cx="206891" cy="766144"/>
            </a:xfrm>
          </p:grpSpPr>
          <p:sp>
            <p:nvSpPr>
              <p:cNvPr id="608" name="Google Shape;608;p4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4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10" name="Google Shape;610;p45"/>
          <p:cNvGrpSpPr/>
          <p:nvPr/>
        </p:nvGrpSpPr>
        <p:grpSpPr>
          <a:xfrm>
            <a:off x="-796768" y="-1090157"/>
            <a:ext cx="11445399" cy="6549695"/>
            <a:chOff x="-796766" y="-1090157"/>
            <a:chExt cx="11445399" cy="6549695"/>
          </a:xfrm>
        </p:grpSpPr>
        <p:sp>
          <p:nvSpPr>
            <p:cNvPr id="611" name="Google Shape;611;p45"/>
            <p:cNvSpPr/>
            <p:nvPr/>
          </p:nvSpPr>
          <p:spPr>
            <a:xfrm flipH="1" rot="5400000">
              <a:off x="-365574" y="-152135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612" name="Google Shape;612;p45"/>
            <p:cNvGrpSpPr/>
            <p:nvPr/>
          </p:nvGrpSpPr>
          <p:grpSpPr>
            <a:xfrm rot="10800000">
              <a:off x="11" y="108546"/>
              <a:ext cx="493321" cy="357312"/>
              <a:chOff x="1722354" y="229144"/>
              <a:chExt cx="1748743" cy="1266614"/>
            </a:xfrm>
          </p:grpSpPr>
          <p:sp>
            <p:nvSpPr>
              <p:cNvPr id="613" name="Google Shape;613;p4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4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5" name="Google Shape;615;p45"/>
            <p:cNvSpPr/>
            <p:nvPr/>
          </p:nvSpPr>
          <p:spPr>
            <a:xfrm flipH="1" rot="-5400000">
              <a:off x="8788045" y="359895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616" name="Google Shape;616;p45"/>
            <p:cNvGrpSpPr/>
            <p:nvPr/>
          </p:nvGrpSpPr>
          <p:grpSpPr>
            <a:xfrm flipH="1" rot="-5400000">
              <a:off x="8489086" y="4163846"/>
              <a:ext cx="493321" cy="357312"/>
              <a:chOff x="1722354" y="229144"/>
              <a:chExt cx="1748743" cy="1266614"/>
            </a:xfrm>
          </p:grpSpPr>
          <p:sp>
            <p:nvSpPr>
              <p:cNvPr id="617" name="Google Shape;617;p4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4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9" name="Google Shape;619;p45"/>
            <p:cNvGrpSpPr/>
            <p:nvPr/>
          </p:nvGrpSpPr>
          <p:grpSpPr>
            <a:xfrm flipH="1" rot="5400000">
              <a:off x="765337" y="-239460"/>
              <a:ext cx="965258" cy="273510"/>
              <a:chOff x="-6675" y="2881558"/>
              <a:chExt cx="9140700" cy="2059567"/>
            </a:xfrm>
          </p:grpSpPr>
          <p:cxnSp>
            <p:nvCxnSpPr>
              <p:cNvPr id="620" name="Google Shape;620;p4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21" name="Google Shape;621;p4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22" name="Google Shape;622;p4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23" name="Google Shape;623;p4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24" name="Google Shape;624;p4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625" name="Google Shape;625;p45"/>
          <p:cNvGrpSpPr/>
          <p:nvPr/>
        </p:nvGrpSpPr>
        <p:grpSpPr>
          <a:xfrm>
            <a:off x="248565" y="1658361"/>
            <a:ext cx="8665831" cy="946305"/>
            <a:chOff x="248565" y="1658361"/>
            <a:chExt cx="8665831" cy="946305"/>
          </a:xfrm>
        </p:grpSpPr>
        <p:sp>
          <p:nvSpPr>
            <p:cNvPr id="626" name="Google Shape;626;p45"/>
            <p:cNvSpPr/>
            <p:nvPr/>
          </p:nvSpPr>
          <p:spPr>
            <a:xfrm flipH="1" rot="10800000">
              <a:off x="248565" y="16583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5"/>
            <p:cNvSpPr/>
            <p:nvPr/>
          </p:nvSpPr>
          <p:spPr>
            <a:xfrm flipH="1">
              <a:off x="8874340" y="21637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8" name="Google Shape;628;p4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29" name="Shape 629"/>
        <p:cNvGrpSpPr/>
        <p:nvPr/>
      </p:nvGrpSpPr>
      <p:grpSpPr>
        <a:xfrm>
          <a:off x="0" y="0"/>
          <a:ext cx="0" cy="0"/>
          <a:chOff x="0" y="0"/>
          <a:chExt cx="0" cy="0"/>
        </a:xfrm>
      </p:grpSpPr>
      <p:grpSp>
        <p:nvGrpSpPr>
          <p:cNvPr id="630" name="Google Shape;630;p46"/>
          <p:cNvGrpSpPr/>
          <p:nvPr/>
        </p:nvGrpSpPr>
        <p:grpSpPr>
          <a:xfrm>
            <a:off x="248752" y="491529"/>
            <a:ext cx="8669349" cy="4596267"/>
            <a:chOff x="188277" y="445029"/>
            <a:chExt cx="8669349" cy="4596267"/>
          </a:xfrm>
        </p:grpSpPr>
        <p:sp>
          <p:nvSpPr>
            <p:cNvPr id="631" name="Google Shape;631;p46"/>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46"/>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3" name="Google Shape;633;p46"/>
            <p:cNvGrpSpPr/>
            <p:nvPr/>
          </p:nvGrpSpPr>
          <p:grpSpPr>
            <a:xfrm>
              <a:off x="188277" y="4275152"/>
              <a:ext cx="206891" cy="766144"/>
              <a:chOff x="8650702" y="3525402"/>
              <a:chExt cx="206891" cy="766144"/>
            </a:xfrm>
          </p:grpSpPr>
          <p:sp>
            <p:nvSpPr>
              <p:cNvPr id="634" name="Google Shape;634;p46"/>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46"/>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36" name="Google Shape;636;p46"/>
          <p:cNvGrpSpPr/>
          <p:nvPr/>
        </p:nvGrpSpPr>
        <p:grpSpPr>
          <a:xfrm>
            <a:off x="315625" y="1279781"/>
            <a:ext cx="8602485" cy="1562435"/>
            <a:chOff x="174750" y="1380581"/>
            <a:chExt cx="8602485" cy="1562435"/>
          </a:xfrm>
        </p:grpSpPr>
        <p:sp>
          <p:nvSpPr>
            <p:cNvPr id="637" name="Google Shape;637;p46"/>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46"/>
            <p:cNvSpPr/>
            <p:nvPr/>
          </p:nvSpPr>
          <p:spPr>
            <a:xfrm rot="10800000">
              <a:off x="174750" y="25021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9" name="Google Shape;639;p46"/>
          <p:cNvGrpSpPr/>
          <p:nvPr/>
        </p:nvGrpSpPr>
        <p:grpSpPr>
          <a:xfrm>
            <a:off x="355673" y="-567309"/>
            <a:ext cx="8751502" cy="5946659"/>
            <a:chOff x="251623" y="-534009"/>
            <a:chExt cx="8751502" cy="5946659"/>
          </a:xfrm>
        </p:grpSpPr>
        <p:grpSp>
          <p:nvGrpSpPr>
            <p:cNvPr id="640" name="Google Shape;640;p46"/>
            <p:cNvGrpSpPr/>
            <p:nvPr/>
          </p:nvGrpSpPr>
          <p:grpSpPr>
            <a:xfrm rot="10800000">
              <a:off x="251623" y="3645746"/>
              <a:ext cx="493321" cy="357312"/>
              <a:chOff x="1722354" y="229144"/>
              <a:chExt cx="1748743" cy="1266614"/>
            </a:xfrm>
          </p:grpSpPr>
          <p:sp>
            <p:nvSpPr>
              <p:cNvPr id="641" name="Google Shape;641;p4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4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3" name="Google Shape;643;p46"/>
            <p:cNvGrpSpPr/>
            <p:nvPr/>
          </p:nvGrpSpPr>
          <p:grpSpPr>
            <a:xfrm flipH="1" rot="5400000">
              <a:off x="7247712" y="-188135"/>
              <a:ext cx="965258" cy="273510"/>
              <a:chOff x="-6675" y="2881558"/>
              <a:chExt cx="9140700" cy="2059567"/>
            </a:xfrm>
          </p:grpSpPr>
          <p:cxnSp>
            <p:nvCxnSpPr>
              <p:cNvPr id="644" name="Google Shape;644;p4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45" name="Google Shape;645;p4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46" name="Google Shape;646;p4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47" name="Google Shape;647;p4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48" name="Google Shape;648;p4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649" name="Google Shape;649;p46"/>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650" name="Google Shape;650;p46"/>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sp>
        <p:nvSpPr>
          <p:cNvPr id="651" name="Google Shape;651;p4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55" name="Shape 655"/>
        <p:cNvGrpSpPr/>
        <p:nvPr/>
      </p:nvGrpSpPr>
      <p:grpSpPr>
        <a:xfrm>
          <a:off x="0" y="0"/>
          <a:ext cx="0" cy="0"/>
          <a:chOff x="0" y="0"/>
          <a:chExt cx="0" cy="0"/>
        </a:xfrm>
      </p:grpSpPr>
      <p:sp>
        <p:nvSpPr>
          <p:cNvPr id="656" name="Google Shape;656;g3b499654e41_0_79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57" name="Google Shape;657;g3b499654e41_0_792"/>
          <p:cNvSpPr txBox="1"/>
          <p:nvPr>
            <p:ph idx="1" type="subTitle"/>
          </p:nvPr>
        </p:nvSpPr>
        <p:spPr>
          <a:xfrm>
            <a:off x="10900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58" name="Google Shape;658;g3b499654e41_0_792"/>
          <p:cNvSpPr txBox="1"/>
          <p:nvPr>
            <p:ph idx="2" type="subTitle"/>
          </p:nvPr>
        </p:nvSpPr>
        <p:spPr>
          <a:xfrm>
            <a:off x="35017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59" name="Google Shape;659;g3b499654e41_0_792"/>
          <p:cNvSpPr txBox="1"/>
          <p:nvPr>
            <p:ph idx="3" type="subTitle"/>
          </p:nvPr>
        </p:nvSpPr>
        <p:spPr>
          <a:xfrm>
            <a:off x="5913431"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60" name="Google Shape;660;g3b499654e41_0_792"/>
          <p:cNvSpPr txBox="1"/>
          <p:nvPr>
            <p:ph idx="4" type="subTitle"/>
          </p:nvPr>
        </p:nvSpPr>
        <p:spPr>
          <a:xfrm>
            <a:off x="1090025"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661" name="Google Shape;661;g3b499654e41_0_792"/>
          <p:cNvSpPr txBox="1"/>
          <p:nvPr>
            <p:ph idx="5" type="subTitle"/>
          </p:nvPr>
        </p:nvSpPr>
        <p:spPr>
          <a:xfrm>
            <a:off x="3501728"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662" name="Google Shape;662;g3b499654e41_0_792"/>
          <p:cNvSpPr txBox="1"/>
          <p:nvPr>
            <p:ph idx="6" type="subTitle"/>
          </p:nvPr>
        </p:nvSpPr>
        <p:spPr>
          <a:xfrm>
            <a:off x="5913432"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663" name="Google Shape;663;g3b499654e41_0_792"/>
          <p:cNvGrpSpPr/>
          <p:nvPr/>
        </p:nvGrpSpPr>
        <p:grpSpPr>
          <a:xfrm>
            <a:off x="188277" y="445029"/>
            <a:ext cx="8669349" cy="4596267"/>
            <a:chOff x="188277" y="445029"/>
            <a:chExt cx="8669349" cy="4596267"/>
          </a:xfrm>
        </p:grpSpPr>
        <p:sp>
          <p:nvSpPr>
            <p:cNvPr id="664" name="Google Shape;664;g3b499654e41_0_792"/>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g3b499654e41_0_792"/>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6" name="Google Shape;666;g3b499654e41_0_792"/>
            <p:cNvGrpSpPr/>
            <p:nvPr/>
          </p:nvGrpSpPr>
          <p:grpSpPr>
            <a:xfrm>
              <a:off x="188277" y="4275152"/>
              <a:ext cx="206891" cy="766144"/>
              <a:chOff x="8650702" y="3525402"/>
              <a:chExt cx="206891" cy="766144"/>
            </a:xfrm>
          </p:grpSpPr>
          <p:sp>
            <p:nvSpPr>
              <p:cNvPr id="667" name="Google Shape;667;g3b499654e41_0_792"/>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g3b499654e41_0_792"/>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69" name="Google Shape;669;g3b499654e41_0_792"/>
          <p:cNvGrpSpPr/>
          <p:nvPr/>
        </p:nvGrpSpPr>
        <p:grpSpPr>
          <a:xfrm>
            <a:off x="478250" y="1380581"/>
            <a:ext cx="8298985" cy="1930685"/>
            <a:chOff x="478250" y="1380581"/>
            <a:chExt cx="8298985" cy="1930685"/>
          </a:xfrm>
        </p:grpSpPr>
        <p:sp>
          <p:nvSpPr>
            <p:cNvPr id="670" name="Google Shape;670;g3b499654e41_0_792"/>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g3b499654e41_0_792"/>
            <p:cNvSpPr/>
            <p:nvPr/>
          </p:nvSpPr>
          <p:spPr>
            <a:xfrm rot="10800000">
              <a:off x="478250" y="28703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2" name="Google Shape;672;g3b499654e41_0_792"/>
          <p:cNvGrpSpPr/>
          <p:nvPr/>
        </p:nvGrpSpPr>
        <p:grpSpPr>
          <a:xfrm>
            <a:off x="260199" y="-534009"/>
            <a:ext cx="8742926" cy="5946659"/>
            <a:chOff x="260199" y="-534009"/>
            <a:chExt cx="8742926" cy="5946659"/>
          </a:xfrm>
        </p:grpSpPr>
        <p:grpSp>
          <p:nvGrpSpPr>
            <p:cNvPr id="673" name="Google Shape;673;g3b499654e41_0_792"/>
            <p:cNvGrpSpPr/>
            <p:nvPr/>
          </p:nvGrpSpPr>
          <p:grpSpPr>
            <a:xfrm flipH="1" rot="5400000">
              <a:off x="7247711" y="-188135"/>
              <a:ext cx="965258" cy="273510"/>
              <a:chOff x="-6675" y="2881558"/>
              <a:chExt cx="9140700" cy="2059567"/>
            </a:xfrm>
          </p:grpSpPr>
          <p:cxnSp>
            <p:nvCxnSpPr>
              <p:cNvPr id="674" name="Google Shape;674;g3b499654e41_0_79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75" name="Google Shape;675;g3b499654e41_0_79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76" name="Google Shape;676;g3b499654e41_0_79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77" name="Google Shape;677;g3b499654e41_0_79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678" name="Google Shape;678;g3b499654e41_0_79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679" name="Google Shape;679;g3b499654e41_0_792"/>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680" name="Google Shape;680;g3b499654e41_0_792"/>
            <p:cNvGrpSpPr/>
            <p:nvPr/>
          </p:nvGrpSpPr>
          <p:grpSpPr>
            <a:xfrm>
              <a:off x="260199" y="3089575"/>
              <a:ext cx="493320" cy="2323075"/>
              <a:chOff x="260199" y="3089575"/>
              <a:chExt cx="493320" cy="2323075"/>
            </a:xfrm>
          </p:grpSpPr>
          <p:grpSp>
            <p:nvGrpSpPr>
              <p:cNvPr id="681" name="Google Shape;681;g3b499654e41_0_792"/>
              <p:cNvGrpSpPr/>
              <p:nvPr/>
            </p:nvGrpSpPr>
            <p:grpSpPr>
              <a:xfrm rot="10800000">
                <a:off x="260199" y="3645746"/>
                <a:ext cx="493320" cy="357312"/>
                <a:chOff x="1722354" y="229144"/>
                <a:chExt cx="1748743" cy="1266614"/>
              </a:xfrm>
            </p:grpSpPr>
            <p:sp>
              <p:nvSpPr>
                <p:cNvPr id="682" name="Google Shape;682;g3b499654e41_0_79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g3b499654e41_0_79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4" name="Google Shape;684;g3b499654e41_0_792"/>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grpSp>
      <p:sp>
        <p:nvSpPr>
          <p:cNvPr id="685" name="Google Shape;685;g3b499654e41_0_792"/>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6" name="Shape 686"/>
        <p:cNvGrpSpPr/>
        <p:nvPr/>
      </p:nvGrpSpPr>
      <p:grpSpPr>
        <a:xfrm>
          <a:off x="0" y="0"/>
          <a:ext cx="0" cy="0"/>
          <a:chOff x="0" y="0"/>
          <a:chExt cx="0" cy="0"/>
        </a:xfrm>
      </p:grpSpPr>
      <p:sp>
        <p:nvSpPr>
          <p:cNvPr id="687" name="Google Shape;687;g3b499654e41_0_682"/>
          <p:cNvSpPr txBox="1"/>
          <p:nvPr>
            <p:ph type="ctrTitle"/>
          </p:nvPr>
        </p:nvSpPr>
        <p:spPr>
          <a:xfrm>
            <a:off x="1115975" y="1999150"/>
            <a:ext cx="4384800" cy="169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34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688" name="Google Shape;688;g3b499654e41_0_682"/>
          <p:cNvSpPr txBox="1"/>
          <p:nvPr>
            <p:ph idx="1" type="subTitle"/>
          </p:nvPr>
        </p:nvSpPr>
        <p:spPr>
          <a:xfrm>
            <a:off x="1115975" y="3719650"/>
            <a:ext cx="4384800" cy="3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689" name="Google Shape;689;g3b499654e41_0_682"/>
          <p:cNvGrpSpPr/>
          <p:nvPr/>
        </p:nvGrpSpPr>
        <p:grpSpPr>
          <a:xfrm>
            <a:off x="7612300" y="-540750"/>
            <a:ext cx="1111343" cy="1111343"/>
            <a:chOff x="8307725" y="278700"/>
            <a:chExt cx="1111343" cy="1111343"/>
          </a:xfrm>
        </p:grpSpPr>
        <p:sp>
          <p:nvSpPr>
            <p:cNvPr id="690" name="Google Shape;690;g3b499654e41_0_68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3b499654e41_0_68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2" name="Google Shape;692;g3b499654e41_0_682"/>
          <p:cNvGrpSpPr/>
          <p:nvPr/>
        </p:nvGrpSpPr>
        <p:grpSpPr>
          <a:xfrm>
            <a:off x="8208698" y="2109318"/>
            <a:ext cx="1160061" cy="247279"/>
            <a:chOff x="8208698" y="2109318"/>
            <a:chExt cx="1160061" cy="247279"/>
          </a:xfrm>
        </p:grpSpPr>
        <p:sp>
          <p:nvSpPr>
            <p:cNvPr id="693" name="Google Shape;693;g3b499654e41_0_682"/>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g3b499654e41_0_682"/>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5" name="Google Shape;695;g3b499654e41_0_682"/>
          <p:cNvGrpSpPr/>
          <p:nvPr/>
        </p:nvGrpSpPr>
        <p:grpSpPr>
          <a:xfrm flipH="1" rot="5400000">
            <a:off x="6933401" y="2759016"/>
            <a:ext cx="2550619" cy="3872400"/>
            <a:chOff x="1857762" y="2762827"/>
            <a:chExt cx="2550619" cy="3872400"/>
          </a:xfrm>
        </p:grpSpPr>
        <p:cxnSp>
          <p:nvCxnSpPr>
            <p:cNvPr id="696" name="Google Shape;696;g3b499654e41_0_682"/>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697" name="Google Shape;697;g3b499654e41_0_682"/>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698" name="Google Shape;698;g3b499654e41_0_682"/>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9" name="Google Shape;699;g3b499654e41_0_682"/>
          <p:cNvGrpSpPr/>
          <p:nvPr/>
        </p:nvGrpSpPr>
        <p:grpSpPr>
          <a:xfrm rot="-5400000">
            <a:off x="8388339" y="1273397"/>
            <a:ext cx="493320" cy="357312"/>
            <a:chOff x="1722354" y="229144"/>
            <a:chExt cx="1748743" cy="1266614"/>
          </a:xfrm>
        </p:grpSpPr>
        <p:sp>
          <p:nvSpPr>
            <p:cNvPr id="700" name="Google Shape;700;g3b499654e41_0_68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3b499654e41_0_68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02" name="Shape 702"/>
        <p:cNvGrpSpPr/>
        <p:nvPr/>
      </p:nvGrpSpPr>
      <p:grpSpPr>
        <a:xfrm>
          <a:off x="0" y="0"/>
          <a:ext cx="0" cy="0"/>
          <a:chOff x="0" y="0"/>
          <a:chExt cx="0" cy="0"/>
        </a:xfrm>
      </p:grpSpPr>
      <p:sp>
        <p:nvSpPr>
          <p:cNvPr id="703" name="Google Shape;703;g3b499654e41_0_69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04" name="Google Shape;704;g3b499654e41_0_698"/>
          <p:cNvSpPr txBox="1"/>
          <p:nvPr>
            <p:ph idx="2" type="title"/>
          </p:nvPr>
        </p:nvSpPr>
        <p:spPr>
          <a:xfrm>
            <a:off x="3177356" y="1199529"/>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705" name="Google Shape;705;g3b499654e41_0_698"/>
          <p:cNvSpPr txBox="1"/>
          <p:nvPr>
            <p:ph idx="3" type="title"/>
          </p:nvPr>
        </p:nvSpPr>
        <p:spPr>
          <a:xfrm>
            <a:off x="3177356" y="2902621"/>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706" name="Google Shape;706;g3b499654e41_0_698"/>
          <p:cNvSpPr txBox="1"/>
          <p:nvPr>
            <p:ph idx="4" type="title"/>
          </p:nvPr>
        </p:nvSpPr>
        <p:spPr>
          <a:xfrm>
            <a:off x="3177356" y="1767226"/>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707" name="Google Shape;707;g3b499654e41_0_698"/>
          <p:cNvSpPr txBox="1"/>
          <p:nvPr>
            <p:ph idx="5" type="title"/>
          </p:nvPr>
        </p:nvSpPr>
        <p:spPr>
          <a:xfrm>
            <a:off x="3177356" y="3470319"/>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708" name="Google Shape;708;g3b499654e41_0_698"/>
          <p:cNvSpPr txBox="1"/>
          <p:nvPr>
            <p:ph idx="6" type="title"/>
          </p:nvPr>
        </p:nvSpPr>
        <p:spPr>
          <a:xfrm>
            <a:off x="3177356" y="2334924"/>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709" name="Google Shape;709;g3b499654e41_0_698"/>
          <p:cNvSpPr txBox="1"/>
          <p:nvPr>
            <p:ph idx="7" type="title"/>
          </p:nvPr>
        </p:nvSpPr>
        <p:spPr>
          <a:xfrm>
            <a:off x="3177356" y="4038016"/>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710" name="Google Shape;710;g3b499654e41_0_698"/>
          <p:cNvSpPr txBox="1"/>
          <p:nvPr>
            <p:ph idx="1" type="subTitle"/>
          </p:nvPr>
        </p:nvSpPr>
        <p:spPr>
          <a:xfrm>
            <a:off x="4010944" y="1201329"/>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711" name="Google Shape;711;g3b499654e41_0_698"/>
          <p:cNvSpPr txBox="1"/>
          <p:nvPr>
            <p:ph idx="8" type="subTitle"/>
          </p:nvPr>
        </p:nvSpPr>
        <p:spPr>
          <a:xfrm>
            <a:off x="4010944" y="1769028"/>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712" name="Google Shape;712;g3b499654e41_0_698"/>
          <p:cNvSpPr txBox="1"/>
          <p:nvPr>
            <p:ph idx="9" type="subTitle"/>
          </p:nvPr>
        </p:nvSpPr>
        <p:spPr>
          <a:xfrm>
            <a:off x="4010944" y="23367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713" name="Google Shape;713;g3b499654e41_0_698"/>
          <p:cNvSpPr txBox="1"/>
          <p:nvPr>
            <p:ph idx="13" type="subTitle"/>
          </p:nvPr>
        </p:nvSpPr>
        <p:spPr>
          <a:xfrm>
            <a:off x="4010941" y="29044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714" name="Google Shape;714;g3b499654e41_0_698"/>
          <p:cNvSpPr txBox="1"/>
          <p:nvPr>
            <p:ph idx="14" type="subTitle"/>
          </p:nvPr>
        </p:nvSpPr>
        <p:spPr>
          <a:xfrm>
            <a:off x="4010941" y="3472126"/>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715" name="Google Shape;715;g3b499654e41_0_698"/>
          <p:cNvSpPr txBox="1"/>
          <p:nvPr>
            <p:ph idx="15" type="subTitle"/>
          </p:nvPr>
        </p:nvSpPr>
        <p:spPr>
          <a:xfrm>
            <a:off x="4010941" y="4039825"/>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716" name="Google Shape;716;g3b499654e41_0_698"/>
          <p:cNvGrpSpPr/>
          <p:nvPr/>
        </p:nvGrpSpPr>
        <p:grpSpPr>
          <a:xfrm>
            <a:off x="377427" y="204425"/>
            <a:ext cx="8916118" cy="4541546"/>
            <a:chOff x="377427" y="204425"/>
            <a:chExt cx="8916118" cy="4541546"/>
          </a:xfrm>
        </p:grpSpPr>
        <p:grpSp>
          <p:nvGrpSpPr>
            <p:cNvPr id="717" name="Google Shape;717;g3b499654e41_0_698"/>
            <p:cNvGrpSpPr/>
            <p:nvPr/>
          </p:nvGrpSpPr>
          <p:grpSpPr>
            <a:xfrm>
              <a:off x="377427" y="3968227"/>
              <a:ext cx="200266" cy="777744"/>
              <a:chOff x="8153327" y="353177"/>
              <a:chExt cx="200266" cy="777744"/>
            </a:xfrm>
          </p:grpSpPr>
          <p:sp>
            <p:nvSpPr>
              <p:cNvPr id="718" name="Google Shape;718;g3b499654e41_0_698"/>
              <p:cNvSpPr/>
              <p:nvPr/>
            </p:nvSpPr>
            <p:spPr>
              <a:xfrm rot="10800000">
                <a:off x="8153327" y="6559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g3b499654e41_0_698"/>
              <p:cNvSpPr/>
              <p:nvPr/>
            </p:nvSpPr>
            <p:spPr>
              <a:xfrm rot="10800000">
                <a:off x="8310477" y="353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0" name="Google Shape;720;g3b499654e41_0_698"/>
            <p:cNvGrpSpPr/>
            <p:nvPr/>
          </p:nvGrpSpPr>
          <p:grpSpPr>
            <a:xfrm rot="-5400000">
              <a:off x="8807027" y="2115202"/>
              <a:ext cx="206891" cy="766144"/>
              <a:chOff x="8650702" y="1651177"/>
              <a:chExt cx="206891" cy="766144"/>
            </a:xfrm>
          </p:grpSpPr>
          <p:sp>
            <p:nvSpPr>
              <p:cNvPr id="721" name="Google Shape;721;g3b499654e41_0_698"/>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g3b499654e41_0_698"/>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3" name="Google Shape;723;g3b499654e41_0_698"/>
            <p:cNvGrpSpPr/>
            <p:nvPr/>
          </p:nvGrpSpPr>
          <p:grpSpPr>
            <a:xfrm>
              <a:off x="7437187" y="204425"/>
              <a:ext cx="862215" cy="240599"/>
              <a:chOff x="6903462" y="1158900"/>
              <a:chExt cx="862215" cy="240599"/>
            </a:xfrm>
          </p:grpSpPr>
          <p:sp>
            <p:nvSpPr>
              <p:cNvPr id="724" name="Google Shape;724;g3b499654e41_0_698"/>
              <p:cNvSpPr/>
              <p:nvPr/>
            </p:nvSpPr>
            <p:spPr>
              <a:xfrm flipH="1">
                <a:off x="6903462" y="1158900"/>
                <a:ext cx="240599" cy="240599"/>
              </a:xfrm>
              <a:custGeom>
                <a:rect b="b" l="l" r="r" t="t"/>
                <a:pathLst>
                  <a:path extrusionOk="0" fill="none" h="1784" w="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g3b499654e41_0_698"/>
              <p:cNvSpPr/>
              <p:nvPr/>
            </p:nvSpPr>
            <p:spPr>
              <a:xfrm flipH="1" rot="5400000">
                <a:off x="7506622" y="10417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26" name="Google Shape;726;g3b499654e41_0_698"/>
          <p:cNvGrpSpPr/>
          <p:nvPr/>
        </p:nvGrpSpPr>
        <p:grpSpPr>
          <a:xfrm>
            <a:off x="-556748" y="-57000"/>
            <a:ext cx="10429655" cy="3378450"/>
            <a:chOff x="-556748" y="-57000"/>
            <a:chExt cx="10429655" cy="3378450"/>
          </a:xfrm>
        </p:grpSpPr>
        <p:grpSp>
          <p:nvGrpSpPr>
            <p:cNvPr id="727" name="Google Shape;727;g3b499654e41_0_698"/>
            <p:cNvGrpSpPr/>
            <p:nvPr/>
          </p:nvGrpSpPr>
          <p:grpSpPr>
            <a:xfrm flipH="1">
              <a:off x="8221608" y="1714746"/>
              <a:ext cx="493320" cy="357312"/>
              <a:chOff x="1722354" y="229144"/>
              <a:chExt cx="1748743" cy="1266614"/>
            </a:xfrm>
          </p:grpSpPr>
          <p:sp>
            <p:nvSpPr>
              <p:cNvPr id="728" name="Google Shape;728;g3b499654e41_0_69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3b499654e41_0_69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0" name="Google Shape;730;g3b499654e41_0_698"/>
            <p:cNvSpPr/>
            <p:nvPr/>
          </p:nvSpPr>
          <p:spPr>
            <a:xfrm>
              <a:off x="8221600" y="-57000"/>
              <a:ext cx="1027600" cy="3378450"/>
            </a:xfrm>
            <a:custGeom>
              <a:rect b="b" l="l" r="r" t="t"/>
              <a:pathLst>
                <a:path extrusionOk="0" h="135138" w="41104">
                  <a:moveTo>
                    <a:pt x="41104" y="135138"/>
                  </a:moveTo>
                  <a:lnTo>
                    <a:pt x="0" y="111407"/>
                  </a:lnTo>
                  <a:lnTo>
                    <a:pt x="0" y="57500"/>
                  </a:lnTo>
                  <a:lnTo>
                    <a:pt x="12424" y="45076"/>
                  </a:lnTo>
                  <a:lnTo>
                    <a:pt x="12424" y="0"/>
                  </a:lnTo>
                </a:path>
              </a:pathLst>
            </a:custGeom>
            <a:noFill/>
            <a:ln cap="flat" cmpd="sng" w="9525">
              <a:solidFill>
                <a:schemeClr val="accent1"/>
              </a:solidFill>
              <a:prstDash val="solid"/>
              <a:round/>
              <a:headEnd len="sm" w="sm" type="none"/>
              <a:tailEnd len="sm" w="sm" type="none"/>
            </a:ln>
          </p:spPr>
        </p:sp>
        <p:grpSp>
          <p:nvGrpSpPr>
            <p:cNvPr id="731" name="Google Shape;731;g3b499654e41_0_698"/>
            <p:cNvGrpSpPr/>
            <p:nvPr/>
          </p:nvGrpSpPr>
          <p:grpSpPr>
            <a:xfrm>
              <a:off x="8527396" y="539491"/>
              <a:ext cx="1345511" cy="273510"/>
              <a:chOff x="-6675" y="2881558"/>
              <a:chExt cx="9140700" cy="2059567"/>
            </a:xfrm>
          </p:grpSpPr>
          <p:cxnSp>
            <p:nvCxnSpPr>
              <p:cNvPr id="732" name="Google Shape;732;g3b499654e41_0_69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33" name="Google Shape;733;g3b499654e41_0_69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34" name="Google Shape;734;g3b499654e41_0_69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35" name="Google Shape;735;g3b499654e41_0_69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36" name="Google Shape;736;g3b499654e41_0_69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737" name="Google Shape;737;g3b499654e41_0_698"/>
            <p:cNvGrpSpPr/>
            <p:nvPr/>
          </p:nvGrpSpPr>
          <p:grpSpPr>
            <a:xfrm rot="10800000">
              <a:off x="-556748" y="2551974"/>
              <a:ext cx="1029243" cy="273510"/>
              <a:chOff x="-6675" y="2881558"/>
              <a:chExt cx="9140700" cy="2059567"/>
            </a:xfrm>
          </p:grpSpPr>
          <p:cxnSp>
            <p:nvCxnSpPr>
              <p:cNvPr id="738" name="Google Shape;738;g3b499654e41_0_69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39" name="Google Shape;739;g3b499654e41_0_69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40" name="Google Shape;740;g3b499654e41_0_69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41" name="Google Shape;741;g3b499654e41_0_69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42" name="Google Shape;742;g3b499654e41_0_69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743" name="Google Shape;743;g3b499654e41_0_698"/>
          <p:cNvGrpSpPr/>
          <p:nvPr/>
        </p:nvGrpSpPr>
        <p:grpSpPr>
          <a:xfrm>
            <a:off x="-160350" y="1017736"/>
            <a:ext cx="9034618" cy="1344543"/>
            <a:chOff x="-160350" y="1017736"/>
            <a:chExt cx="9034618" cy="1344543"/>
          </a:xfrm>
        </p:grpSpPr>
        <p:sp>
          <p:nvSpPr>
            <p:cNvPr id="744" name="Google Shape;744;g3b499654e41_0_698"/>
            <p:cNvSpPr/>
            <p:nvPr/>
          </p:nvSpPr>
          <p:spPr>
            <a:xfrm rot="10800000">
              <a:off x="8834212" y="1017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g3b499654e41_0_698"/>
            <p:cNvSpPr/>
            <p:nvPr/>
          </p:nvSpPr>
          <p:spPr>
            <a:xfrm rot="5400000">
              <a:off x="40062" y="21218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6" name="Google Shape;746;g3b499654e41_0_69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7" name="Shape 747"/>
        <p:cNvGrpSpPr/>
        <p:nvPr/>
      </p:nvGrpSpPr>
      <p:grpSpPr>
        <a:xfrm>
          <a:off x="0" y="0"/>
          <a:ext cx="0" cy="0"/>
          <a:chOff x="0" y="0"/>
          <a:chExt cx="0" cy="0"/>
        </a:xfrm>
      </p:grpSpPr>
      <p:sp>
        <p:nvSpPr>
          <p:cNvPr id="748" name="Google Shape;748;g3b499654e41_0_743"/>
          <p:cNvSpPr txBox="1"/>
          <p:nvPr>
            <p:ph type="title"/>
          </p:nvPr>
        </p:nvSpPr>
        <p:spPr>
          <a:xfrm>
            <a:off x="1136800" y="2325725"/>
            <a:ext cx="3653400" cy="989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49" name="Google Shape;749;g3b499654e41_0_743"/>
          <p:cNvSpPr txBox="1"/>
          <p:nvPr>
            <p:ph idx="2" type="title"/>
          </p:nvPr>
        </p:nvSpPr>
        <p:spPr>
          <a:xfrm>
            <a:off x="4790350" y="2279800"/>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grpSp>
        <p:nvGrpSpPr>
          <p:cNvPr id="750" name="Google Shape;750;g3b499654e41_0_743"/>
          <p:cNvGrpSpPr/>
          <p:nvPr/>
        </p:nvGrpSpPr>
        <p:grpSpPr>
          <a:xfrm rot="-5400000">
            <a:off x="3860412" y="-1906049"/>
            <a:ext cx="3859204" cy="615399"/>
            <a:chOff x="-6675" y="307100"/>
            <a:chExt cx="9140700" cy="4634025"/>
          </a:xfrm>
        </p:grpSpPr>
        <p:cxnSp>
          <p:nvCxnSpPr>
            <p:cNvPr id="751" name="Google Shape;751;g3b499654e41_0_743"/>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2" name="Google Shape;752;g3b499654e41_0_743"/>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3" name="Google Shape;753;g3b499654e41_0_743"/>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4" name="Google Shape;754;g3b499654e41_0_743"/>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5" name="Google Shape;755;g3b499654e41_0_743"/>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6" name="Google Shape;756;g3b499654e41_0_74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7" name="Google Shape;757;g3b499654e41_0_74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8" name="Google Shape;758;g3b499654e41_0_74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59" name="Google Shape;759;g3b499654e41_0_74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60" name="Google Shape;760;g3b499654e41_0_74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761" name="Google Shape;761;g3b499654e41_0_743"/>
          <p:cNvGrpSpPr/>
          <p:nvPr/>
        </p:nvGrpSpPr>
        <p:grpSpPr>
          <a:xfrm>
            <a:off x="-415272" y="538801"/>
            <a:ext cx="7636890" cy="5144942"/>
            <a:chOff x="-415272" y="538801"/>
            <a:chExt cx="7636890" cy="5144942"/>
          </a:xfrm>
        </p:grpSpPr>
        <p:grpSp>
          <p:nvGrpSpPr>
            <p:cNvPr id="762" name="Google Shape;762;g3b499654e41_0_743"/>
            <p:cNvGrpSpPr/>
            <p:nvPr/>
          </p:nvGrpSpPr>
          <p:grpSpPr>
            <a:xfrm>
              <a:off x="6110275" y="4572400"/>
              <a:ext cx="1111343" cy="1111343"/>
              <a:chOff x="8307725" y="278700"/>
              <a:chExt cx="1111343" cy="1111343"/>
            </a:xfrm>
          </p:grpSpPr>
          <p:sp>
            <p:nvSpPr>
              <p:cNvPr id="763" name="Google Shape;763;g3b499654e41_0_743"/>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g3b499654e41_0_743"/>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5" name="Google Shape;765;g3b499654e41_0_743"/>
            <p:cNvGrpSpPr/>
            <p:nvPr/>
          </p:nvGrpSpPr>
          <p:grpSpPr>
            <a:xfrm>
              <a:off x="-415272" y="538801"/>
              <a:ext cx="2027056" cy="586283"/>
              <a:chOff x="-415272" y="538801"/>
              <a:chExt cx="2027056" cy="586283"/>
            </a:xfrm>
          </p:grpSpPr>
          <p:sp>
            <p:nvSpPr>
              <p:cNvPr id="766" name="Google Shape;766;g3b499654e41_0_743"/>
              <p:cNvSpPr/>
              <p:nvPr/>
            </p:nvSpPr>
            <p:spPr>
              <a:xfrm rot="-5400000">
                <a:off x="1352729" y="32286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3b499654e41_0_743"/>
              <p:cNvSpPr/>
              <p:nvPr/>
            </p:nvSpPr>
            <p:spPr>
              <a:xfrm rot="-5400000">
                <a:off x="-39071" y="673783"/>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8" name="Shape 768"/>
        <p:cNvGrpSpPr/>
        <p:nvPr/>
      </p:nvGrpSpPr>
      <p:grpSpPr>
        <a:xfrm>
          <a:off x="0" y="0"/>
          <a:ext cx="0" cy="0"/>
          <a:chOff x="0" y="0"/>
          <a:chExt cx="0" cy="0"/>
        </a:xfrm>
      </p:grpSpPr>
      <p:sp>
        <p:nvSpPr>
          <p:cNvPr id="769" name="Google Shape;769;g3b499654e41_0_76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770" name="Google Shape;770;g3b499654e41_0_764"/>
          <p:cNvSpPr txBox="1"/>
          <p:nvPr>
            <p:ph idx="1" type="subTitle"/>
          </p:nvPr>
        </p:nvSpPr>
        <p:spPr>
          <a:xfrm>
            <a:off x="4861824"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71" name="Google Shape;771;g3b499654e41_0_764"/>
          <p:cNvSpPr txBox="1"/>
          <p:nvPr>
            <p:ph idx="2" type="subTitle"/>
          </p:nvPr>
        </p:nvSpPr>
        <p:spPr>
          <a:xfrm>
            <a:off x="1671269"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72" name="Google Shape;772;g3b499654e41_0_764"/>
          <p:cNvSpPr txBox="1"/>
          <p:nvPr>
            <p:ph idx="3" type="subTitle"/>
          </p:nvPr>
        </p:nvSpPr>
        <p:spPr>
          <a:xfrm>
            <a:off x="1671269"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773" name="Google Shape;773;g3b499654e41_0_764"/>
          <p:cNvSpPr txBox="1"/>
          <p:nvPr>
            <p:ph idx="4" type="subTitle"/>
          </p:nvPr>
        </p:nvSpPr>
        <p:spPr>
          <a:xfrm>
            <a:off x="4861831"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774" name="Google Shape;774;g3b499654e41_0_764"/>
          <p:cNvGrpSpPr/>
          <p:nvPr/>
        </p:nvGrpSpPr>
        <p:grpSpPr>
          <a:xfrm>
            <a:off x="188277" y="2438079"/>
            <a:ext cx="8669349" cy="1311292"/>
            <a:chOff x="188277" y="2438079"/>
            <a:chExt cx="8669349" cy="1311292"/>
          </a:xfrm>
        </p:grpSpPr>
        <p:sp>
          <p:nvSpPr>
            <p:cNvPr id="775" name="Google Shape;775;g3b499654e41_0_764"/>
            <p:cNvSpPr/>
            <p:nvPr/>
          </p:nvSpPr>
          <p:spPr>
            <a:xfrm rot="10800000">
              <a:off x="8615635" y="29832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3b499654e41_0_764"/>
            <p:cNvSpPr/>
            <p:nvPr/>
          </p:nvSpPr>
          <p:spPr>
            <a:xfrm rot="10800000">
              <a:off x="8814510" y="24380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7" name="Google Shape;777;g3b499654e41_0_764"/>
            <p:cNvGrpSpPr/>
            <p:nvPr/>
          </p:nvGrpSpPr>
          <p:grpSpPr>
            <a:xfrm>
              <a:off x="188277" y="2983227"/>
              <a:ext cx="206891" cy="766144"/>
              <a:chOff x="8650702" y="3525402"/>
              <a:chExt cx="206891" cy="766144"/>
            </a:xfrm>
          </p:grpSpPr>
          <p:sp>
            <p:nvSpPr>
              <p:cNvPr id="778" name="Google Shape;778;g3b499654e41_0_76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3b499654e41_0_76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80" name="Google Shape;780;g3b499654e41_0_764"/>
          <p:cNvGrpSpPr/>
          <p:nvPr/>
        </p:nvGrpSpPr>
        <p:grpSpPr>
          <a:xfrm>
            <a:off x="-2835749" y="5"/>
            <a:ext cx="12294865" cy="7634520"/>
            <a:chOff x="-2835749" y="5"/>
            <a:chExt cx="12294865" cy="7634520"/>
          </a:xfrm>
        </p:grpSpPr>
        <p:sp>
          <p:nvSpPr>
            <p:cNvPr id="781" name="Google Shape;781;g3b499654e41_0_764"/>
            <p:cNvSpPr/>
            <p:nvPr/>
          </p:nvSpPr>
          <p:spPr>
            <a:xfrm flipH="1">
              <a:off x="-2835749" y="5"/>
              <a:ext cx="3174344" cy="5036488"/>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782" name="Google Shape;782;g3b499654e41_0_764"/>
            <p:cNvGrpSpPr/>
            <p:nvPr/>
          </p:nvGrpSpPr>
          <p:grpSpPr>
            <a:xfrm rot="10800000">
              <a:off x="29437" y="1468071"/>
              <a:ext cx="493320" cy="357312"/>
              <a:chOff x="2199401" y="229144"/>
              <a:chExt cx="1748743" cy="1266614"/>
            </a:xfrm>
          </p:grpSpPr>
          <p:sp>
            <p:nvSpPr>
              <p:cNvPr id="783" name="Google Shape;783;g3b499654e41_0_764"/>
              <p:cNvSpPr/>
              <p:nvPr/>
            </p:nvSpPr>
            <p:spPr>
              <a:xfrm rot="10800000">
                <a:off x="2716154"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g3b499654e41_0_764"/>
              <p:cNvSpPr/>
              <p:nvPr/>
            </p:nvSpPr>
            <p:spPr>
              <a:xfrm rot="10800000">
                <a:off x="2199401"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5" name="Google Shape;785;g3b499654e41_0_764"/>
            <p:cNvSpPr/>
            <p:nvPr/>
          </p:nvSpPr>
          <p:spPr>
            <a:xfrm>
              <a:off x="8212964" y="3553070"/>
              <a:ext cx="1246152" cy="408145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786" name="Google Shape;786;g3b499654e41_0_764"/>
            <p:cNvGrpSpPr/>
            <p:nvPr/>
          </p:nvGrpSpPr>
          <p:grpSpPr>
            <a:xfrm flipH="1">
              <a:off x="8212963" y="4702316"/>
              <a:ext cx="965258" cy="273510"/>
              <a:chOff x="-6675" y="2881558"/>
              <a:chExt cx="9140700" cy="2059567"/>
            </a:xfrm>
          </p:grpSpPr>
          <p:cxnSp>
            <p:nvCxnSpPr>
              <p:cNvPr id="787" name="Google Shape;787;g3b499654e41_0_764"/>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88" name="Google Shape;788;g3b499654e41_0_764"/>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89" name="Google Shape;789;g3b499654e41_0_764"/>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90" name="Google Shape;790;g3b499654e41_0_764"/>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791" name="Google Shape;791;g3b499654e41_0_764"/>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792" name="Google Shape;792;g3b499654e41_0_764"/>
          <p:cNvGrpSpPr/>
          <p:nvPr/>
        </p:nvGrpSpPr>
        <p:grpSpPr>
          <a:xfrm>
            <a:off x="342875" y="2524661"/>
            <a:ext cx="8713622" cy="1947138"/>
            <a:chOff x="342875" y="2524661"/>
            <a:chExt cx="8713622" cy="1947138"/>
          </a:xfrm>
        </p:grpSpPr>
        <p:sp>
          <p:nvSpPr>
            <p:cNvPr id="793" name="Google Shape;793;g3b499654e41_0_764"/>
            <p:cNvSpPr/>
            <p:nvPr/>
          </p:nvSpPr>
          <p:spPr>
            <a:xfrm rot="5400000">
              <a:off x="8816029" y="423133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3b499654e41_0_764"/>
            <p:cNvSpPr/>
            <p:nvPr/>
          </p:nvSpPr>
          <p:spPr>
            <a:xfrm rot="10800000">
              <a:off x="342875" y="2524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5" name="Google Shape;795;g3b499654e41_0_76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96" name="Shape 796"/>
        <p:cNvGrpSpPr/>
        <p:nvPr/>
      </p:nvGrpSpPr>
      <p:grpSpPr>
        <a:xfrm>
          <a:off x="0" y="0"/>
          <a:ext cx="0" cy="0"/>
          <a:chOff x="0" y="0"/>
          <a:chExt cx="0" cy="0"/>
        </a:xfrm>
      </p:grpSpPr>
      <p:sp>
        <p:nvSpPr>
          <p:cNvPr id="797" name="Google Shape;797;g3b499654e41_0_8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798" name="Google Shape;798;g3b499654e41_0_823"/>
          <p:cNvSpPr txBox="1"/>
          <p:nvPr>
            <p:ph idx="1" type="subTitle"/>
          </p:nvPr>
        </p:nvSpPr>
        <p:spPr>
          <a:xfrm>
            <a:off x="1253224"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99" name="Google Shape;799;g3b499654e41_0_823"/>
          <p:cNvSpPr txBox="1"/>
          <p:nvPr>
            <p:ph idx="2" type="subTitle"/>
          </p:nvPr>
        </p:nvSpPr>
        <p:spPr>
          <a:xfrm>
            <a:off x="5079776"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00" name="Google Shape;800;g3b499654e41_0_823"/>
          <p:cNvSpPr txBox="1"/>
          <p:nvPr>
            <p:ph idx="3" type="subTitle"/>
          </p:nvPr>
        </p:nvSpPr>
        <p:spPr>
          <a:xfrm>
            <a:off x="1253224"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01" name="Google Shape;801;g3b499654e41_0_823"/>
          <p:cNvSpPr txBox="1"/>
          <p:nvPr>
            <p:ph idx="4" type="subTitle"/>
          </p:nvPr>
        </p:nvSpPr>
        <p:spPr>
          <a:xfrm>
            <a:off x="5079776"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02" name="Google Shape;802;g3b499654e41_0_823"/>
          <p:cNvSpPr txBox="1"/>
          <p:nvPr>
            <p:ph idx="5" type="subTitle"/>
          </p:nvPr>
        </p:nvSpPr>
        <p:spPr>
          <a:xfrm>
            <a:off x="1253225"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803" name="Google Shape;803;g3b499654e41_0_823"/>
          <p:cNvSpPr txBox="1"/>
          <p:nvPr>
            <p:ph idx="6" type="subTitle"/>
          </p:nvPr>
        </p:nvSpPr>
        <p:spPr>
          <a:xfrm>
            <a:off x="1253225"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804" name="Google Shape;804;g3b499654e41_0_823"/>
          <p:cNvSpPr txBox="1"/>
          <p:nvPr>
            <p:ph idx="7" type="subTitle"/>
          </p:nvPr>
        </p:nvSpPr>
        <p:spPr>
          <a:xfrm>
            <a:off x="5079750"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805" name="Google Shape;805;g3b499654e41_0_823"/>
          <p:cNvSpPr txBox="1"/>
          <p:nvPr>
            <p:ph idx="8" type="subTitle"/>
          </p:nvPr>
        </p:nvSpPr>
        <p:spPr>
          <a:xfrm>
            <a:off x="5079750"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806" name="Google Shape;806;g3b499654e41_0_823"/>
          <p:cNvGrpSpPr/>
          <p:nvPr/>
        </p:nvGrpSpPr>
        <p:grpSpPr>
          <a:xfrm>
            <a:off x="487075" y="3743424"/>
            <a:ext cx="8733034" cy="1098996"/>
            <a:chOff x="487075" y="3743424"/>
            <a:chExt cx="8733034" cy="1098996"/>
          </a:xfrm>
        </p:grpSpPr>
        <p:sp>
          <p:nvSpPr>
            <p:cNvPr id="807" name="Google Shape;807;g3b499654e41_0_823"/>
            <p:cNvSpPr/>
            <p:nvPr/>
          </p:nvSpPr>
          <p:spPr>
            <a:xfrm rot="5400000">
              <a:off x="8961054" y="37263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g3b499654e41_0_823"/>
            <p:cNvSpPr/>
            <p:nvPr/>
          </p:nvSpPr>
          <p:spPr>
            <a:xfrm rot="5400000">
              <a:off x="8721654" y="35274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9" name="Google Shape;809;g3b499654e41_0_823"/>
            <p:cNvGrpSpPr/>
            <p:nvPr/>
          </p:nvGrpSpPr>
          <p:grpSpPr>
            <a:xfrm rot="5400000">
              <a:off x="766702" y="4355902"/>
              <a:ext cx="206891" cy="766144"/>
              <a:chOff x="8650702" y="3525402"/>
              <a:chExt cx="206891" cy="766144"/>
            </a:xfrm>
          </p:grpSpPr>
          <p:sp>
            <p:nvSpPr>
              <p:cNvPr id="810" name="Google Shape;810;g3b499654e41_0_823"/>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g3b499654e41_0_823"/>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12" name="Google Shape;812;g3b499654e41_0_823"/>
          <p:cNvGrpSpPr/>
          <p:nvPr/>
        </p:nvGrpSpPr>
        <p:grpSpPr>
          <a:xfrm>
            <a:off x="197650" y="1003129"/>
            <a:ext cx="8689510" cy="2910487"/>
            <a:chOff x="197650" y="1003129"/>
            <a:chExt cx="8689510" cy="2910487"/>
          </a:xfrm>
        </p:grpSpPr>
        <p:sp>
          <p:nvSpPr>
            <p:cNvPr id="813" name="Google Shape;813;g3b499654e41_0_823"/>
            <p:cNvSpPr/>
            <p:nvPr/>
          </p:nvSpPr>
          <p:spPr>
            <a:xfrm>
              <a:off x="8847104" y="10031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g3b499654e41_0_823"/>
            <p:cNvSpPr/>
            <p:nvPr/>
          </p:nvSpPr>
          <p:spPr>
            <a:xfrm rot="10800000">
              <a:off x="197650" y="3472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5" name="Google Shape;815;g3b499654e41_0_823"/>
          <p:cNvGrpSpPr/>
          <p:nvPr/>
        </p:nvGrpSpPr>
        <p:grpSpPr>
          <a:xfrm>
            <a:off x="-30950" y="-166792"/>
            <a:ext cx="9501942" cy="5231668"/>
            <a:chOff x="-30950" y="-166792"/>
            <a:chExt cx="9501942" cy="5231668"/>
          </a:xfrm>
        </p:grpSpPr>
        <p:grpSp>
          <p:nvGrpSpPr>
            <p:cNvPr id="816" name="Google Shape;816;g3b499654e41_0_823"/>
            <p:cNvGrpSpPr/>
            <p:nvPr/>
          </p:nvGrpSpPr>
          <p:grpSpPr>
            <a:xfrm rot="-5400000">
              <a:off x="8362773" y="2998997"/>
              <a:ext cx="493320" cy="357312"/>
              <a:chOff x="1722354" y="229144"/>
              <a:chExt cx="1748743" cy="1266614"/>
            </a:xfrm>
          </p:grpSpPr>
          <p:sp>
            <p:nvSpPr>
              <p:cNvPr id="817" name="Google Shape;817;g3b499654e41_0_82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g3b499654e41_0_82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9" name="Google Shape;819;g3b499654e41_0_823"/>
            <p:cNvGrpSpPr/>
            <p:nvPr/>
          </p:nvGrpSpPr>
          <p:grpSpPr>
            <a:xfrm flipH="1" rot="10800000">
              <a:off x="8505734" y="1680043"/>
              <a:ext cx="965258" cy="273510"/>
              <a:chOff x="-6675" y="2881558"/>
              <a:chExt cx="9140700" cy="2059567"/>
            </a:xfrm>
          </p:grpSpPr>
          <p:cxnSp>
            <p:nvCxnSpPr>
              <p:cNvPr id="820" name="Google Shape;820;g3b499654e41_0_82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21" name="Google Shape;821;g3b499654e41_0_82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22" name="Google Shape;822;g3b499654e41_0_82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23" name="Google Shape;823;g3b499654e41_0_82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24" name="Google Shape;824;g3b499654e41_0_82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825" name="Google Shape;825;g3b499654e41_0_823"/>
            <p:cNvSpPr/>
            <p:nvPr/>
          </p:nvSpPr>
          <p:spPr>
            <a:xfrm rot="5400000">
              <a:off x="7121670" y="121727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826" name="Google Shape;826;g3b499654e41_0_823"/>
            <p:cNvSpPr/>
            <p:nvPr/>
          </p:nvSpPr>
          <p:spPr>
            <a:xfrm>
              <a:off x="-30950" y="2650075"/>
              <a:ext cx="581550" cy="241480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827" name="Google Shape;827;g3b499654e41_0_82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8" name="Shape 828"/>
        <p:cNvGrpSpPr/>
        <p:nvPr/>
      </p:nvGrpSpPr>
      <p:grpSpPr>
        <a:xfrm>
          <a:off x="0" y="0"/>
          <a:ext cx="0" cy="0"/>
          <a:chOff x="0" y="0"/>
          <a:chExt cx="0" cy="0"/>
        </a:xfrm>
      </p:grpSpPr>
      <p:sp>
        <p:nvSpPr>
          <p:cNvPr id="829" name="Google Shape;829;g3b499654e41_0_8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830" name="Google Shape;830;g3b499654e41_0_855"/>
          <p:cNvGrpSpPr/>
          <p:nvPr/>
        </p:nvGrpSpPr>
        <p:grpSpPr>
          <a:xfrm>
            <a:off x="-918332" y="-1192758"/>
            <a:ext cx="9848837" cy="7993544"/>
            <a:chOff x="-918332" y="-1192756"/>
            <a:chExt cx="9848837" cy="7993544"/>
          </a:xfrm>
        </p:grpSpPr>
        <p:grpSp>
          <p:nvGrpSpPr>
            <p:cNvPr id="831" name="Google Shape;831;g3b499654e41_0_855"/>
            <p:cNvGrpSpPr/>
            <p:nvPr/>
          </p:nvGrpSpPr>
          <p:grpSpPr>
            <a:xfrm flipH="1" rot="5400000">
              <a:off x="-385150" y="4070828"/>
              <a:ext cx="2196777" cy="3263142"/>
              <a:chOff x="308728" y="2619343"/>
              <a:chExt cx="2007289" cy="2981400"/>
            </a:xfrm>
          </p:grpSpPr>
          <p:cxnSp>
            <p:nvCxnSpPr>
              <p:cNvPr id="832" name="Google Shape;832;g3b499654e41_0_855"/>
              <p:cNvCxnSpPr/>
              <p:nvPr/>
            </p:nvCxnSpPr>
            <p:spPr>
              <a:xfrm>
                <a:off x="308728" y="2619343"/>
                <a:ext cx="0" cy="2981400"/>
              </a:xfrm>
              <a:prstGeom prst="straightConnector1">
                <a:avLst/>
              </a:prstGeom>
              <a:noFill/>
              <a:ln cap="flat" cmpd="sng" w="9525">
                <a:solidFill>
                  <a:schemeClr val="accent1"/>
                </a:solidFill>
                <a:prstDash val="solid"/>
                <a:round/>
                <a:headEnd len="sm" w="sm" type="none"/>
                <a:tailEnd len="sm" w="sm" type="none"/>
              </a:ln>
            </p:spPr>
          </p:cxnSp>
          <p:cxnSp>
            <p:nvCxnSpPr>
              <p:cNvPr id="833" name="Google Shape;833;g3b499654e41_0_855"/>
              <p:cNvCxnSpPr/>
              <p:nvPr/>
            </p:nvCxnSpPr>
            <p:spPr>
              <a:xfrm rot="-5400000">
                <a:off x="1795201" y="3757993"/>
                <a:ext cx="357300" cy="346800"/>
              </a:xfrm>
              <a:prstGeom prst="straightConnector1">
                <a:avLst/>
              </a:prstGeom>
              <a:noFill/>
              <a:ln cap="flat" cmpd="sng" w="9525">
                <a:solidFill>
                  <a:schemeClr val="accent1"/>
                </a:solidFill>
                <a:prstDash val="solid"/>
                <a:round/>
                <a:headEnd len="sm" w="sm" type="none"/>
                <a:tailEnd len="sm" w="sm" type="none"/>
              </a:ln>
            </p:spPr>
          </p:cxnSp>
          <p:sp>
            <p:nvSpPr>
              <p:cNvPr id="834" name="Google Shape;834;g3b499654e41_0_855"/>
              <p:cNvSpPr/>
              <p:nvPr/>
            </p:nvSpPr>
            <p:spPr>
              <a:xfrm>
                <a:off x="2122592" y="3591337"/>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5" name="Google Shape;835;g3b499654e41_0_855"/>
            <p:cNvGrpSpPr/>
            <p:nvPr/>
          </p:nvGrpSpPr>
          <p:grpSpPr>
            <a:xfrm>
              <a:off x="6549025" y="-95200"/>
              <a:ext cx="2381480" cy="750488"/>
              <a:chOff x="6549025" y="-95200"/>
              <a:chExt cx="2381480" cy="750488"/>
            </a:xfrm>
          </p:grpSpPr>
          <p:grpSp>
            <p:nvGrpSpPr>
              <p:cNvPr id="836" name="Google Shape;836;g3b499654e41_0_855"/>
              <p:cNvGrpSpPr/>
              <p:nvPr/>
            </p:nvGrpSpPr>
            <p:grpSpPr>
              <a:xfrm rot="-5400000">
                <a:off x="8505189" y="229972"/>
                <a:ext cx="493320" cy="357312"/>
                <a:chOff x="1722354" y="229144"/>
                <a:chExt cx="1748743" cy="1266614"/>
              </a:xfrm>
            </p:grpSpPr>
            <p:sp>
              <p:nvSpPr>
                <p:cNvPr id="837" name="Google Shape;837;g3b499654e41_0_85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g3b499654e41_0_85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9" name="Google Shape;839;g3b499654e41_0_855"/>
              <p:cNvSpPr/>
              <p:nvPr/>
            </p:nvSpPr>
            <p:spPr>
              <a:xfrm>
                <a:off x="6549025" y="-95200"/>
                <a:ext cx="2381475" cy="429625"/>
              </a:xfrm>
              <a:custGeom>
                <a:rect b="b" l="l" r="r" t="t"/>
                <a:pathLst>
                  <a:path extrusionOk="0" h="17185" w="95259">
                    <a:moveTo>
                      <a:pt x="0" y="2455"/>
                    </a:moveTo>
                    <a:lnTo>
                      <a:pt x="14731" y="17185"/>
                    </a:lnTo>
                    <a:lnTo>
                      <a:pt x="65552" y="17185"/>
                    </a:lnTo>
                    <a:lnTo>
                      <a:pt x="72303" y="10434"/>
                    </a:lnTo>
                    <a:lnTo>
                      <a:pt x="95259" y="10434"/>
                    </a:lnTo>
                    <a:lnTo>
                      <a:pt x="95259" y="0"/>
                    </a:lnTo>
                  </a:path>
                </a:pathLst>
              </a:custGeom>
              <a:noFill/>
              <a:ln cap="flat" cmpd="sng" w="9525">
                <a:solidFill>
                  <a:schemeClr val="accent1"/>
                </a:solidFill>
                <a:prstDash val="solid"/>
                <a:round/>
                <a:headEnd len="sm" w="sm" type="none"/>
                <a:tailEnd len="sm" w="sm" type="none"/>
              </a:ln>
            </p:spPr>
          </p:sp>
        </p:grpSp>
        <p:grpSp>
          <p:nvGrpSpPr>
            <p:cNvPr id="840" name="Google Shape;840;g3b499654e41_0_855"/>
            <p:cNvGrpSpPr/>
            <p:nvPr/>
          </p:nvGrpSpPr>
          <p:grpSpPr>
            <a:xfrm rot="5400000">
              <a:off x="6896425" y="-564435"/>
              <a:ext cx="1530153" cy="273510"/>
              <a:chOff x="-6675" y="2881558"/>
              <a:chExt cx="9140700" cy="2059567"/>
            </a:xfrm>
          </p:grpSpPr>
          <p:cxnSp>
            <p:nvCxnSpPr>
              <p:cNvPr id="841" name="Google Shape;841;g3b499654e41_0_85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42" name="Google Shape;842;g3b499654e41_0_85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43" name="Google Shape;843;g3b499654e41_0_85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44" name="Google Shape;844;g3b499654e41_0_85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845" name="Google Shape;845;g3b499654e41_0_85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846" name="Google Shape;846;g3b499654e41_0_855"/>
          <p:cNvGrpSpPr/>
          <p:nvPr/>
        </p:nvGrpSpPr>
        <p:grpSpPr>
          <a:xfrm>
            <a:off x="302565" y="1262597"/>
            <a:ext cx="9110252" cy="3563616"/>
            <a:chOff x="302565" y="1262597"/>
            <a:chExt cx="9110252" cy="3563616"/>
          </a:xfrm>
        </p:grpSpPr>
        <p:grpSp>
          <p:nvGrpSpPr>
            <p:cNvPr id="847" name="Google Shape;847;g3b499654e41_0_855"/>
            <p:cNvGrpSpPr/>
            <p:nvPr/>
          </p:nvGrpSpPr>
          <p:grpSpPr>
            <a:xfrm rot="5400000">
              <a:off x="-153826" y="4122543"/>
              <a:ext cx="1160061" cy="247279"/>
              <a:chOff x="8000023" y="2164543"/>
              <a:chExt cx="1160061" cy="247279"/>
            </a:xfrm>
          </p:grpSpPr>
          <p:sp>
            <p:nvSpPr>
              <p:cNvPr id="848" name="Google Shape;848;g3b499654e41_0_855"/>
              <p:cNvSpPr/>
              <p:nvPr/>
            </p:nvSpPr>
            <p:spPr>
              <a:xfrm rot="5400000">
                <a:off x="8215962" y="19486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g3b499654e41_0_855"/>
              <p:cNvSpPr/>
              <p:nvPr/>
            </p:nvSpPr>
            <p:spPr>
              <a:xfrm rot="-5400000">
                <a:off x="8708783" y="19605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0" name="Google Shape;850;g3b499654e41_0_855"/>
            <p:cNvGrpSpPr/>
            <p:nvPr/>
          </p:nvGrpSpPr>
          <p:grpSpPr>
            <a:xfrm>
              <a:off x="8578107" y="1262597"/>
              <a:ext cx="834710" cy="226937"/>
              <a:chOff x="8541257" y="2281497"/>
              <a:chExt cx="834710" cy="226937"/>
            </a:xfrm>
          </p:grpSpPr>
          <p:sp>
            <p:nvSpPr>
              <p:cNvPr id="851" name="Google Shape;851;g3b499654e41_0_855"/>
              <p:cNvSpPr/>
              <p:nvPr/>
            </p:nvSpPr>
            <p:spPr>
              <a:xfrm rot="5400000">
                <a:off x="9116912" y="2249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g3b499654e41_0_855"/>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53" name="Google Shape;853;g3b499654e41_0_855"/>
          <p:cNvGrpSpPr/>
          <p:nvPr/>
        </p:nvGrpSpPr>
        <p:grpSpPr>
          <a:xfrm>
            <a:off x="597187" y="977673"/>
            <a:ext cx="8723593" cy="3964768"/>
            <a:chOff x="597187" y="977673"/>
            <a:chExt cx="8723593" cy="3964768"/>
          </a:xfrm>
        </p:grpSpPr>
        <p:sp>
          <p:nvSpPr>
            <p:cNvPr id="854" name="Google Shape;854;g3b499654e41_0_855"/>
            <p:cNvSpPr/>
            <p:nvPr/>
          </p:nvSpPr>
          <p:spPr>
            <a:xfrm rot="5400000">
              <a:off x="9080312" y="7772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g3b499654e41_0_855"/>
            <p:cNvSpPr/>
            <p:nvPr/>
          </p:nvSpPr>
          <p:spPr>
            <a:xfrm rot="10800000">
              <a:off x="597187" y="45015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56" name="Google Shape;856;g3b499654e41_0_85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57" name="Shape 857"/>
        <p:cNvGrpSpPr/>
        <p:nvPr/>
      </p:nvGrpSpPr>
      <p:grpSpPr>
        <a:xfrm>
          <a:off x="0" y="0"/>
          <a:ext cx="0" cy="0"/>
          <a:chOff x="0" y="0"/>
          <a:chExt cx="0" cy="0"/>
        </a:xfrm>
      </p:grpSpPr>
      <p:sp>
        <p:nvSpPr>
          <p:cNvPr id="858" name="Google Shape;858;g3b499654e41_0_884"/>
          <p:cNvSpPr txBox="1"/>
          <p:nvPr>
            <p:ph hasCustomPrompt="1" type="title"/>
          </p:nvPr>
        </p:nvSpPr>
        <p:spPr>
          <a:xfrm>
            <a:off x="2405125" y="2040775"/>
            <a:ext cx="5307000" cy="9981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859" name="Google Shape;859;g3b499654e41_0_884"/>
          <p:cNvSpPr txBox="1"/>
          <p:nvPr>
            <p:ph idx="1" type="subTitle"/>
          </p:nvPr>
        </p:nvSpPr>
        <p:spPr>
          <a:xfrm>
            <a:off x="2405125" y="3038875"/>
            <a:ext cx="53070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860" name="Google Shape;860;g3b499654e41_0_884"/>
          <p:cNvGrpSpPr/>
          <p:nvPr/>
        </p:nvGrpSpPr>
        <p:grpSpPr>
          <a:xfrm>
            <a:off x="320869" y="892488"/>
            <a:ext cx="5247943" cy="4005530"/>
            <a:chOff x="320869" y="892488"/>
            <a:chExt cx="5247943" cy="4005530"/>
          </a:xfrm>
        </p:grpSpPr>
        <p:sp>
          <p:nvSpPr>
            <p:cNvPr id="861" name="Google Shape;861;g3b499654e41_0_884"/>
            <p:cNvSpPr/>
            <p:nvPr/>
          </p:nvSpPr>
          <p:spPr>
            <a:xfrm rot="10800000">
              <a:off x="320869" y="8924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g3b499654e41_0_884"/>
            <p:cNvSpPr/>
            <p:nvPr/>
          </p:nvSpPr>
          <p:spPr>
            <a:xfrm rot="5400000">
              <a:off x="5328344" y="4657550"/>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3" name="Google Shape;863;g3b499654e41_0_884"/>
          <p:cNvGrpSpPr/>
          <p:nvPr/>
        </p:nvGrpSpPr>
        <p:grpSpPr>
          <a:xfrm>
            <a:off x="1123153" y="-134519"/>
            <a:ext cx="5670106" cy="5849862"/>
            <a:chOff x="1123153" y="-134519"/>
            <a:chExt cx="5670106" cy="5849862"/>
          </a:xfrm>
        </p:grpSpPr>
        <p:grpSp>
          <p:nvGrpSpPr>
            <p:cNvPr id="864" name="Google Shape;864;g3b499654e41_0_884"/>
            <p:cNvGrpSpPr/>
            <p:nvPr/>
          </p:nvGrpSpPr>
          <p:grpSpPr>
            <a:xfrm>
              <a:off x="1123153" y="-134519"/>
              <a:ext cx="5670106" cy="5032541"/>
              <a:chOff x="1123153" y="-134519"/>
              <a:chExt cx="5670106" cy="5032541"/>
            </a:xfrm>
          </p:grpSpPr>
          <p:sp>
            <p:nvSpPr>
              <p:cNvPr id="865" name="Google Shape;865;g3b499654e41_0_884"/>
              <p:cNvSpPr/>
              <p:nvPr/>
            </p:nvSpPr>
            <p:spPr>
              <a:xfrm>
                <a:off x="1123153" y="-134519"/>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66" name="Google Shape;866;g3b499654e41_0_884"/>
              <p:cNvGrpSpPr/>
              <p:nvPr/>
            </p:nvGrpSpPr>
            <p:grpSpPr>
              <a:xfrm>
                <a:off x="5633198" y="4650743"/>
                <a:ext cx="1160061" cy="247279"/>
                <a:chOff x="8208698" y="2109318"/>
                <a:chExt cx="1160061" cy="247279"/>
              </a:xfrm>
            </p:grpSpPr>
            <p:sp>
              <p:nvSpPr>
                <p:cNvPr id="867" name="Google Shape;867;g3b499654e41_0_884"/>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g3b499654e41_0_884"/>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69" name="Google Shape;869;g3b499654e41_0_884"/>
            <p:cNvGrpSpPr/>
            <p:nvPr/>
          </p:nvGrpSpPr>
          <p:grpSpPr>
            <a:xfrm>
              <a:off x="3220925" y="4604000"/>
              <a:ext cx="1111343" cy="1111343"/>
              <a:chOff x="8307725" y="278700"/>
              <a:chExt cx="1111343" cy="1111343"/>
            </a:xfrm>
          </p:grpSpPr>
          <p:sp>
            <p:nvSpPr>
              <p:cNvPr id="870" name="Google Shape;870;g3b499654e41_0_884"/>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3b499654e41_0_884"/>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72" name="Google Shape;872;g3b499654e41_0_884"/>
          <p:cNvGrpSpPr/>
          <p:nvPr/>
        </p:nvGrpSpPr>
        <p:grpSpPr>
          <a:xfrm>
            <a:off x="575287" y="-1805003"/>
            <a:ext cx="9569624" cy="9389960"/>
            <a:chOff x="575287" y="-1805003"/>
            <a:chExt cx="9569624" cy="9389960"/>
          </a:xfrm>
        </p:grpSpPr>
        <p:grpSp>
          <p:nvGrpSpPr>
            <p:cNvPr id="873" name="Google Shape;873;g3b499654e41_0_884"/>
            <p:cNvGrpSpPr/>
            <p:nvPr/>
          </p:nvGrpSpPr>
          <p:grpSpPr>
            <a:xfrm>
              <a:off x="575287" y="-1805003"/>
              <a:ext cx="9569624" cy="7775529"/>
              <a:chOff x="575287" y="-1805003"/>
              <a:chExt cx="9569624" cy="7775529"/>
            </a:xfrm>
          </p:grpSpPr>
          <p:grpSp>
            <p:nvGrpSpPr>
              <p:cNvPr id="874" name="Google Shape;874;g3b499654e41_0_884"/>
              <p:cNvGrpSpPr/>
              <p:nvPr/>
            </p:nvGrpSpPr>
            <p:grpSpPr>
              <a:xfrm>
                <a:off x="575287" y="-1805003"/>
                <a:ext cx="681217" cy="3360485"/>
                <a:chOff x="1121833" y="-3524490"/>
                <a:chExt cx="1498167" cy="7390555"/>
              </a:xfrm>
            </p:grpSpPr>
            <p:cxnSp>
              <p:nvCxnSpPr>
                <p:cNvPr id="875" name="Google Shape;875;g3b499654e41_0_884"/>
                <p:cNvCxnSpPr/>
                <p:nvPr/>
              </p:nvCxnSpPr>
              <p:spPr>
                <a:xfrm rot="10800000">
                  <a:off x="1121833" y="-3524490"/>
                  <a:ext cx="0" cy="587070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g3b499654e41_0_884"/>
                <p:cNvCxnSpPr/>
                <p:nvPr/>
              </p:nvCxnSpPr>
              <p:spPr>
                <a:xfrm>
                  <a:off x="1121833" y="2348225"/>
                  <a:ext cx="1158600" cy="1141200"/>
                </a:xfrm>
                <a:prstGeom prst="straightConnector1">
                  <a:avLst/>
                </a:prstGeom>
                <a:noFill/>
                <a:ln cap="flat" cmpd="sng" w="9525">
                  <a:solidFill>
                    <a:schemeClr val="lt1"/>
                  </a:solidFill>
                  <a:prstDash val="solid"/>
                  <a:round/>
                  <a:headEnd len="sm" w="sm" type="none"/>
                  <a:tailEnd len="sm" w="sm" type="none"/>
                </a:ln>
              </p:spPr>
            </p:cxnSp>
            <p:sp>
              <p:nvSpPr>
                <p:cNvPr id="877" name="Google Shape;877;g3b499654e41_0_884"/>
                <p:cNvSpPr/>
                <p:nvPr/>
              </p:nvSpPr>
              <p:spPr>
                <a:xfrm rot="5400000">
                  <a:off x="2196889" y="3442953"/>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8" name="Google Shape;878;g3b499654e41_0_884"/>
              <p:cNvGrpSpPr/>
              <p:nvPr/>
            </p:nvGrpSpPr>
            <p:grpSpPr>
              <a:xfrm flipH="1" rot="5400000">
                <a:off x="6933401" y="2759016"/>
                <a:ext cx="2550619" cy="3872400"/>
                <a:chOff x="1857762" y="2762827"/>
                <a:chExt cx="2550619" cy="3872400"/>
              </a:xfrm>
            </p:grpSpPr>
            <p:cxnSp>
              <p:nvCxnSpPr>
                <p:cNvPr id="879" name="Google Shape;879;g3b499654e41_0_884"/>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880" name="Google Shape;880;g3b499654e41_0_884"/>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881" name="Google Shape;881;g3b499654e41_0_884"/>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2" name="Google Shape;882;g3b499654e41_0_884"/>
              <p:cNvGrpSpPr/>
              <p:nvPr/>
            </p:nvGrpSpPr>
            <p:grpSpPr>
              <a:xfrm rot="-5400000">
                <a:off x="8362764" y="67997"/>
                <a:ext cx="493320" cy="357312"/>
                <a:chOff x="1722354" y="229144"/>
                <a:chExt cx="1748743" cy="1266614"/>
              </a:xfrm>
            </p:grpSpPr>
            <p:sp>
              <p:nvSpPr>
                <p:cNvPr id="883" name="Google Shape;883;g3b499654e41_0_88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g3b499654e41_0_88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85" name="Google Shape;885;g3b499654e41_0_884"/>
            <p:cNvGrpSpPr/>
            <p:nvPr/>
          </p:nvGrpSpPr>
          <p:grpSpPr>
            <a:xfrm rot="10800000">
              <a:off x="7090738" y="4224471"/>
              <a:ext cx="681216" cy="3360486"/>
              <a:chOff x="1337800" y="-2525590"/>
              <a:chExt cx="1498167" cy="7390555"/>
            </a:xfrm>
          </p:grpSpPr>
          <p:cxnSp>
            <p:nvCxnSpPr>
              <p:cNvPr id="886" name="Google Shape;886;g3b499654e41_0_884"/>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887" name="Google Shape;887;g3b499654e41_0_884"/>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888" name="Google Shape;888;g3b499654e41_0_884"/>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9" name="Shape 889"/>
        <p:cNvGrpSpPr/>
        <p:nvPr/>
      </p:nvGrpSpPr>
      <p:grpSpPr>
        <a:xfrm>
          <a:off x="0" y="0"/>
          <a:ext cx="0" cy="0"/>
          <a:chOff x="0" y="0"/>
          <a:chExt cx="0" cy="0"/>
        </a:xfrm>
      </p:grpSpPr>
      <p:sp>
        <p:nvSpPr>
          <p:cNvPr id="890" name="Google Shape;890;g3b499654e41_0_9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1" name="Google Shape;891;g3b499654e41_0_916"/>
          <p:cNvSpPr txBox="1"/>
          <p:nvPr>
            <p:ph idx="1" type="body"/>
          </p:nvPr>
        </p:nvSpPr>
        <p:spPr>
          <a:xfrm>
            <a:off x="720000" y="1056776"/>
            <a:ext cx="7704000" cy="4218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grpSp>
        <p:nvGrpSpPr>
          <p:cNvPr id="892" name="Google Shape;892;g3b499654e41_0_916"/>
          <p:cNvGrpSpPr/>
          <p:nvPr/>
        </p:nvGrpSpPr>
        <p:grpSpPr>
          <a:xfrm>
            <a:off x="188277" y="1651177"/>
            <a:ext cx="8669316" cy="2098194"/>
            <a:chOff x="188277" y="1651177"/>
            <a:chExt cx="8669316" cy="2098194"/>
          </a:xfrm>
        </p:grpSpPr>
        <p:sp>
          <p:nvSpPr>
            <p:cNvPr id="893" name="Google Shape;893;g3b499654e41_0_916"/>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g3b499654e41_0_916"/>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5" name="Google Shape;895;g3b499654e41_0_916"/>
            <p:cNvGrpSpPr/>
            <p:nvPr/>
          </p:nvGrpSpPr>
          <p:grpSpPr>
            <a:xfrm>
              <a:off x="188277" y="2983227"/>
              <a:ext cx="206891" cy="766144"/>
              <a:chOff x="8650702" y="3525402"/>
              <a:chExt cx="206891" cy="766144"/>
            </a:xfrm>
          </p:grpSpPr>
          <p:sp>
            <p:nvSpPr>
              <p:cNvPr id="896" name="Google Shape;896;g3b499654e41_0_916"/>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g3b499654e41_0_916"/>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98" name="Google Shape;898;g3b499654e41_0_916"/>
          <p:cNvGrpSpPr/>
          <p:nvPr/>
        </p:nvGrpSpPr>
        <p:grpSpPr>
          <a:xfrm>
            <a:off x="-1181862" y="-331600"/>
            <a:ext cx="11020271" cy="5673388"/>
            <a:chOff x="-1181862" y="-331600"/>
            <a:chExt cx="11020271" cy="5673388"/>
          </a:xfrm>
        </p:grpSpPr>
        <p:grpSp>
          <p:nvGrpSpPr>
            <p:cNvPr id="899" name="Google Shape;899;g3b499654e41_0_916"/>
            <p:cNvGrpSpPr/>
            <p:nvPr/>
          </p:nvGrpSpPr>
          <p:grpSpPr>
            <a:xfrm>
              <a:off x="8873150" y="1130916"/>
              <a:ext cx="965258" cy="273510"/>
              <a:chOff x="-6675" y="2881558"/>
              <a:chExt cx="9140700" cy="2059567"/>
            </a:xfrm>
          </p:grpSpPr>
          <p:cxnSp>
            <p:nvCxnSpPr>
              <p:cNvPr id="900" name="Google Shape;900;g3b499654e41_0_91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01" name="Google Shape;901;g3b499654e41_0_91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02" name="Google Shape;902;g3b499654e41_0_91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03" name="Google Shape;903;g3b499654e41_0_91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04" name="Google Shape;904;g3b499654e41_0_91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905" name="Google Shape;905;g3b499654e41_0_916"/>
            <p:cNvSpPr/>
            <p:nvPr/>
          </p:nvSpPr>
          <p:spPr>
            <a:xfrm>
              <a:off x="8095400" y="-33160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906" name="Google Shape;906;g3b499654e41_0_916"/>
            <p:cNvGrpSpPr/>
            <p:nvPr/>
          </p:nvGrpSpPr>
          <p:grpSpPr>
            <a:xfrm flipH="1" rot="10800000">
              <a:off x="8650689" y="182196"/>
              <a:ext cx="493320" cy="357312"/>
              <a:chOff x="1722354" y="229144"/>
              <a:chExt cx="1748743" cy="1266614"/>
            </a:xfrm>
          </p:grpSpPr>
          <p:sp>
            <p:nvSpPr>
              <p:cNvPr id="907" name="Google Shape;907;g3b499654e41_0_91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g3b499654e41_0_91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9" name="Google Shape;909;g3b499654e41_0_916"/>
            <p:cNvSpPr/>
            <p:nvPr/>
          </p:nvSpPr>
          <p:spPr>
            <a:xfrm rot="5400000">
              <a:off x="-191675" y="348120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910" name="Google Shape;910;g3b499654e41_0_916"/>
            <p:cNvGrpSpPr/>
            <p:nvPr/>
          </p:nvGrpSpPr>
          <p:grpSpPr>
            <a:xfrm flipH="1" rot="-5400000">
              <a:off x="159064" y="4046095"/>
              <a:ext cx="493320" cy="357312"/>
              <a:chOff x="1722354" y="229144"/>
              <a:chExt cx="1748743" cy="1266614"/>
            </a:xfrm>
          </p:grpSpPr>
          <p:sp>
            <p:nvSpPr>
              <p:cNvPr id="911" name="Google Shape;911;g3b499654e41_0_91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g3b499654e41_0_91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3" name="Google Shape;913;g3b499654e41_0_916"/>
            <p:cNvGrpSpPr/>
            <p:nvPr/>
          </p:nvGrpSpPr>
          <p:grpSpPr>
            <a:xfrm>
              <a:off x="-776975" y="4800516"/>
              <a:ext cx="965258" cy="273510"/>
              <a:chOff x="-6675" y="2881558"/>
              <a:chExt cx="9140700" cy="2059567"/>
            </a:xfrm>
          </p:grpSpPr>
          <p:cxnSp>
            <p:nvCxnSpPr>
              <p:cNvPr id="914" name="Google Shape;914;g3b499654e41_0_91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15" name="Google Shape;915;g3b499654e41_0_91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16" name="Google Shape;916;g3b499654e41_0_91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17" name="Google Shape;917;g3b499654e41_0_91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18" name="Google Shape;918;g3b499654e41_0_91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919" name="Google Shape;919;g3b499654e41_0_916"/>
          <p:cNvGrpSpPr/>
          <p:nvPr/>
        </p:nvGrpSpPr>
        <p:grpSpPr>
          <a:xfrm>
            <a:off x="-142612" y="-168664"/>
            <a:ext cx="7919030" cy="2888968"/>
            <a:chOff x="-142612" y="-168664"/>
            <a:chExt cx="7919030" cy="2888968"/>
          </a:xfrm>
        </p:grpSpPr>
        <p:sp>
          <p:nvSpPr>
            <p:cNvPr id="920" name="Google Shape;920;g3b499654e41_0_916"/>
            <p:cNvSpPr/>
            <p:nvPr/>
          </p:nvSpPr>
          <p:spPr>
            <a:xfrm rot="10800000">
              <a:off x="7736362" y="-1686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g3b499654e41_0_916"/>
            <p:cNvSpPr/>
            <p:nvPr/>
          </p:nvSpPr>
          <p:spPr>
            <a:xfrm rot="5400000">
              <a:off x="57800" y="2479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2" name="Google Shape;922;g3b499654e41_0_91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23" name="Shape 923"/>
        <p:cNvGrpSpPr/>
        <p:nvPr/>
      </p:nvGrpSpPr>
      <p:grpSpPr>
        <a:xfrm>
          <a:off x="0" y="0"/>
          <a:ext cx="0" cy="0"/>
          <a:chOff x="0" y="0"/>
          <a:chExt cx="0" cy="0"/>
        </a:xfrm>
      </p:grpSpPr>
      <p:sp>
        <p:nvSpPr>
          <p:cNvPr id="924" name="Google Shape;924;g3b499654e41_0_950"/>
          <p:cNvSpPr txBox="1"/>
          <p:nvPr>
            <p:ph type="title"/>
          </p:nvPr>
        </p:nvSpPr>
        <p:spPr>
          <a:xfrm>
            <a:off x="1782650" y="711700"/>
            <a:ext cx="2893200" cy="90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25" name="Google Shape;925;g3b499654e41_0_950"/>
          <p:cNvSpPr txBox="1"/>
          <p:nvPr>
            <p:ph idx="1" type="subTitle"/>
          </p:nvPr>
        </p:nvSpPr>
        <p:spPr>
          <a:xfrm>
            <a:off x="1782650" y="1616297"/>
            <a:ext cx="2893200" cy="28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926" name="Google Shape;926;g3b499654e41_0_950"/>
          <p:cNvSpPr/>
          <p:nvPr>
            <p:ph idx="2" type="pic"/>
          </p:nvPr>
        </p:nvSpPr>
        <p:spPr>
          <a:xfrm>
            <a:off x="4752038" y="824113"/>
            <a:ext cx="2787000" cy="3558300"/>
          </a:xfrm>
          <a:prstGeom prst="rect">
            <a:avLst/>
          </a:prstGeom>
          <a:noFill/>
          <a:ln>
            <a:noFill/>
          </a:ln>
        </p:spPr>
      </p:sp>
      <p:grpSp>
        <p:nvGrpSpPr>
          <p:cNvPr id="927" name="Google Shape;927;g3b499654e41_0_950"/>
          <p:cNvGrpSpPr/>
          <p:nvPr/>
        </p:nvGrpSpPr>
        <p:grpSpPr>
          <a:xfrm>
            <a:off x="260189" y="195827"/>
            <a:ext cx="7049955" cy="4729917"/>
            <a:chOff x="260189" y="195827"/>
            <a:chExt cx="7049955" cy="4729917"/>
          </a:xfrm>
        </p:grpSpPr>
        <p:grpSp>
          <p:nvGrpSpPr>
            <p:cNvPr id="928" name="Google Shape;928;g3b499654e41_0_950"/>
            <p:cNvGrpSpPr/>
            <p:nvPr/>
          </p:nvGrpSpPr>
          <p:grpSpPr>
            <a:xfrm rot="-5400000">
              <a:off x="6786639" y="4402239"/>
              <a:ext cx="177741" cy="869269"/>
              <a:chOff x="8535452" y="1548052"/>
              <a:chExt cx="177741" cy="869269"/>
            </a:xfrm>
          </p:grpSpPr>
          <p:sp>
            <p:nvSpPr>
              <p:cNvPr id="929" name="Google Shape;929;g3b499654e41_0_950"/>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g3b499654e41_0_950"/>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1" name="Google Shape;931;g3b499654e41_0_950"/>
            <p:cNvGrpSpPr/>
            <p:nvPr/>
          </p:nvGrpSpPr>
          <p:grpSpPr>
            <a:xfrm rot="10800000">
              <a:off x="260189" y="195827"/>
              <a:ext cx="177741" cy="687344"/>
              <a:chOff x="8535452" y="1335702"/>
              <a:chExt cx="177741" cy="687344"/>
            </a:xfrm>
          </p:grpSpPr>
          <p:sp>
            <p:nvSpPr>
              <p:cNvPr id="932" name="Google Shape;932;g3b499654e41_0_950"/>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g3b499654e41_0_950"/>
              <p:cNvSpPr/>
              <p:nvPr/>
            </p:nvSpPr>
            <p:spPr>
              <a:xfrm rot="10800000">
                <a:off x="85354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934" name="Google Shape;934;g3b499654e41_0_950"/>
          <p:cNvGrpSpPr/>
          <p:nvPr/>
        </p:nvGrpSpPr>
        <p:grpSpPr>
          <a:xfrm>
            <a:off x="-867949" y="-315450"/>
            <a:ext cx="10098949" cy="5241211"/>
            <a:chOff x="-867949" y="-315450"/>
            <a:chExt cx="10098949" cy="5241211"/>
          </a:xfrm>
        </p:grpSpPr>
        <p:sp>
          <p:nvSpPr>
            <p:cNvPr id="935" name="Google Shape;935;g3b499654e41_0_950"/>
            <p:cNvSpPr/>
            <p:nvPr/>
          </p:nvSpPr>
          <p:spPr>
            <a:xfrm>
              <a:off x="6756300" y="4613375"/>
              <a:ext cx="2474700" cy="312375"/>
            </a:xfrm>
            <a:custGeom>
              <a:rect b="b" l="l" r="r" t="t"/>
              <a:pathLst>
                <a:path extrusionOk="0" h="12495" w="98988">
                  <a:moveTo>
                    <a:pt x="0" y="0"/>
                  </a:moveTo>
                  <a:lnTo>
                    <a:pt x="37363" y="0"/>
                  </a:lnTo>
                  <a:lnTo>
                    <a:pt x="49858" y="12495"/>
                  </a:lnTo>
                  <a:lnTo>
                    <a:pt x="98988" y="12495"/>
                  </a:lnTo>
                </a:path>
              </a:pathLst>
            </a:custGeom>
            <a:noFill/>
            <a:ln cap="flat" cmpd="sng" w="9525">
              <a:solidFill>
                <a:schemeClr val="accent1"/>
              </a:solidFill>
              <a:prstDash val="solid"/>
              <a:round/>
              <a:headEnd len="sm" w="sm" type="none"/>
              <a:tailEnd len="sm" w="sm" type="none"/>
            </a:ln>
          </p:spPr>
        </p:sp>
        <p:grpSp>
          <p:nvGrpSpPr>
            <p:cNvPr id="936" name="Google Shape;936;g3b499654e41_0_950"/>
            <p:cNvGrpSpPr/>
            <p:nvPr/>
          </p:nvGrpSpPr>
          <p:grpSpPr>
            <a:xfrm flipH="1" rot="-5400000">
              <a:off x="8430782" y="4500445"/>
              <a:ext cx="493320" cy="357312"/>
              <a:chOff x="1722354" y="229144"/>
              <a:chExt cx="1748743" cy="1266614"/>
            </a:xfrm>
          </p:grpSpPr>
          <p:sp>
            <p:nvSpPr>
              <p:cNvPr id="937" name="Google Shape;937;g3b499654e41_0_95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3b499654e41_0_95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9" name="Google Shape;939;g3b499654e41_0_950"/>
            <p:cNvSpPr/>
            <p:nvPr/>
          </p:nvSpPr>
          <p:spPr>
            <a:xfrm>
              <a:off x="-174975" y="-315450"/>
              <a:ext cx="1914059" cy="4400511"/>
            </a:xfrm>
            <a:custGeom>
              <a:rect b="b" l="l" r="r" t="t"/>
              <a:pathLst>
                <a:path extrusionOk="0" h="126889" w="55192">
                  <a:moveTo>
                    <a:pt x="0" y="126889"/>
                  </a:moveTo>
                  <a:lnTo>
                    <a:pt x="24140" y="102749"/>
                  </a:lnTo>
                  <a:lnTo>
                    <a:pt x="24140" y="42943"/>
                  </a:lnTo>
                  <a:lnTo>
                    <a:pt x="55192" y="25015"/>
                  </a:lnTo>
                  <a:lnTo>
                    <a:pt x="55192" y="0"/>
                  </a:lnTo>
                </a:path>
              </a:pathLst>
            </a:custGeom>
            <a:noFill/>
            <a:ln cap="flat" cmpd="sng" w="9525">
              <a:solidFill>
                <a:schemeClr val="accent1"/>
              </a:solidFill>
              <a:prstDash val="solid"/>
              <a:round/>
              <a:headEnd len="sm" w="sm" type="none"/>
              <a:tailEnd len="sm" w="sm" type="none"/>
            </a:ln>
          </p:spPr>
        </p:sp>
        <p:grpSp>
          <p:nvGrpSpPr>
            <p:cNvPr id="940" name="Google Shape;940;g3b499654e41_0_950"/>
            <p:cNvGrpSpPr/>
            <p:nvPr/>
          </p:nvGrpSpPr>
          <p:grpSpPr>
            <a:xfrm rot="10800000">
              <a:off x="662658" y="2962921"/>
              <a:ext cx="493320" cy="357312"/>
              <a:chOff x="1722354" y="229144"/>
              <a:chExt cx="1748743" cy="1266614"/>
            </a:xfrm>
          </p:grpSpPr>
          <p:sp>
            <p:nvSpPr>
              <p:cNvPr id="941" name="Google Shape;941;g3b499654e41_0_95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g3b499654e41_0_95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3" name="Google Shape;943;g3b499654e41_0_950"/>
            <p:cNvGrpSpPr/>
            <p:nvPr/>
          </p:nvGrpSpPr>
          <p:grpSpPr>
            <a:xfrm>
              <a:off x="-867949" y="1748041"/>
              <a:ext cx="1530153" cy="273510"/>
              <a:chOff x="-6675" y="2881558"/>
              <a:chExt cx="9140700" cy="2059567"/>
            </a:xfrm>
          </p:grpSpPr>
          <p:cxnSp>
            <p:nvCxnSpPr>
              <p:cNvPr id="944" name="Google Shape;944;g3b499654e41_0_95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45" name="Google Shape;945;g3b499654e41_0_95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46" name="Google Shape;946;g3b499654e41_0_95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47" name="Google Shape;947;g3b499654e41_0_95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48" name="Google Shape;948;g3b499654e41_0_95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949" name="Google Shape;949;g3b499654e41_0_950"/>
          <p:cNvGrpSpPr/>
          <p:nvPr/>
        </p:nvGrpSpPr>
        <p:grpSpPr>
          <a:xfrm>
            <a:off x="609462" y="-114064"/>
            <a:ext cx="8313331" cy="4565380"/>
            <a:chOff x="609462" y="-114064"/>
            <a:chExt cx="8313331" cy="4565380"/>
          </a:xfrm>
        </p:grpSpPr>
        <p:sp>
          <p:nvSpPr>
            <p:cNvPr id="950" name="Google Shape;950;g3b499654e41_0_950"/>
            <p:cNvSpPr/>
            <p:nvPr/>
          </p:nvSpPr>
          <p:spPr>
            <a:xfrm rot="10800000">
              <a:off x="8882737" y="40104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g3b499654e41_0_950"/>
            <p:cNvSpPr/>
            <p:nvPr/>
          </p:nvSpPr>
          <p:spPr>
            <a:xfrm rot="10800000">
              <a:off x="609462" y="-1140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2" name="Shape 952"/>
        <p:cNvGrpSpPr/>
        <p:nvPr/>
      </p:nvGrpSpPr>
      <p:grpSpPr>
        <a:xfrm>
          <a:off x="0" y="0"/>
          <a:ext cx="0" cy="0"/>
          <a:chOff x="0" y="0"/>
          <a:chExt cx="0" cy="0"/>
        </a:xfrm>
      </p:grpSpPr>
      <p:sp>
        <p:nvSpPr>
          <p:cNvPr id="953" name="Google Shape;953;g3b499654e41_0_979"/>
          <p:cNvSpPr txBox="1"/>
          <p:nvPr>
            <p:ph type="title"/>
          </p:nvPr>
        </p:nvSpPr>
        <p:spPr>
          <a:xfrm>
            <a:off x="2317950" y="1307100"/>
            <a:ext cx="4508100" cy="1883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954" name="Google Shape;954;g3b499654e41_0_979"/>
          <p:cNvGrpSpPr/>
          <p:nvPr/>
        </p:nvGrpSpPr>
        <p:grpSpPr>
          <a:xfrm rot="10800000">
            <a:off x="7395131" y="2150405"/>
            <a:ext cx="2855469" cy="3872400"/>
            <a:chOff x="1857762" y="2762827"/>
            <a:chExt cx="2855469" cy="3872400"/>
          </a:xfrm>
        </p:grpSpPr>
        <p:cxnSp>
          <p:nvCxnSpPr>
            <p:cNvPr id="955" name="Google Shape;955;g3b499654e41_0_979"/>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956" name="Google Shape;956;g3b499654e41_0_979"/>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957" name="Google Shape;957;g3b499654e41_0_979"/>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8" name="Google Shape;958;g3b499654e41_0_979"/>
          <p:cNvGrpSpPr/>
          <p:nvPr/>
        </p:nvGrpSpPr>
        <p:grpSpPr>
          <a:xfrm>
            <a:off x="527082" y="3400311"/>
            <a:ext cx="8344568" cy="1243755"/>
            <a:chOff x="527082" y="3400311"/>
            <a:chExt cx="8344568" cy="1243755"/>
          </a:xfrm>
        </p:grpSpPr>
        <p:sp>
          <p:nvSpPr>
            <p:cNvPr id="959" name="Google Shape;959;g3b499654e41_0_979"/>
            <p:cNvSpPr/>
            <p:nvPr/>
          </p:nvSpPr>
          <p:spPr>
            <a:xfrm flipH="1">
              <a:off x="527082" y="34003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g3b499654e41_0_979"/>
            <p:cNvSpPr/>
            <p:nvPr/>
          </p:nvSpPr>
          <p:spPr>
            <a:xfrm flipH="1" rot="5400000">
              <a:off x="8631182" y="440359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1" name="Google Shape;961;g3b499654e41_0_979"/>
          <p:cNvGrpSpPr/>
          <p:nvPr/>
        </p:nvGrpSpPr>
        <p:grpSpPr>
          <a:xfrm>
            <a:off x="-3151463" y="-3408102"/>
            <a:ext cx="11831667" cy="9065208"/>
            <a:chOff x="-3151463" y="-3408102"/>
            <a:chExt cx="11831667" cy="9065208"/>
          </a:xfrm>
        </p:grpSpPr>
        <p:grpSp>
          <p:nvGrpSpPr>
            <p:cNvPr id="962" name="Google Shape;962;g3b499654e41_0_979"/>
            <p:cNvGrpSpPr/>
            <p:nvPr/>
          </p:nvGrpSpPr>
          <p:grpSpPr>
            <a:xfrm flipH="1" rot="10800000">
              <a:off x="309699" y="2296619"/>
              <a:ext cx="681216" cy="3360486"/>
              <a:chOff x="1337800" y="-2525590"/>
              <a:chExt cx="1498167" cy="7390555"/>
            </a:xfrm>
          </p:grpSpPr>
          <p:cxnSp>
            <p:nvCxnSpPr>
              <p:cNvPr id="963" name="Google Shape;963;g3b499654e41_0_979"/>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964" name="Google Shape;964;g3b499654e41_0_979"/>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965" name="Google Shape;965;g3b499654e41_0_97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6" name="Google Shape;966;g3b499654e41_0_979"/>
            <p:cNvGrpSpPr/>
            <p:nvPr/>
          </p:nvGrpSpPr>
          <p:grpSpPr>
            <a:xfrm flipH="1">
              <a:off x="7998988" y="-1945430"/>
              <a:ext cx="681216" cy="3360486"/>
              <a:chOff x="1337800" y="-2525590"/>
              <a:chExt cx="1498167" cy="7390555"/>
            </a:xfrm>
          </p:grpSpPr>
          <p:cxnSp>
            <p:nvCxnSpPr>
              <p:cNvPr id="967" name="Google Shape;967;g3b499654e41_0_979"/>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968" name="Google Shape;968;g3b499654e41_0_979"/>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969" name="Google Shape;969;g3b499654e41_0_97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0" name="Google Shape;970;g3b499654e41_0_979"/>
            <p:cNvGrpSpPr/>
            <p:nvPr/>
          </p:nvGrpSpPr>
          <p:grpSpPr>
            <a:xfrm flipH="1" rot="-5400000">
              <a:off x="-12066" y="-1786200"/>
              <a:ext cx="3859204" cy="615399"/>
              <a:chOff x="-6675" y="307100"/>
              <a:chExt cx="9140700" cy="4634025"/>
            </a:xfrm>
          </p:grpSpPr>
          <p:cxnSp>
            <p:nvCxnSpPr>
              <p:cNvPr id="971" name="Google Shape;971;g3b499654e41_0_979"/>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2" name="Google Shape;972;g3b499654e41_0_979"/>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3" name="Google Shape;973;g3b499654e41_0_979"/>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4" name="Google Shape;974;g3b499654e41_0_979"/>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5" name="Google Shape;975;g3b499654e41_0_979"/>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6" name="Google Shape;976;g3b499654e41_0_97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7" name="Google Shape;977;g3b499654e41_0_97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8" name="Google Shape;978;g3b499654e41_0_97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79" name="Google Shape;979;g3b499654e41_0_97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980" name="Google Shape;980;g3b499654e41_0_97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981" name="Google Shape;981;g3b499654e41_0_979"/>
            <p:cNvSpPr/>
            <p:nvPr/>
          </p:nvSpPr>
          <p:spPr>
            <a:xfrm flipH="1">
              <a:off x="-3151463" y="4511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982" name="Google Shape;982;g3b499654e41_0_979"/>
          <p:cNvGrpSpPr/>
          <p:nvPr/>
        </p:nvGrpSpPr>
        <p:grpSpPr>
          <a:xfrm>
            <a:off x="547096" y="974375"/>
            <a:ext cx="9244447" cy="3848385"/>
            <a:chOff x="547096" y="974375"/>
            <a:chExt cx="9244447" cy="3848385"/>
          </a:xfrm>
        </p:grpSpPr>
        <p:grpSp>
          <p:nvGrpSpPr>
            <p:cNvPr id="983" name="Google Shape;983;g3b499654e41_0_979"/>
            <p:cNvGrpSpPr/>
            <p:nvPr/>
          </p:nvGrpSpPr>
          <p:grpSpPr>
            <a:xfrm>
              <a:off x="547096" y="3571493"/>
              <a:ext cx="9010768" cy="1251267"/>
              <a:chOff x="547096" y="3571493"/>
              <a:chExt cx="9010768" cy="1251267"/>
            </a:xfrm>
          </p:grpSpPr>
          <p:grpSp>
            <p:nvGrpSpPr>
              <p:cNvPr id="984" name="Google Shape;984;g3b499654e41_0_979"/>
              <p:cNvGrpSpPr/>
              <p:nvPr/>
            </p:nvGrpSpPr>
            <p:grpSpPr>
              <a:xfrm>
                <a:off x="547096" y="3613321"/>
                <a:ext cx="269695" cy="1209439"/>
                <a:chOff x="803996" y="3613321"/>
                <a:chExt cx="269695" cy="1209439"/>
              </a:xfrm>
            </p:grpSpPr>
            <p:sp>
              <p:nvSpPr>
                <p:cNvPr id="985" name="Google Shape;985;g3b499654e41_0_979"/>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g3b499654e41_0_979"/>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7" name="Google Shape;987;g3b499654e41_0_979"/>
              <p:cNvGrpSpPr/>
              <p:nvPr/>
            </p:nvGrpSpPr>
            <p:grpSpPr>
              <a:xfrm rot="5400000">
                <a:off x="8818297" y="3101621"/>
                <a:ext cx="269695" cy="1209439"/>
                <a:chOff x="803996" y="3613321"/>
                <a:chExt cx="269695" cy="1209439"/>
              </a:xfrm>
            </p:grpSpPr>
            <p:sp>
              <p:nvSpPr>
                <p:cNvPr id="988" name="Google Shape;988;g3b499654e41_0_979"/>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g3b499654e41_0_979"/>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990" name="Google Shape;990;g3b499654e41_0_979"/>
            <p:cNvGrpSpPr/>
            <p:nvPr/>
          </p:nvGrpSpPr>
          <p:grpSpPr>
            <a:xfrm>
              <a:off x="8680200" y="974375"/>
              <a:ext cx="1111343" cy="1111343"/>
              <a:chOff x="8307725" y="278700"/>
              <a:chExt cx="1111343" cy="1111343"/>
            </a:xfrm>
          </p:grpSpPr>
          <p:sp>
            <p:nvSpPr>
              <p:cNvPr id="991" name="Google Shape;991;g3b499654e41_0_979"/>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g3b499654e41_0_979"/>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93" name="Shape 993"/>
        <p:cNvGrpSpPr/>
        <p:nvPr/>
      </p:nvGrpSpPr>
      <p:grpSpPr>
        <a:xfrm>
          <a:off x="0" y="0"/>
          <a:ext cx="0" cy="0"/>
          <a:chOff x="0" y="0"/>
          <a:chExt cx="0" cy="0"/>
        </a:xfrm>
      </p:grpSpPr>
      <p:sp>
        <p:nvSpPr>
          <p:cNvPr id="994" name="Google Shape;994;g3b499654e41_0_1020"/>
          <p:cNvSpPr txBox="1"/>
          <p:nvPr>
            <p:ph type="title"/>
          </p:nvPr>
        </p:nvSpPr>
        <p:spPr>
          <a:xfrm>
            <a:off x="2135550" y="1857350"/>
            <a:ext cx="4872900" cy="124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000"/>
              <a:buNone/>
              <a:defRPr sz="7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995" name="Google Shape;995;g3b499654e41_0_1020"/>
          <p:cNvSpPr txBox="1"/>
          <p:nvPr>
            <p:ph idx="1" type="subTitle"/>
          </p:nvPr>
        </p:nvSpPr>
        <p:spPr>
          <a:xfrm>
            <a:off x="2135550" y="3106975"/>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p:txBody>
      </p:sp>
      <p:sp>
        <p:nvSpPr>
          <p:cNvPr id="996" name="Google Shape;996;g3b499654e41_0_1020"/>
          <p:cNvSpPr/>
          <p:nvPr/>
        </p:nvSpPr>
        <p:spPr>
          <a:xfrm>
            <a:off x="9336712" y="713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97" name="Google Shape;997;g3b499654e41_0_1020"/>
          <p:cNvGrpSpPr/>
          <p:nvPr/>
        </p:nvGrpSpPr>
        <p:grpSpPr>
          <a:xfrm>
            <a:off x="-2757425" y="-2776080"/>
            <a:ext cx="12134201" cy="9442910"/>
            <a:chOff x="-2757425" y="-2776080"/>
            <a:chExt cx="12134201" cy="9442910"/>
          </a:xfrm>
        </p:grpSpPr>
        <p:grpSp>
          <p:nvGrpSpPr>
            <p:cNvPr id="998" name="Google Shape;998;g3b499654e41_0_1020"/>
            <p:cNvGrpSpPr/>
            <p:nvPr/>
          </p:nvGrpSpPr>
          <p:grpSpPr>
            <a:xfrm flipH="1" rot="-5400000">
              <a:off x="-325952" y="151466"/>
              <a:ext cx="2855469" cy="3872400"/>
              <a:chOff x="1857762" y="2762827"/>
              <a:chExt cx="2855469" cy="3872400"/>
            </a:xfrm>
          </p:grpSpPr>
          <p:cxnSp>
            <p:nvCxnSpPr>
              <p:cNvPr id="999" name="Google Shape;999;g3b499654e41_0_1020"/>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000" name="Google Shape;1000;g3b499654e41_0_1020"/>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1001" name="Google Shape;1001;g3b499654e41_0_1020"/>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2" name="Google Shape;1002;g3b499654e41_0_1020"/>
            <p:cNvGrpSpPr/>
            <p:nvPr/>
          </p:nvGrpSpPr>
          <p:grpSpPr>
            <a:xfrm rot="10800000">
              <a:off x="8695560" y="3306344"/>
              <a:ext cx="681216" cy="3360486"/>
              <a:chOff x="1337800" y="-2525590"/>
              <a:chExt cx="1498167" cy="7390555"/>
            </a:xfrm>
          </p:grpSpPr>
          <p:cxnSp>
            <p:nvCxnSpPr>
              <p:cNvPr id="1003" name="Google Shape;1003;g3b499654e41_0_1020"/>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1004" name="Google Shape;1004;g3b499654e41_0_1020"/>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1005" name="Google Shape;1005;g3b499654e41_0_102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6" name="Google Shape;1006;g3b499654e41_0_1020"/>
            <p:cNvGrpSpPr/>
            <p:nvPr/>
          </p:nvGrpSpPr>
          <p:grpSpPr>
            <a:xfrm>
              <a:off x="146409" y="-2776080"/>
              <a:ext cx="681216" cy="3360486"/>
              <a:chOff x="1337800" y="-2525590"/>
              <a:chExt cx="1498167" cy="7390555"/>
            </a:xfrm>
          </p:grpSpPr>
          <p:cxnSp>
            <p:nvCxnSpPr>
              <p:cNvPr id="1007" name="Google Shape;1007;g3b499654e41_0_1020"/>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008" name="Google Shape;1008;g3b499654e41_0_1020"/>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009" name="Google Shape;1009;g3b499654e41_0_102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0" name="Google Shape;1010;g3b499654e41_0_1020"/>
            <p:cNvGrpSpPr/>
            <p:nvPr/>
          </p:nvGrpSpPr>
          <p:grpSpPr>
            <a:xfrm>
              <a:off x="-2757425" y="811862"/>
              <a:ext cx="3859204" cy="615399"/>
              <a:chOff x="-6675" y="307100"/>
              <a:chExt cx="9140700" cy="4634025"/>
            </a:xfrm>
          </p:grpSpPr>
          <p:cxnSp>
            <p:nvCxnSpPr>
              <p:cNvPr id="1011" name="Google Shape;1011;g3b499654e41_0_1020"/>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2" name="Google Shape;1012;g3b499654e41_0_1020"/>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3" name="Google Shape;1013;g3b499654e41_0_1020"/>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4" name="Google Shape;1014;g3b499654e41_0_1020"/>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5" name="Google Shape;1015;g3b499654e41_0_1020"/>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6" name="Google Shape;1016;g3b499654e41_0_102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7" name="Google Shape;1017;g3b499654e41_0_102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8" name="Google Shape;1018;g3b499654e41_0_102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19" name="Google Shape;1019;g3b499654e41_0_102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20" name="Google Shape;1020;g3b499654e41_0_102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021" name="Google Shape;1021;g3b499654e41_0_1020"/>
            <p:cNvSpPr/>
            <p:nvPr/>
          </p:nvSpPr>
          <p:spPr>
            <a:xfrm rot="5400000">
              <a:off x="5637675" y="29867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1022" name="Google Shape;1022;g3b499654e41_0_1020"/>
          <p:cNvGrpSpPr/>
          <p:nvPr/>
        </p:nvGrpSpPr>
        <p:grpSpPr>
          <a:xfrm>
            <a:off x="-157525" y="1684573"/>
            <a:ext cx="8689056" cy="440880"/>
            <a:chOff x="-157525" y="1684573"/>
            <a:chExt cx="8689056" cy="440880"/>
          </a:xfrm>
        </p:grpSpPr>
        <p:sp>
          <p:nvSpPr>
            <p:cNvPr id="1023" name="Google Shape;1023;g3b499654e41_0_1020"/>
            <p:cNvSpPr/>
            <p:nvPr/>
          </p:nvSpPr>
          <p:spPr>
            <a:xfrm>
              <a:off x="8491475" y="16845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g3b499654e41_0_1020"/>
            <p:cNvSpPr/>
            <p:nvPr/>
          </p:nvSpPr>
          <p:spPr>
            <a:xfrm rot="-5400000">
              <a:off x="42887" y="1724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5" name="Google Shape;1025;g3b499654e41_0_1020"/>
          <p:cNvGrpSpPr/>
          <p:nvPr/>
        </p:nvGrpSpPr>
        <p:grpSpPr>
          <a:xfrm>
            <a:off x="-350826" y="649496"/>
            <a:ext cx="9280380" cy="5170922"/>
            <a:chOff x="-350826" y="649496"/>
            <a:chExt cx="9280380" cy="5170922"/>
          </a:xfrm>
        </p:grpSpPr>
        <p:grpSp>
          <p:nvGrpSpPr>
            <p:cNvPr id="1026" name="Google Shape;1026;g3b499654e41_0_1020"/>
            <p:cNvGrpSpPr/>
            <p:nvPr/>
          </p:nvGrpSpPr>
          <p:grpSpPr>
            <a:xfrm>
              <a:off x="-350826" y="649496"/>
              <a:ext cx="9280380" cy="1759405"/>
              <a:chOff x="-350826" y="649496"/>
              <a:chExt cx="9280380" cy="1759405"/>
            </a:xfrm>
          </p:grpSpPr>
          <p:sp>
            <p:nvSpPr>
              <p:cNvPr id="1027" name="Google Shape;1027;g3b499654e41_0_1020"/>
              <p:cNvSpPr/>
              <p:nvPr/>
            </p:nvSpPr>
            <p:spPr>
              <a:xfrm rot="10800000">
                <a:off x="8886438" y="12095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g3b499654e41_0_1020"/>
              <p:cNvSpPr/>
              <p:nvPr/>
            </p:nvSpPr>
            <p:spPr>
              <a:xfrm rot="10800000">
                <a:off x="8695083" y="6494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g3b499654e41_0_1020"/>
              <p:cNvSpPr/>
              <p:nvPr/>
            </p:nvSpPr>
            <p:spPr>
              <a:xfrm rot="5400000">
                <a:off x="425209" y="19584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g3b499654e41_0_1020"/>
              <p:cNvSpPr/>
              <p:nvPr/>
            </p:nvSpPr>
            <p:spPr>
              <a:xfrm rot="5400000">
                <a:off x="25375" y="1957600"/>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1" name="Google Shape;1031;g3b499654e41_0_1020"/>
            <p:cNvGrpSpPr/>
            <p:nvPr/>
          </p:nvGrpSpPr>
          <p:grpSpPr>
            <a:xfrm>
              <a:off x="7280000" y="4709075"/>
              <a:ext cx="1111343" cy="1111343"/>
              <a:chOff x="8307725" y="278700"/>
              <a:chExt cx="1111343" cy="1111343"/>
            </a:xfrm>
          </p:grpSpPr>
          <p:sp>
            <p:nvSpPr>
              <p:cNvPr id="1032" name="Google Shape;1032;g3b499654e41_0_1020"/>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3b499654e41_0_1020"/>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4" name="Shape 1034"/>
        <p:cNvGrpSpPr/>
        <p:nvPr/>
      </p:nvGrpSpPr>
      <p:grpSpPr>
        <a:xfrm>
          <a:off x="0" y="0"/>
          <a:ext cx="0" cy="0"/>
          <a:chOff x="0" y="0"/>
          <a:chExt cx="0" cy="0"/>
        </a:xfrm>
      </p:grpSpPr>
      <p:sp>
        <p:nvSpPr>
          <p:cNvPr id="1035" name="Google Shape;1035;g3b499654e41_0_1061"/>
          <p:cNvSpPr txBox="1"/>
          <p:nvPr>
            <p:ph type="title"/>
          </p:nvPr>
        </p:nvSpPr>
        <p:spPr>
          <a:xfrm>
            <a:off x="720000" y="4014450"/>
            <a:ext cx="7704000" cy="5727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1036" name="Google Shape;1036;g3b499654e41_0_1061"/>
          <p:cNvGrpSpPr/>
          <p:nvPr/>
        </p:nvGrpSpPr>
        <p:grpSpPr>
          <a:xfrm>
            <a:off x="-530043" y="-2869459"/>
            <a:ext cx="9459677" cy="5795406"/>
            <a:chOff x="-530043" y="-2869459"/>
            <a:chExt cx="9459677" cy="5795406"/>
          </a:xfrm>
        </p:grpSpPr>
        <p:grpSp>
          <p:nvGrpSpPr>
            <p:cNvPr id="1037" name="Google Shape;1037;g3b499654e41_0_1061"/>
            <p:cNvGrpSpPr/>
            <p:nvPr/>
          </p:nvGrpSpPr>
          <p:grpSpPr>
            <a:xfrm>
              <a:off x="-530043" y="-946454"/>
              <a:ext cx="2550619" cy="3872400"/>
              <a:chOff x="1857762" y="2762827"/>
              <a:chExt cx="2550619" cy="3872400"/>
            </a:xfrm>
          </p:grpSpPr>
          <p:cxnSp>
            <p:nvCxnSpPr>
              <p:cNvPr id="1038" name="Google Shape;1038;g3b499654e41_0_1061"/>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039" name="Google Shape;1039;g3b499654e41_0_1061"/>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040" name="Google Shape;1040;g3b499654e41_0_1061"/>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1" name="Google Shape;1041;g3b499654e41_0_1061"/>
            <p:cNvGrpSpPr/>
            <p:nvPr/>
          </p:nvGrpSpPr>
          <p:grpSpPr>
            <a:xfrm flipH="1" rot="5400000">
              <a:off x="-1083006" y="-1247557"/>
              <a:ext cx="3859204" cy="615399"/>
              <a:chOff x="-6675" y="307100"/>
              <a:chExt cx="9140700" cy="4634025"/>
            </a:xfrm>
          </p:grpSpPr>
          <p:cxnSp>
            <p:nvCxnSpPr>
              <p:cNvPr id="1042" name="Google Shape;1042;g3b499654e41_0_1061"/>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3" name="Google Shape;1043;g3b499654e41_0_1061"/>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4" name="Google Shape;1044;g3b499654e41_0_1061"/>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5" name="Google Shape;1045;g3b499654e41_0_1061"/>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6" name="Google Shape;1046;g3b499654e41_0_1061"/>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7" name="Google Shape;1047;g3b499654e41_0_106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8" name="Google Shape;1048;g3b499654e41_0_106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49" name="Google Shape;1049;g3b499654e41_0_106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50" name="Google Shape;1050;g3b499654e41_0_106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51" name="Google Shape;1051;g3b499654e41_0_106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1052" name="Google Shape;1052;g3b499654e41_0_1061"/>
            <p:cNvGrpSpPr/>
            <p:nvPr/>
          </p:nvGrpSpPr>
          <p:grpSpPr>
            <a:xfrm>
              <a:off x="8248399" y="-1632737"/>
              <a:ext cx="681235" cy="3360486"/>
              <a:chOff x="8248399" y="-1632737"/>
              <a:chExt cx="681235" cy="3360486"/>
            </a:xfrm>
          </p:grpSpPr>
          <p:grpSp>
            <p:nvGrpSpPr>
              <p:cNvPr id="1053" name="Google Shape;1053;g3b499654e41_0_1061"/>
              <p:cNvGrpSpPr/>
              <p:nvPr/>
            </p:nvGrpSpPr>
            <p:grpSpPr>
              <a:xfrm flipH="1">
                <a:off x="8248399" y="-1632737"/>
                <a:ext cx="681216" cy="3360486"/>
                <a:chOff x="1337800" y="-2525590"/>
                <a:chExt cx="1498167" cy="7390555"/>
              </a:xfrm>
            </p:grpSpPr>
            <p:cxnSp>
              <p:nvCxnSpPr>
                <p:cNvPr id="1054" name="Google Shape;1054;g3b499654e41_0_106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055" name="Google Shape;1055;g3b499654e41_0_106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056" name="Google Shape;1056;g3b499654e41_0_106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7" name="Google Shape;1057;g3b499654e41_0_1061"/>
              <p:cNvGrpSpPr/>
              <p:nvPr/>
            </p:nvGrpSpPr>
            <p:grpSpPr>
              <a:xfrm>
                <a:off x="8436314" y="360846"/>
                <a:ext cx="493320" cy="357312"/>
                <a:chOff x="1722354" y="229144"/>
                <a:chExt cx="1748743" cy="1266614"/>
              </a:xfrm>
            </p:grpSpPr>
            <p:sp>
              <p:nvSpPr>
                <p:cNvPr id="1058" name="Google Shape;1058;g3b499654e41_0_106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3b499654e41_0_106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1060" name="Google Shape;1060;g3b499654e41_0_1061"/>
          <p:cNvGrpSpPr/>
          <p:nvPr/>
        </p:nvGrpSpPr>
        <p:grpSpPr>
          <a:xfrm>
            <a:off x="-150883" y="1137478"/>
            <a:ext cx="9080518" cy="813868"/>
            <a:chOff x="-150883" y="1137478"/>
            <a:chExt cx="9080518" cy="813868"/>
          </a:xfrm>
        </p:grpSpPr>
        <p:sp>
          <p:nvSpPr>
            <p:cNvPr id="1061" name="Google Shape;1061;g3b499654e41_0_1061"/>
            <p:cNvSpPr/>
            <p:nvPr/>
          </p:nvSpPr>
          <p:spPr>
            <a:xfrm flipH="1" rot="5400000">
              <a:off x="49529" y="9370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g3b499654e41_0_1061"/>
            <p:cNvSpPr/>
            <p:nvPr/>
          </p:nvSpPr>
          <p:spPr>
            <a:xfrm flipH="1">
              <a:off x="8889579" y="15104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3" name="Google Shape;1063;g3b499654e41_0_1061"/>
          <p:cNvGrpSpPr/>
          <p:nvPr/>
        </p:nvGrpSpPr>
        <p:grpSpPr>
          <a:xfrm>
            <a:off x="-201760" y="1366771"/>
            <a:ext cx="9923304" cy="3117922"/>
            <a:chOff x="-201760" y="1366771"/>
            <a:chExt cx="9923304" cy="3117922"/>
          </a:xfrm>
        </p:grpSpPr>
        <p:grpSp>
          <p:nvGrpSpPr>
            <p:cNvPr id="1064" name="Google Shape;1064;g3b499654e41_0_1061"/>
            <p:cNvGrpSpPr/>
            <p:nvPr/>
          </p:nvGrpSpPr>
          <p:grpSpPr>
            <a:xfrm>
              <a:off x="8610200" y="3373350"/>
              <a:ext cx="1111343" cy="1111343"/>
              <a:chOff x="8307725" y="278700"/>
              <a:chExt cx="1111343" cy="1111343"/>
            </a:xfrm>
          </p:grpSpPr>
          <p:sp>
            <p:nvSpPr>
              <p:cNvPr id="1065" name="Google Shape;1065;g3b499654e41_0_106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b499654e41_0_106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7" name="Google Shape;1067;g3b499654e41_0_1061"/>
            <p:cNvGrpSpPr/>
            <p:nvPr/>
          </p:nvGrpSpPr>
          <p:grpSpPr>
            <a:xfrm flipH="1">
              <a:off x="8674231" y="1727755"/>
              <a:ext cx="247278" cy="1160061"/>
              <a:chOff x="1463894" y="1434556"/>
              <a:chExt cx="247278" cy="1160061"/>
            </a:xfrm>
          </p:grpSpPr>
          <p:sp>
            <p:nvSpPr>
              <p:cNvPr id="1068" name="Google Shape;1068;g3b499654e41_0_1061"/>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g3b499654e41_0_1061"/>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0" name="Google Shape;1070;g3b499654e41_0_1061"/>
            <p:cNvGrpSpPr/>
            <p:nvPr/>
          </p:nvGrpSpPr>
          <p:grpSpPr>
            <a:xfrm flipH="1" rot="5400000">
              <a:off x="254631" y="910380"/>
              <a:ext cx="247278" cy="1160061"/>
              <a:chOff x="1463894" y="1434556"/>
              <a:chExt cx="247278" cy="1160061"/>
            </a:xfrm>
          </p:grpSpPr>
          <p:sp>
            <p:nvSpPr>
              <p:cNvPr id="1071" name="Google Shape;1071;g3b499654e41_0_1061"/>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g3b499654e41_0_1061"/>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1073" name="Shape 1073"/>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1074" name="Shape 1074"/>
        <p:cNvGrpSpPr/>
        <p:nvPr/>
      </p:nvGrpSpPr>
      <p:grpSpPr>
        <a:xfrm>
          <a:off x="0" y="0"/>
          <a:ext cx="0" cy="0"/>
          <a:chOff x="0" y="0"/>
          <a:chExt cx="0" cy="0"/>
        </a:xfrm>
      </p:grpSpPr>
      <p:sp>
        <p:nvSpPr>
          <p:cNvPr id="1075" name="Google Shape;1075;g3b499654e41_0_110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76" name="Google Shape;1076;g3b499654e41_0_1101"/>
          <p:cNvSpPr txBox="1"/>
          <p:nvPr>
            <p:ph idx="1" type="subTitle"/>
          </p:nvPr>
        </p:nvSpPr>
        <p:spPr>
          <a:xfrm>
            <a:off x="720000" y="1067776"/>
            <a:ext cx="7704000" cy="87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grpSp>
        <p:nvGrpSpPr>
          <p:cNvPr id="1077" name="Google Shape;1077;g3b499654e41_0_1101"/>
          <p:cNvGrpSpPr/>
          <p:nvPr/>
        </p:nvGrpSpPr>
        <p:grpSpPr>
          <a:xfrm>
            <a:off x="248963" y="1017730"/>
            <a:ext cx="8980468" cy="3860779"/>
            <a:chOff x="248963" y="1017730"/>
            <a:chExt cx="8980468" cy="3860779"/>
          </a:xfrm>
        </p:grpSpPr>
        <p:sp>
          <p:nvSpPr>
            <p:cNvPr id="1078" name="Google Shape;1078;g3b499654e41_0_1101"/>
            <p:cNvSpPr/>
            <p:nvPr/>
          </p:nvSpPr>
          <p:spPr>
            <a:xfrm>
              <a:off x="422688" y="131788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g3b499654e41_0_1101"/>
            <p:cNvSpPr/>
            <p:nvPr/>
          </p:nvSpPr>
          <p:spPr>
            <a:xfrm>
              <a:off x="248963" y="101773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80" name="Google Shape;1080;g3b499654e41_0_1101"/>
            <p:cNvGrpSpPr/>
            <p:nvPr/>
          </p:nvGrpSpPr>
          <p:grpSpPr>
            <a:xfrm rot="-5400000">
              <a:off x="8742913" y="4391992"/>
              <a:ext cx="206891" cy="766144"/>
              <a:chOff x="8650702" y="3525402"/>
              <a:chExt cx="206891" cy="766144"/>
            </a:xfrm>
          </p:grpSpPr>
          <p:sp>
            <p:nvSpPr>
              <p:cNvPr id="1081" name="Google Shape;1081;g3b499654e41_0_1101"/>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3b499654e41_0_1101"/>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83" name="Google Shape;1083;g3b499654e41_0_1101"/>
          <p:cNvGrpSpPr/>
          <p:nvPr/>
        </p:nvGrpSpPr>
        <p:grpSpPr>
          <a:xfrm>
            <a:off x="250498" y="1721188"/>
            <a:ext cx="8259949" cy="2990485"/>
            <a:chOff x="250498" y="1721188"/>
            <a:chExt cx="8259949" cy="2990485"/>
          </a:xfrm>
        </p:grpSpPr>
        <p:sp>
          <p:nvSpPr>
            <p:cNvPr id="1084" name="Google Shape;1084;g3b499654e41_0_1101"/>
            <p:cNvSpPr/>
            <p:nvPr/>
          </p:nvSpPr>
          <p:spPr>
            <a:xfrm rot="10800000">
              <a:off x="250498" y="17211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g3b499654e41_0_1101"/>
            <p:cNvSpPr/>
            <p:nvPr/>
          </p:nvSpPr>
          <p:spPr>
            <a:xfrm rot="-5400000">
              <a:off x="8269979" y="4471205"/>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6" name="Google Shape;1086;g3b499654e41_0_1101"/>
          <p:cNvGrpSpPr/>
          <p:nvPr/>
        </p:nvGrpSpPr>
        <p:grpSpPr>
          <a:xfrm>
            <a:off x="-2218609" y="-174950"/>
            <a:ext cx="12004520" cy="8522877"/>
            <a:chOff x="-2218609" y="-174950"/>
            <a:chExt cx="12004520" cy="8522877"/>
          </a:xfrm>
        </p:grpSpPr>
        <p:sp>
          <p:nvSpPr>
            <p:cNvPr id="1087" name="Google Shape;1087;g3b499654e41_0_1101"/>
            <p:cNvSpPr/>
            <p:nvPr/>
          </p:nvSpPr>
          <p:spPr>
            <a:xfrm>
              <a:off x="-2218609" y="-174950"/>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088" name="Google Shape;1088;g3b499654e41_0_1101"/>
            <p:cNvGrpSpPr/>
            <p:nvPr/>
          </p:nvGrpSpPr>
          <p:grpSpPr>
            <a:xfrm flipH="1" rot="-5400000">
              <a:off x="7449713" y="4739626"/>
              <a:ext cx="493320" cy="357312"/>
              <a:chOff x="1722354" y="229144"/>
              <a:chExt cx="1748743" cy="1266614"/>
            </a:xfrm>
          </p:grpSpPr>
          <p:sp>
            <p:nvSpPr>
              <p:cNvPr id="1089" name="Google Shape;1089;g3b499654e41_0_110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3b499654e41_0_110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1" name="Google Shape;1091;g3b499654e41_0_1101"/>
            <p:cNvSpPr/>
            <p:nvPr/>
          </p:nvSpPr>
          <p:spPr>
            <a:xfrm flipH="1" rot="10800000">
              <a:off x="8147148" y="2028637"/>
              <a:ext cx="1521858" cy="631929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nvGrpSpPr>
            <p:cNvPr id="1092" name="Google Shape;1092;g3b499654e41_0_1101"/>
            <p:cNvGrpSpPr/>
            <p:nvPr/>
          </p:nvGrpSpPr>
          <p:grpSpPr>
            <a:xfrm flipH="1">
              <a:off x="8820653" y="3237868"/>
              <a:ext cx="965258" cy="273510"/>
              <a:chOff x="-6675" y="2881558"/>
              <a:chExt cx="9140700" cy="2059567"/>
            </a:xfrm>
          </p:grpSpPr>
          <p:cxnSp>
            <p:nvCxnSpPr>
              <p:cNvPr id="1093" name="Google Shape;1093;g3b499654e41_0_110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94" name="Google Shape;1094;g3b499654e41_0_110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95" name="Google Shape;1095;g3b499654e41_0_110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96" name="Google Shape;1096;g3b499654e41_0_110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097" name="Google Shape;1097;g3b499654e41_0_110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sp>
        <p:nvSpPr>
          <p:cNvPr id="1098" name="Google Shape;1098;g3b499654e41_0_110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_1">
    <p:spTree>
      <p:nvGrpSpPr>
        <p:cNvPr id="1099" name="Shape 1099"/>
        <p:cNvGrpSpPr/>
        <p:nvPr/>
      </p:nvGrpSpPr>
      <p:grpSpPr>
        <a:xfrm>
          <a:off x="0" y="0"/>
          <a:ext cx="0" cy="0"/>
          <a:chOff x="0" y="0"/>
          <a:chExt cx="0" cy="0"/>
        </a:xfrm>
      </p:grpSpPr>
      <p:sp>
        <p:nvSpPr>
          <p:cNvPr id="1100" name="Google Shape;1100;g3b499654e41_0_11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01" name="Google Shape;1101;g3b499654e41_0_1126"/>
          <p:cNvSpPr txBox="1"/>
          <p:nvPr>
            <p:ph idx="1" type="subTitle"/>
          </p:nvPr>
        </p:nvSpPr>
        <p:spPr>
          <a:xfrm>
            <a:off x="720000" y="1150950"/>
            <a:ext cx="7704000" cy="29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Font typeface="Nunito Light"/>
              <a:buChar char="○"/>
              <a:defRPr/>
            </a:lvl2pPr>
            <a:lvl3pPr lvl="2" algn="ctr">
              <a:lnSpc>
                <a:spcPct val="100000"/>
              </a:lnSpc>
              <a:spcBef>
                <a:spcPts val="0"/>
              </a:spcBef>
              <a:spcAft>
                <a:spcPts val="0"/>
              </a:spcAft>
              <a:buSzPts val="1200"/>
              <a:buFont typeface="Nunito Light"/>
              <a:buChar char="■"/>
              <a:defRPr/>
            </a:lvl3pPr>
            <a:lvl4pPr lvl="3" algn="ctr">
              <a:lnSpc>
                <a:spcPct val="100000"/>
              </a:lnSpc>
              <a:spcBef>
                <a:spcPts val="0"/>
              </a:spcBef>
              <a:spcAft>
                <a:spcPts val="0"/>
              </a:spcAft>
              <a:buSzPts val="1200"/>
              <a:buFont typeface="Nunito Light"/>
              <a:buChar char="●"/>
              <a:defRPr/>
            </a:lvl4pPr>
            <a:lvl5pPr lvl="4" algn="ctr">
              <a:lnSpc>
                <a:spcPct val="100000"/>
              </a:lnSpc>
              <a:spcBef>
                <a:spcPts val="0"/>
              </a:spcBef>
              <a:spcAft>
                <a:spcPts val="0"/>
              </a:spcAft>
              <a:buSzPts val="1200"/>
              <a:buFont typeface="Nunito Light"/>
              <a:buChar char="○"/>
              <a:defRPr/>
            </a:lvl5pPr>
            <a:lvl6pPr lvl="5" algn="ctr">
              <a:lnSpc>
                <a:spcPct val="100000"/>
              </a:lnSpc>
              <a:spcBef>
                <a:spcPts val="0"/>
              </a:spcBef>
              <a:spcAft>
                <a:spcPts val="0"/>
              </a:spcAft>
              <a:buSzPts val="1200"/>
              <a:buFont typeface="Nunito Light"/>
              <a:buChar char="■"/>
              <a:defRPr/>
            </a:lvl6pPr>
            <a:lvl7pPr lvl="6" algn="ctr">
              <a:lnSpc>
                <a:spcPct val="100000"/>
              </a:lnSpc>
              <a:spcBef>
                <a:spcPts val="0"/>
              </a:spcBef>
              <a:spcAft>
                <a:spcPts val="0"/>
              </a:spcAft>
              <a:buSzPts val="1200"/>
              <a:buFont typeface="Nunito Light"/>
              <a:buChar char="●"/>
              <a:defRPr/>
            </a:lvl7pPr>
            <a:lvl8pPr lvl="7" algn="ctr">
              <a:lnSpc>
                <a:spcPct val="100000"/>
              </a:lnSpc>
              <a:spcBef>
                <a:spcPts val="0"/>
              </a:spcBef>
              <a:spcAft>
                <a:spcPts val="0"/>
              </a:spcAft>
              <a:buSzPts val="1200"/>
              <a:buFont typeface="Nunito Light"/>
              <a:buChar char="○"/>
              <a:defRPr/>
            </a:lvl8pPr>
            <a:lvl9pPr lvl="8" algn="ctr">
              <a:lnSpc>
                <a:spcPct val="100000"/>
              </a:lnSpc>
              <a:spcBef>
                <a:spcPts val="0"/>
              </a:spcBef>
              <a:spcAft>
                <a:spcPts val="0"/>
              </a:spcAft>
              <a:buSzPts val="1200"/>
              <a:buFont typeface="Nunito Light"/>
              <a:buChar char="■"/>
              <a:defRPr/>
            </a:lvl9pPr>
          </a:lstStyle>
          <a:p/>
        </p:txBody>
      </p:sp>
      <p:grpSp>
        <p:nvGrpSpPr>
          <p:cNvPr id="1102" name="Google Shape;1102;g3b499654e41_0_1126"/>
          <p:cNvGrpSpPr/>
          <p:nvPr/>
        </p:nvGrpSpPr>
        <p:grpSpPr>
          <a:xfrm>
            <a:off x="8393651" y="-1627766"/>
            <a:ext cx="614899" cy="2881847"/>
            <a:chOff x="1337784" y="-2525559"/>
            <a:chExt cx="1352318" cy="6337908"/>
          </a:xfrm>
        </p:grpSpPr>
        <p:cxnSp>
          <p:nvCxnSpPr>
            <p:cNvPr id="1103" name="Google Shape;1103;g3b499654e41_0_1126"/>
            <p:cNvCxnSpPr/>
            <p:nvPr/>
          </p:nvCxnSpPr>
          <p:spPr>
            <a:xfrm rot="10800000">
              <a:off x="1337784" y="-2525559"/>
              <a:ext cx="0" cy="4990500"/>
            </a:xfrm>
            <a:prstGeom prst="straightConnector1">
              <a:avLst/>
            </a:prstGeom>
            <a:noFill/>
            <a:ln cap="flat" cmpd="sng" w="9525">
              <a:solidFill>
                <a:schemeClr val="accent2"/>
              </a:solidFill>
              <a:prstDash val="solid"/>
              <a:round/>
              <a:headEnd len="sm" w="sm" type="none"/>
              <a:tailEnd len="sm" w="sm" type="none"/>
            </a:ln>
          </p:spPr>
        </p:cxnSp>
        <p:cxnSp>
          <p:nvCxnSpPr>
            <p:cNvPr id="1104" name="Google Shape;1104;g3b499654e41_0_1126"/>
            <p:cNvCxnSpPr/>
            <p:nvPr/>
          </p:nvCxnSpPr>
          <p:spPr>
            <a:xfrm>
              <a:off x="1337784" y="2466654"/>
              <a:ext cx="984900" cy="970200"/>
            </a:xfrm>
            <a:prstGeom prst="straightConnector1">
              <a:avLst/>
            </a:prstGeom>
            <a:noFill/>
            <a:ln cap="flat" cmpd="sng" w="9525">
              <a:solidFill>
                <a:schemeClr val="accent2"/>
              </a:solidFill>
              <a:prstDash val="solid"/>
              <a:round/>
              <a:headEnd len="sm" w="sm" type="none"/>
              <a:tailEnd len="sm" w="sm" type="none"/>
            </a:ln>
          </p:spPr>
        </p:cxnSp>
        <p:sp>
          <p:nvSpPr>
            <p:cNvPr id="1105" name="Google Shape;1105;g3b499654e41_0_1126"/>
            <p:cNvSpPr/>
            <p:nvPr/>
          </p:nvSpPr>
          <p:spPr>
            <a:xfrm rot="5400000">
              <a:off x="2266990" y="3389237"/>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6" name="Google Shape;1106;g3b499654e41_0_1126"/>
          <p:cNvGrpSpPr/>
          <p:nvPr/>
        </p:nvGrpSpPr>
        <p:grpSpPr>
          <a:xfrm>
            <a:off x="6485555" y="4129788"/>
            <a:ext cx="269696" cy="1209439"/>
            <a:chOff x="6933883" y="3613321"/>
            <a:chExt cx="269696" cy="1209439"/>
          </a:xfrm>
        </p:grpSpPr>
        <p:sp>
          <p:nvSpPr>
            <p:cNvPr id="1107" name="Google Shape;1107;g3b499654e41_0_1126"/>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g3b499654e41_0_1126"/>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9" name="Google Shape;1109;g3b499654e41_0_112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10" name="Shape 1110"/>
        <p:cNvGrpSpPr/>
        <p:nvPr/>
      </p:nvGrpSpPr>
      <p:grpSpPr>
        <a:xfrm>
          <a:off x="0" y="0"/>
          <a:ext cx="0" cy="0"/>
          <a:chOff x="0" y="0"/>
          <a:chExt cx="0" cy="0"/>
        </a:xfrm>
      </p:grpSpPr>
      <p:sp>
        <p:nvSpPr>
          <p:cNvPr id="1111" name="Google Shape;1111;g3b499654e41_0_11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1112" name="Google Shape;1112;g3b499654e41_0_1137"/>
          <p:cNvSpPr txBox="1"/>
          <p:nvPr>
            <p:ph idx="1" type="subTitle"/>
          </p:nvPr>
        </p:nvSpPr>
        <p:spPr>
          <a:xfrm>
            <a:off x="1182950" y="1729925"/>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3" name="Google Shape;1113;g3b499654e41_0_1137"/>
          <p:cNvSpPr txBox="1"/>
          <p:nvPr>
            <p:ph idx="2" type="subTitle"/>
          </p:nvPr>
        </p:nvSpPr>
        <p:spPr>
          <a:xfrm>
            <a:off x="3580856"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4" name="Google Shape;1114;g3b499654e41_0_1137"/>
          <p:cNvSpPr txBox="1"/>
          <p:nvPr>
            <p:ph idx="3" type="subTitle"/>
          </p:nvPr>
        </p:nvSpPr>
        <p:spPr>
          <a:xfrm>
            <a:off x="11829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5" name="Google Shape;1115;g3b499654e41_0_1137"/>
          <p:cNvSpPr txBox="1"/>
          <p:nvPr>
            <p:ph idx="4" type="subTitle"/>
          </p:nvPr>
        </p:nvSpPr>
        <p:spPr>
          <a:xfrm>
            <a:off x="357900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6" name="Google Shape;1116;g3b499654e41_0_1137"/>
          <p:cNvSpPr txBox="1"/>
          <p:nvPr>
            <p:ph idx="5" type="subTitle"/>
          </p:nvPr>
        </p:nvSpPr>
        <p:spPr>
          <a:xfrm>
            <a:off x="5975050"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7" name="Google Shape;1117;g3b499654e41_0_1137"/>
          <p:cNvSpPr txBox="1"/>
          <p:nvPr>
            <p:ph idx="6" type="subTitle"/>
          </p:nvPr>
        </p:nvSpPr>
        <p:spPr>
          <a:xfrm>
            <a:off x="59750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8" name="Google Shape;1118;g3b499654e41_0_1137"/>
          <p:cNvSpPr txBox="1"/>
          <p:nvPr>
            <p:ph idx="7" type="subTitle"/>
          </p:nvPr>
        </p:nvSpPr>
        <p:spPr>
          <a:xfrm>
            <a:off x="1190750" y="1396451"/>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119" name="Google Shape;1119;g3b499654e41_0_1137"/>
          <p:cNvSpPr txBox="1"/>
          <p:nvPr>
            <p:ph idx="8" type="subTitle"/>
          </p:nvPr>
        </p:nvSpPr>
        <p:spPr>
          <a:xfrm>
            <a:off x="3584756"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120" name="Google Shape;1120;g3b499654e41_0_1137"/>
          <p:cNvSpPr txBox="1"/>
          <p:nvPr>
            <p:ph idx="9" type="subTitle"/>
          </p:nvPr>
        </p:nvSpPr>
        <p:spPr>
          <a:xfrm>
            <a:off x="5978950"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121" name="Google Shape;1121;g3b499654e41_0_1137"/>
          <p:cNvSpPr txBox="1"/>
          <p:nvPr>
            <p:ph idx="13" type="subTitle"/>
          </p:nvPr>
        </p:nvSpPr>
        <p:spPr>
          <a:xfrm>
            <a:off x="1182950" y="3082550"/>
            <a:ext cx="19860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122" name="Google Shape;1122;g3b499654e41_0_1137"/>
          <p:cNvSpPr txBox="1"/>
          <p:nvPr>
            <p:ph idx="14" type="subTitle"/>
          </p:nvPr>
        </p:nvSpPr>
        <p:spPr>
          <a:xfrm>
            <a:off x="358475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123" name="Google Shape;1123;g3b499654e41_0_1137"/>
          <p:cNvSpPr txBox="1"/>
          <p:nvPr>
            <p:ph idx="15" type="subTitle"/>
          </p:nvPr>
        </p:nvSpPr>
        <p:spPr>
          <a:xfrm>
            <a:off x="597894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124" name="Google Shape;1124;g3b499654e41_0_1137"/>
          <p:cNvGrpSpPr/>
          <p:nvPr/>
        </p:nvGrpSpPr>
        <p:grpSpPr>
          <a:xfrm>
            <a:off x="-173589" y="2054902"/>
            <a:ext cx="8977957" cy="875138"/>
            <a:chOff x="-173589" y="2054902"/>
            <a:chExt cx="8977957" cy="875138"/>
          </a:xfrm>
        </p:grpSpPr>
        <p:sp>
          <p:nvSpPr>
            <p:cNvPr id="1125" name="Google Shape;1125;g3b499654e41_0_1137"/>
            <p:cNvSpPr/>
            <p:nvPr/>
          </p:nvSpPr>
          <p:spPr>
            <a:xfrm flipH="1" rot="-5400000">
              <a:off x="157300" y="26709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g3b499654e41_0_1137"/>
            <p:cNvSpPr/>
            <p:nvPr/>
          </p:nvSpPr>
          <p:spPr>
            <a:xfrm flipH="1" rot="-5400000">
              <a:off x="42350" y="24235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27" name="Google Shape;1127;g3b499654e41_0_1137"/>
            <p:cNvGrpSpPr/>
            <p:nvPr/>
          </p:nvGrpSpPr>
          <p:grpSpPr>
            <a:xfrm flipH="1" rot="10800000">
              <a:off x="8597477" y="2054902"/>
              <a:ext cx="206891" cy="766144"/>
              <a:chOff x="8650702" y="3525402"/>
              <a:chExt cx="206891" cy="766144"/>
            </a:xfrm>
          </p:grpSpPr>
          <p:sp>
            <p:nvSpPr>
              <p:cNvPr id="1128" name="Google Shape;1128;g3b499654e41_0_1137"/>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g3b499654e41_0_1137"/>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130" name="Google Shape;1130;g3b499654e41_0_1137"/>
          <p:cNvGrpSpPr/>
          <p:nvPr/>
        </p:nvGrpSpPr>
        <p:grpSpPr>
          <a:xfrm>
            <a:off x="756786" y="700836"/>
            <a:ext cx="8183234" cy="4589198"/>
            <a:chOff x="756786" y="700836"/>
            <a:chExt cx="8183234" cy="4589198"/>
          </a:xfrm>
        </p:grpSpPr>
        <p:sp>
          <p:nvSpPr>
            <p:cNvPr id="1131" name="Google Shape;1131;g3b499654e41_0_1137"/>
            <p:cNvSpPr/>
            <p:nvPr/>
          </p:nvSpPr>
          <p:spPr>
            <a:xfrm flipH="1">
              <a:off x="756786" y="484915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g3b499654e41_0_1137"/>
            <p:cNvSpPr/>
            <p:nvPr/>
          </p:nvSpPr>
          <p:spPr>
            <a:xfrm flipH="1" rot="10800000">
              <a:off x="8899964" y="700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3" name="Google Shape;1133;g3b499654e41_0_1137"/>
          <p:cNvGrpSpPr/>
          <p:nvPr/>
        </p:nvGrpSpPr>
        <p:grpSpPr>
          <a:xfrm>
            <a:off x="-418722" y="-549400"/>
            <a:ext cx="9906876" cy="5811597"/>
            <a:chOff x="-418722" y="-549400"/>
            <a:chExt cx="9906876" cy="5811597"/>
          </a:xfrm>
        </p:grpSpPr>
        <p:grpSp>
          <p:nvGrpSpPr>
            <p:cNvPr id="1134" name="Google Shape;1134;g3b499654e41_0_1137"/>
            <p:cNvGrpSpPr/>
            <p:nvPr/>
          </p:nvGrpSpPr>
          <p:grpSpPr>
            <a:xfrm flipH="1" rot="10800000">
              <a:off x="8269288" y="182196"/>
              <a:ext cx="493320" cy="357312"/>
              <a:chOff x="1722354" y="229144"/>
              <a:chExt cx="1748743" cy="1266614"/>
            </a:xfrm>
          </p:grpSpPr>
          <p:sp>
            <p:nvSpPr>
              <p:cNvPr id="1135" name="Google Shape;1135;g3b499654e41_0_113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g3b499654e41_0_113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7" name="Google Shape;1137;g3b499654e41_0_1137"/>
            <p:cNvGrpSpPr/>
            <p:nvPr/>
          </p:nvGrpSpPr>
          <p:grpSpPr>
            <a:xfrm rot="10800000">
              <a:off x="-418722" y="3973293"/>
              <a:ext cx="965258" cy="273510"/>
              <a:chOff x="-6675" y="2881558"/>
              <a:chExt cx="9140700" cy="2059567"/>
            </a:xfrm>
          </p:grpSpPr>
          <p:cxnSp>
            <p:nvCxnSpPr>
              <p:cNvPr id="1138" name="Google Shape;1138;g3b499654e41_0_1137"/>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39" name="Google Shape;1139;g3b499654e41_0_1137"/>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40" name="Google Shape;1140;g3b499654e41_0_1137"/>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41" name="Google Shape;1141;g3b499654e41_0_1137"/>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142" name="Google Shape;1142;g3b499654e41_0_1137"/>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143" name="Google Shape;1143;g3b499654e41_0_1137"/>
            <p:cNvSpPr/>
            <p:nvPr/>
          </p:nvSpPr>
          <p:spPr>
            <a:xfrm flipH="1" rot="-5400000">
              <a:off x="-642564" y="4073091"/>
              <a:ext cx="2068124" cy="310088"/>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1144" name="Google Shape;1144;g3b499654e41_0_1137"/>
            <p:cNvSpPr/>
            <p:nvPr/>
          </p:nvSpPr>
          <p:spPr>
            <a:xfrm flipH="1">
              <a:off x="8573201" y="-549400"/>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1145" name="Google Shape;1145;g3b499654e41_0_113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46" name="Shape 1146"/>
        <p:cNvGrpSpPr/>
        <p:nvPr/>
      </p:nvGrpSpPr>
      <p:grpSpPr>
        <a:xfrm>
          <a:off x="0" y="0"/>
          <a:ext cx="0" cy="0"/>
          <a:chOff x="0" y="0"/>
          <a:chExt cx="0" cy="0"/>
        </a:xfrm>
      </p:grpSpPr>
      <p:sp>
        <p:nvSpPr>
          <p:cNvPr id="1147" name="Google Shape;1147;g3b499654e41_0_1173"/>
          <p:cNvSpPr txBox="1"/>
          <p:nvPr>
            <p:ph type="title"/>
          </p:nvPr>
        </p:nvSpPr>
        <p:spPr>
          <a:xfrm>
            <a:off x="1022225" y="296549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1148" name="Google Shape;1148;g3b499654e41_0_1173"/>
          <p:cNvSpPr txBox="1"/>
          <p:nvPr>
            <p:ph idx="1" type="subTitle"/>
          </p:nvPr>
        </p:nvSpPr>
        <p:spPr>
          <a:xfrm>
            <a:off x="1022225"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1149" name="Google Shape;1149;g3b499654e41_0_1173"/>
          <p:cNvSpPr txBox="1"/>
          <p:nvPr>
            <p:ph idx="2" type="title"/>
          </p:nvPr>
        </p:nvSpPr>
        <p:spPr>
          <a:xfrm>
            <a:off x="3035252" y="132017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1150" name="Google Shape;1150;g3b499654e41_0_1173"/>
          <p:cNvSpPr txBox="1"/>
          <p:nvPr>
            <p:ph idx="3" type="subTitle"/>
          </p:nvPr>
        </p:nvSpPr>
        <p:spPr>
          <a:xfrm>
            <a:off x="3035252" y="2095118"/>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1151" name="Google Shape;1151;g3b499654e41_0_1173"/>
          <p:cNvSpPr txBox="1"/>
          <p:nvPr>
            <p:ph idx="4" type="title"/>
          </p:nvPr>
        </p:nvSpPr>
        <p:spPr>
          <a:xfrm>
            <a:off x="5048280" y="296549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1152" name="Google Shape;1152;g3b499654e41_0_1173"/>
          <p:cNvSpPr txBox="1"/>
          <p:nvPr>
            <p:ph idx="5" type="subTitle"/>
          </p:nvPr>
        </p:nvSpPr>
        <p:spPr>
          <a:xfrm>
            <a:off x="5048280"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1153" name="Google Shape;1153;g3b499654e41_0_1173"/>
          <p:cNvSpPr/>
          <p:nvPr/>
        </p:nvSpPr>
        <p:spPr>
          <a:xfrm rot="5400000">
            <a:off x="9120511" y="6970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54" name="Google Shape;1154;g3b499654e41_0_1173"/>
          <p:cNvGrpSpPr/>
          <p:nvPr/>
        </p:nvGrpSpPr>
        <p:grpSpPr>
          <a:xfrm>
            <a:off x="-739800" y="415859"/>
            <a:ext cx="10142602" cy="2150259"/>
            <a:chOff x="-739800" y="415859"/>
            <a:chExt cx="10142602" cy="2150259"/>
          </a:xfrm>
        </p:grpSpPr>
        <p:grpSp>
          <p:nvGrpSpPr>
            <p:cNvPr id="1155" name="Google Shape;1155;g3b499654e41_0_1173"/>
            <p:cNvGrpSpPr/>
            <p:nvPr/>
          </p:nvGrpSpPr>
          <p:grpSpPr>
            <a:xfrm rot="5400000">
              <a:off x="8699132" y="-40532"/>
              <a:ext cx="247278" cy="1160061"/>
              <a:chOff x="1463894" y="1434556"/>
              <a:chExt cx="247278" cy="1160061"/>
            </a:xfrm>
          </p:grpSpPr>
          <p:sp>
            <p:nvSpPr>
              <p:cNvPr id="1156" name="Google Shape;1156;g3b499654e41_0_1173"/>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g3b499654e41_0_1173"/>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8" name="Google Shape;1158;g3b499654e41_0_1173"/>
            <p:cNvGrpSpPr/>
            <p:nvPr/>
          </p:nvGrpSpPr>
          <p:grpSpPr>
            <a:xfrm>
              <a:off x="-739800" y="1454775"/>
              <a:ext cx="1111343" cy="1111343"/>
              <a:chOff x="8307725" y="278700"/>
              <a:chExt cx="1111343" cy="1111343"/>
            </a:xfrm>
          </p:grpSpPr>
          <p:sp>
            <p:nvSpPr>
              <p:cNvPr id="1159" name="Google Shape;1159;g3b499654e41_0_1173"/>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3b499654e41_0_1173"/>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161" name="Google Shape;1161;g3b499654e41_0_1173"/>
          <p:cNvGrpSpPr/>
          <p:nvPr/>
        </p:nvGrpSpPr>
        <p:grpSpPr>
          <a:xfrm>
            <a:off x="-1303829" y="-3621215"/>
            <a:ext cx="10223939" cy="10252965"/>
            <a:chOff x="-1340979" y="-3183302"/>
            <a:chExt cx="10223939" cy="10252965"/>
          </a:xfrm>
        </p:grpSpPr>
        <p:grpSp>
          <p:nvGrpSpPr>
            <p:cNvPr id="1162" name="Google Shape;1162;g3b499654e41_0_1173"/>
            <p:cNvGrpSpPr/>
            <p:nvPr/>
          </p:nvGrpSpPr>
          <p:grpSpPr>
            <a:xfrm>
              <a:off x="1836073" y="2152994"/>
              <a:ext cx="7046888" cy="4916668"/>
              <a:chOff x="1836073" y="2152994"/>
              <a:chExt cx="7046888" cy="4916668"/>
            </a:xfrm>
          </p:grpSpPr>
          <p:grpSp>
            <p:nvGrpSpPr>
              <p:cNvPr id="1163" name="Google Shape;1163;g3b499654e41_0_1173"/>
              <p:cNvGrpSpPr/>
              <p:nvPr/>
            </p:nvGrpSpPr>
            <p:grpSpPr>
              <a:xfrm rot="10800000">
                <a:off x="8201744" y="2152994"/>
                <a:ext cx="681216" cy="3360486"/>
                <a:chOff x="1337800" y="-2525590"/>
                <a:chExt cx="1498167" cy="7390555"/>
              </a:xfrm>
            </p:grpSpPr>
            <p:cxnSp>
              <p:nvCxnSpPr>
                <p:cNvPr id="1164" name="Google Shape;1164;g3b499654e41_0_1173"/>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165" name="Google Shape;1165;g3b499654e41_0_1173"/>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166" name="Google Shape;1166;g3b499654e41_0_1173"/>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7" name="Google Shape;1167;g3b499654e41_0_1173"/>
              <p:cNvGrpSpPr/>
              <p:nvPr/>
            </p:nvGrpSpPr>
            <p:grpSpPr>
              <a:xfrm flipH="1" rot="5400000">
                <a:off x="2496963" y="3858153"/>
                <a:ext cx="2550619" cy="3872400"/>
                <a:chOff x="1857762" y="2762827"/>
                <a:chExt cx="2550619" cy="3872400"/>
              </a:xfrm>
            </p:grpSpPr>
            <p:cxnSp>
              <p:nvCxnSpPr>
                <p:cNvPr id="1168" name="Google Shape;1168;g3b499654e41_0_1173"/>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169" name="Google Shape;1169;g3b499654e41_0_1173"/>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170" name="Google Shape;1170;g3b499654e41_0_1173"/>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71" name="Google Shape;1171;g3b499654e41_0_1173"/>
            <p:cNvSpPr/>
            <p:nvPr/>
          </p:nvSpPr>
          <p:spPr>
            <a:xfrm flipH="1" rot="-5400000">
              <a:off x="229850" y="-2095662"/>
              <a:ext cx="1197198" cy="4338856"/>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1172" name="Google Shape;1172;g3b499654e41_0_1173"/>
            <p:cNvGrpSpPr/>
            <p:nvPr/>
          </p:nvGrpSpPr>
          <p:grpSpPr>
            <a:xfrm rot="-5400000">
              <a:off x="1113139" y="743909"/>
              <a:ext cx="493320" cy="357312"/>
              <a:chOff x="1722354" y="229144"/>
              <a:chExt cx="1748743" cy="1266614"/>
            </a:xfrm>
          </p:grpSpPr>
          <p:sp>
            <p:nvSpPr>
              <p:cNvPr id="1173" name="Google Shape;1173;g3b499654e41_0_117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g3b499654e41_0_117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5" name="Google Shape;1175;g3b499654e41_0_1173"/>
            <p:cNvGrpSpPr/>
            <p:nvPr/>
          </p:nvGrpSpPr>
          <p:grpSpPr>
            <a:xfrm rot="5400000">
              <a:off x="-1009099" y="-1561400"/>
              <a:ext cx="3859204" cy="615399"/>
              <a:chOff x="-6675" y="307100"/>
              <a:chExt cx="9140700" cy="4634025"/>
            </a:xfrm>
          </p:grpSpPr>
          <p:cxnSp>
            <p:nvCxnSpPr>
              <p:cNvPr id="1176" name="Google Shape;1176;g3b499654e41_0_1173"/>
              <p:cNvCxnSpPr/>
              <p:nvPr/>
            </p:nvCxnSpPr>
            <p:spPr>
              <a:xfrm>
                <a:off x="-6675" y="30710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77" name="Google Shape;1177;g3b499654e41_0_1173"/>
              <p:cNvCxnSpPr/>
              <p:nvPr/>
            </p:nvCxnSpPr>
            <p:spPr>
              <a:xfrm>
                <a:off x="-6675" y="133688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78" name="Google Shape;1178;g3b499654e41_0_1173"/>
              <p:cNvCxnSpPr/>
              <p:nvPr/>
            </p:nvCxnSpPr>
            <p:spPr>
              <a:xfrm>
                <a:off x="-6675" y="82199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79" name="Google Shape;1179;g3b499654e41_0_1173"/>
              <p:cNvCxnSpPr/>
              <p:nvPr/>
            </p:nvCxnSpPr>
            <p:spPr>
              <a:xfrm>
                <a:off x="-6675" y="1851775"/>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80" name="Google Shape;1180;g3b499654e41_0_1173"/>
              <p:cNvCxnSpPr/>
              <p:nvPr/>
            </p:nvCxnSpPr>
            <p:spPr>
              <a:xfrm>
                <a:off x="-6675" y="2366667"/>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81" name="Google Shape;1181;g3b499654e41_0_1173"/>
              <p:cNvCxnSpPr/>
              <p:nvPr/>
            </p:nvCxnSpPr>
            <p:spPr>
              <a:xfrm>
                <a:off x="-6675" y="2881558"/>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82" name="Google Shape;1182;g3b499654e41_0_1173"/>
              <p:cNvCxnSpPr/>
              <p:nvPr/>
            </p:nvCxnSpPr>
            <p:spPr>
              <a:xfrm>
                <a:off x="-6675" y="339645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83" name="Google Shape;1183;g3b499654e41_0_1173"/>
              <p:cNvCxnSpPr/>
              <p:nvPr/>
            </p:nvCxnSpPr>
            <p:spPr>
              <a:xfrm>
                <a:off x="-6675" y="391134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84" name="Google Shape;1184;g3b499654e41_0_1173"/>
              <p:cNvCxnSpPr/>
              <p:nvPr/>
            </p:nvCxnSpPr>
            <p:spPr>
              <a:xfrm>
                <a:off x="-6675" y="442623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185" name="Google Shape;1185;g3b499654e41_0_1173"/>
              <p:cNvCxnSpPr/>
              <p:nvPr/>
            </p:nvCxnSpPr>
            <p:spPr>
              <a:xfrm>
                <a:off x="-6675" y="4941125"/>
                <a:ext cx="9140700" cy="0"/>
              </a:xfrm>
              <a:prstGeom prst="straightConnector1">
                <a:avLst/>
              </a:prstGeom>
              <a:noFill/>
              <a:ln cap="flat" cmpd="sng" w="9525">
                <a:solidFill>
                  <a:schemeClr val="accent2"/>
                </a:solidFill>
                <a:prstDash val="solid"/>
                <a:round/>
                <a:headEnd len="sm" w="sm" type="none"/>
                <a:tailEnd len="sm" w="sm" type="none"/>
              </a:ln>
            </p:spPr>
          </p:cxn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186" name="Shape 1186"/>
        <p:cNvGrpSpPr/>
        <p:nvPr/>
      </p:nvGrpSpPr>
      <p:grpSpPr>
        <a:xfrm>
          <a:off x="0" y="0"/>
          <a:ext cx="0" cy="0"/>
          <a:chOff x="0" y="0"/>
          <a:chExt cx="0" cy="0"/>
        </a:xfrm>
      </p:grpSpPr>
      <p:sp>
        <p:nvSpPr>
          <p:cNvPr id="1187" name="Google Shape;1187;g3b499654e41_0_12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188" name="Google Shape;1188;g3b499654e41_0_1213"/>
          <p:cNvGrpSpPr/>
          <p:nvPr/>
        </p:nvGrpSpPr>
        <p:grpSpPr>
          <a:xfrm>
            <a:off x="998300" y="1868336"/>
            <a:ext cx="7850818" cy="2922793"/>
            <a:chOff x="998300" y="1868336"/>
            <a:chExt cx="7850818" cy="2922793"/>
          </a:xfrm>
        </p:grpSpPr>
        <p:sp>
          <p:nvSpPr>
            <p:cNvPr id="1189" name="Google Shape;1189;g3b499654e41_0_1213"/>
            <p:cNvSpPr/>
            <p:nvPr/>
          </p:nvSpPr>
          <p:spPr>
            <a:xfrm rot="10800000">
              <a:off x="8809062" y="18683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g3b499654e41_0_1213"/>
            <p:cNvSpPr/>
            <p:nvPr/>
          </p:nvSpPr>
          <p:spPr>
            <a:xfrm rot="5400000">
              <a:off x="1198712" y="4550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1" name="Google Shape;1191;g3b499654e41_0_1213"/>
          <p:cNvGrpSpPr/>
          <p:nvPr/>
        </p:nvGrpSpPr>
        <p:grpSpPr>
          <a:xfrm>
            <a:off x="1588038" y="2433589"/>
            <a:ext cx="7438818" cy="2528056"/>
            <a:chOff x="1588038" y="2433589"/>
            <a:chExt cx="7438818" cy="2528056"/>
          </a:xfrm>
        </p:grpSpPr>
        <p:grpSp>
          <p:nvGrpSpPr>
            <p:cNvPr id="1192" name="Google Shape;1192;g3b499654e41_0_1213"/>
            <p:cNvGrpSpPr/>
            <p:nvPr/>
          </p:nvGrpSpPr>
          <p:grpSpPr>
            <a:xfrm>
              <a:off x="8849114" y="2433589"/>
              <a:ext cx="177741" cy="1555069"/>
              <a:chOff x="8535452" y="862252"/>
              <a:chExt cx="177741" cy="1555069"/>
            </a:xfrm>
          </p:grpSpPr>
          <p:sp>
            <p:nvSpPr>
              <p:cNvPr id="1193" name="Google Shape;1193;g3b499654e41_0_1213"/>
              <p:cNvSpPr/>
              <p:nvPr/>
            </p:nvSpPr>
            <p:spPr>
              <a:xfrm rot="10800000">
                <a:off x="8670077" y="862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3b499654e41_0_1213"/>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5" name="Google Shape;1195;g3b499654e41_0_1213"/>
            <p:cNvGrpSpPr/>
            <p:nvPr/>
          </p:nvGrpSpPr>
          <p:grpSpPr>
            <a:xfrm rot="5400000">
              <a:off x="1804739" y="4491002"/>
              <a:ext cx="253941" cy="687344"/>
              <a:chOff x="8459252" y="1335702"/>
              <a:chExt cx="253941" cy="687344"/>
            </a:xfrm>
          </p:grpSpPr>
          <p:sp>
            <p:nvSpPr>
              <p:cNvPr id="1196" name="Google Shape;1196;g3b499654e41_0_1213"/>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g3b499654e41_0_1213"/>
              <p:cNvSpPr/>
              <p:nvPr/>
            </p:nvSpPr>
            <p:spPr>
              <a:xfrm rot="10800000">
                <a:off x="84592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98" name="Google Shape;1198;g3b499654e41_0_121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9" name="Google Shape;1199;g3b499654e41_0_1213"/>
          <p:cNvGrpSpPr/>
          <p:nvPr/>
        </p:nvGrpSpPr>
        <p:grpSpPr>
          <a:xfrm>
            <a:off x="-1189524" y="-111325"/>
            <a:ext cx="10408499" cy="5362150"/>
            <a:chOff x="-1189524" y="-111325"/>
            <a:chExt cx="10408499" cy="5362150"/>
          </a:xfrm>
        </p:grpSpPr>
        <p:grpSp>
          <p:nvGrpSpPr>
            <p:cNvPr id="1200" name="Google Shape;1200;g3b499654e41_0_1213"/>
            <p:cNvGrpSpPr/>
            <p:nvPr/>
          </p:nvGrpSpPr>
          <p:grpSpPr>
            <a:xfrm>
              <a:off x="-1189524" y="-111325"/>
              <a:ext cx="10408499" cy="5362150"/>
              <a:chOff x="-1189524" y="-111325"/>
              <a:chExt cx="10408499" cy="5362150"/>
            </a:xfrm>
          </p:grpSpPr>
          <p:sp>
            <p:nvSpPr>
              <p:cNvPr id="1201" name="Google Shape;1201;g3b499654e41_0_1213"/>
              <p:cNvSpPr/>
              <p:nvPr/>
            </p:nvSpPr>
            <p:spPr>
              <a:xfrm>
                <a:off x="8138725" y="-111325"/>
                <a:ext cx="1080250" cy="3643550"/>
              </a:xfrm>
              <a:custGeom>
                <a:rect b="b" l="l" r="r" t="t"/>
                <a:pathLst>
                  <a:path extrusionOk="0" h="145742" w="43210">
                    <a:moveTo>
                      <a:pt x="43210" y="145742"/>
                    </a:moveTo>
                    <a:lnTo>
                      <a:pt x="19027" y="121559"/>
                    </a:lnTo>
                    <a:lnTo>
                      <a:pt x="19027" y="73316"/>
                    </a:lnTo>
                    <a:lnTo>
                      <a:pt x="29523" y="62820"/>
                    </a:lnTo>
                    <a:lnTo>
                      <a:pt x="29523" y="27405"/>
                    </a:lnTo>
                    <a:lnTo>
                      <a:pt x="2117" y="0"/>
                    </a:lnTo>
                    <a:lnTo>
                      <a:pt x="0" y="2117"/>
                    </a:lnTo>
                  </a:path>
                </a:pathLst>
              </a:custGeom>
              <a:noFill/>
              <a:ln cap="flat" cmpd="sng" w="9525">
                <a:solidFill>
                  <a:schemeClr val="accent1"/>
                </a:solidFill>
                <a:prstDash val="solid"/>
                <a:round/>
                <a:headEnd len="sm" w="sm" type="none"/>
                <a:tailEnd len="sm" w="sm" type="none"/>
              </a:ln>
            </p:spPr>
          </p:sp>
          <p:sp>
            <p:nvSpPr>
              <p:cNvPr id="1202" name="Google Shape;1202;g3b499654e41_0_1213"/>
              <p:cNvSpPr/>
              <p:nvPr/>
            </p:nvSpPr>
            <p:spPr>
              <a:xfrm>
                <a:off x="340625" y="2654525"/>
                <a:ext cx="340625" cy="2596300"/>
              </a:xfrm>
              <a:custGeom>
                <a:rect b="b" l="l" r="r" t="t"/>
                <a:pathLst>
                  <a:path extrusionOk="0" h="103852" w="13625">
                    <a:moveTo>
                      <a:pt x="13625" y="103852"/>
                    </a:moveTo>
                    <a:lnTo>
                      <a:pt x="13625" y="82738"/>
                    </a:lnTo>
                    <a:lnTo>
                      <a:pt x="0" y="69112"/>
                    </a:lnTo>
                    <a:lnTo>
                      <a:pt x="0" y="0"/>
                    </a:lnTo>
                  </a:path>
                </a:pathLst>
              </a:custGeom>
              <a:noFill/>
              <a:ln cap="flat" cmpd="sng" w="9525">
                <a:solidFill>
                  <a:schemeClr val="accent1"/>
                </a:solidFill>
                <a:prstDash val="solid"/>
                <a:round/>
                <a:headEnd len="sm" w="sm" type="none"/>
                <a:tailEnd len="sm" w="sm" type="none"/>
              </a:ln>
            </p:spPr>
          </p:sp>
          <p:grpSp>
            <p:nvGrpSpPr>
              <p:cNvPr id="1203" name="Google Shape;1203;g3b499654e41_0_1213"/>
              <p:cNvGrpSpPr/>
              <p:nvPr/>
            </p:nvGrpSpPr>
            <p:grpSpPr>
              <a:xfrm>
                <a:off x="-1189524" y="3454366"/>
                <a:ext cx="1530153" cy="273510"/>
                <a:chOff x="-6675" y="2881558"/>
                <a:chExt cx="9140700" cy="2059567"/>
              </a:xfrm>
            </p:grpSpPr>
            <p:cxnSp>
              <p:nvCxnSpPr>
                <p:cNvPr id="1204" name="Google Shape;1204;g3b499654e41_0_121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05" name="Google Shape;1205;g3b499654e41_0_121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06" name="Google Shape;1206;g3b499654e41_0_121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07" name="Google Shape;1207;g3b499654e41_0_121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08" name="Google Shape;1208;g3b499654e41_0_121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209" name="Google Shape;1209;g3b499654e41_0_1213"/>
            <p:cNvGrpSpPr/>
            <p:nvPr/>
          </p:nvGrpSpPr>
          <p:grpSpPr>
            <a:xfrm rot="5400000">
              <a:off x="2331733" y="4765920"/>
              <a:ext cx="493320" cy="357312"/>
              <a:chOff x="1722354" y="229144"/>
              <a:chExt cx="1748743" cy="1266614"/>
            </a:xfrm>
          </p:grpSpPr>
          <p:sp>
            <p:nvSpPr>
              <p:cNvPr id="1210" name="Google Shape;1210;g3b499654e41_0_121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g3b499654e41_0_121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212" name="Shape 1212"/>
        <p:cNvGrpSpPr/>
        <p:nvPr/>
      </p:nvGrpSpPr>
      <p:grpSpPr>
        <a:xfrm>
          <a:off x="0" y="0"/>
          <a:ext cx="0" cy="0"/>
          <a:chOff x="0" y="0"/>
          <a:chExt cx="0" cy="0"/>
        </a:xfrm>
      </p:grpSpPr>
      <p:sp>
        <p:nvSpPr>
          <p:cNvPr id="1213" name="Google Shape;1213;g3b499654e41_0_12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214" name="Google Shape;1214;g3b499654e41_0_1239"/>
          <p:cNvGrpSpPr/>
          <p:nvPr/>
        </p:nvGrpSpPr>
        <p:grpSpPr>
          <a:xfrm>
            <a:off x="-116589" y="2639527"/>
            <a:ext cx="8996157" cy="1843388"/>
            <a:chOff x="-116589" y="2639527"/>
            <a:chExt cx="8996157" cy="1843388"/>
          </a:xfrm>
        </p:grpSpPr>
        <p:sp>
          <p:nvSpPr>
            <p:cNvPr id="1215" name="Google Shape;1215;g3b499654e41_0_1239"/>
            <p:cNvSpPr/>
            <p:nvPr/>
          </p:nvSpPr>
          <p:spPr>
            <a:xfrm flipH="1" rot="-5400000">
              <a:off x="399500" y="42238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g3b499654e41_0_1239"/>
            <p:cNvSpPr/>
            <p:nvPr/>
          </p:nvSpPr>
          <p:spPr>
            <a:xfrm flipH="1" rot="-5400000">
              <a:off x="99350" y="405013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17" name="Google Shape;1217;g3b499654e41_0_1239"/>
            <p:cNvGrpSpPr/>
            <p:nvPr/>
          </p:nvGrpSpPr>
          <p:grpSpPr>
            <a:xfrm flipH="1" rot="10800000">
              <a:off x="8672677" y="2639527"/>
              <a:ext cx="206891" cy="766144"/>
              <a:chOff x="8650702" y="3525402"/>
              <a:chExt cx="206891" cy="766144"/>
            </a:xfrm>
          </p:grpSpPr>
          <p:sp>
            <p:nvSpPr>
              <p:cNvPr id="1218" name="Google Shape;1218;g3b499654e41_0_1239"/>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g3b499654e41_0_1239"/>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20" name="Google Shape;1220;g3b499654e41_0_1239"/>
          <p:cNvGrpSpPr/>
          <p:nvPr/>
        </p:nvGrpSpPr>
        <p:grpSpPr>
          <a:xfrm>
            <a:off x="2729174" y="3358511"/>
            <a:ext cx="6150396" cy="1485586"/>
            <a:chOff x="2729174" y="3358511"/>
            <a:chExt cx="6150396" cy="1485586"/>
          </a:xfrm>
        </p:grpSpPr>
        <p:sp>
          <p:nvSpPr>
            <p:cNvPr id="1221" name="Google Shape;1221;g3b499654e41_0_1239"/>
            <p:cNvSpPr/>
            <p:nvPr/>
          </p:nvSpPr>
          <p:spPr>
            <a:xfrm flipH="1" rot="5400000">
              <a:off x="2929586" y="46036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3b499654e41_0_1239"/>
            <p:cNvSpPr/>
            <p:nvPr/>
          </p:nvSpPr>
          <p:spPr>
            <a:xfrm flipH="1" rot="10800000">
              <a:off x="8839514" y="3358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3" name="Google Shape;1223;g3b499654e41_0_1239"/>
          <p:cNvGrpSpPr/>
          <p:nvPr/>
        </p:nvGrpSpPr>
        <p:grpSpPr>
          <a:xfrm>
            <a:off x="-1381309" y="-1875175"/>
            <a:ext cx="10981145" cy="7138446"/>
            <a:chOff x="-1381309" y="-1875175"/>
            <a:chExt cx="10981145" cy="7138446"/>
          </a:xfrm>
        </p:grpSpPr>
        <p:sp>
          <p:nvSpPr>
            <p:cNvPr id="1224" name="Google Shape;1224;g3b499654e41_0_1239"/>
            <p:cNvSpPr/>
            <p:nvPr/>
          </p:nvSpPr>
          <p:spPr>
            <a:xfrm flipH="1" rot="10800000">
              <a:off x="-1381309" y="4693337"/>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225" name="Google Shape;1225;g3b499654e41_0_1239"/>
            <p:cNvGrpSpPr/>
            <p:nvPr/>
          </p:nvGrpSpPr>
          <p:grpSpPr>
            <a:xfrm>
              <a:off x="8229051" y="-1875175"/>
              <a:ext cx="1370785" cy="4060575"/>
              <a:chOff x="8229051" y="-1875175"/>
              <a:chExt cx="1370785" cy="4060575"/>
            </a:xfrm>
          </p:grpSpPr>
          <p:grpSp>
            <p:nvGrpSpPr>
              <p:cNvPr id="1226" name="Google Shape;1226;g3b499654e41_0_1239"/>
              <p:cNvGrpSpPr/>
              <p:nvPr/>
            </p:nvGrpSpPr>
            <p:grpSpPr>
              <a:xfrm>
                <a:off x="8229051" y="-1875175"/>
                <a:ext cx="914953" cy="4060575"/>
                <a:chOff x="8229051" y="-1875175"/>
                <a:chExt cx="914953" cy="4060575"/>
              </a:xfrm>
            </p:grpSpPr>
            <p:grpSp>
              <p:nvGrpSpPr>
                <p:cNvPr id="1227" name="Google Shape;1227;g3b499654e41_0_1239"/>
                <p:cNvGrpSpPr/>
                <p:nvPr/>
              </p:nvGrpSpPr>
              <p:grpSpPr>
                <a:xfrm rot="-5400000">
                  <a:off x="8480363" y="1760084"/>
                  <a:ext cx="493320" cy="357312"/>
                  <a:chOff x="1722354" y="229144"/>
                  <a:chExt cx="1748743" cy="1266614"/>
                </a:xfrm>
              </p:grpSpPr>
              <p:sp>
                <p:nvSpPr>
                  <p:cNvPr id="1228" name="Google Shape;1228;g3b499654e41_0_123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g3b499654e41_0_123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30" name="Google Shape;1230;g3b499654e41_0_1239"/>
                <p:cNvSpPr/>
                <p:nvPr/>
              </p:nvSpPr>
              <p:spPr>
                <a:xfrm>
                  <a:off x="8229051" y="-1875175"/>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grpSp>
            <p:nvGrpSpPr>
              <p:cNvPr id="1231" name="Google Shape;1231;g3b499654e41_0_1239"/>
              <p:cNvGrpSpPr/>
              <p:nvPr/>
            </p:nvGrpSpPr>
            <p:grpSpPr>
              <a:xfrm rot="10800000">
                <a:off x="8634578" y="861418"/>
                <a:ext cx="965258" cy="273510"/>
                <a:chOff x="-6675" y="2881558"/>
                <a:chExt cx="9140700" cy="2059567"/>
              </a:xfrm>
            </p:grpSpPr>
            <p:cxnSp>
              <p:nvCxnSpPr>
                <p:cNvPr id="1232" name="Google Shape;1232;g3b499654e41_0_123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33" name="Google Shape;1233;g3b499654e41_0_123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34" name="Google Shape;1234;g3b499654e41_0_123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35" name="Google Shape;1235;g3b499654e41_0_123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36" name="Google Shape;1236;g3b499654e41_0_123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sp>
        <p:nvSpPr>
          <p:cNvPr id="1237" name="Google Shape;1237;g3b499654e41_0_1239"/>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38" name="Shape 1238"/>
        <p:cNvGrpSpPr/>
        <p:nvPr/>
      </p:nvGrpSpPr>
      <p:grpSpPr>
        <a:xfrm>
          <a:off x="0" y="0"/>
          <a:ext cx="0" cy="0"/>
          <a:chOff x="0" y="0"/>
          <a:chExt cx="0" cy="0"/>
        </a:xfrm>
      </p:grpSpPr>
      <p:sp>
        <p:nvSpPr>
          <p:cNvPr id="1239" name="Google Shape;1239;g3b499654e41_0_1265"/>
          <p:cNvSpPr txBox="1"/>
          <p:nvPr>
            <p:ph type="title"/>
          </p:nvPr>
        </p:nvSpPr>
        <p:spPr>
          <a:xfrm>
            <a:off x="1098475" y="834600"/>
            <a:ext cx="4448100" cy="97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4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40" name="Google Shape;1240;g3b499654e41_0_1265"/>
          <p:cNvSpPr txBox="1"/>
          <p:nvPr>
            <p:ph idx="1" type="subTitle"/>
          </p:nvPr>
        </p:nvSpPr>
        <p:spPr>
          <a:xfrm>
            <a:off x="1098425" y="1805100"/>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41" name="Google Shape;1241;g3b499654e41_0_1265"/>
          <p:cNvSpPr txBox="1"/>
          <p:nvPr/>
        </p:nvSpPr>
        <p:spPr>
          <a:xfrm>
            <a:off x="1098425" y="3459550"/>
            <a:ext cx="4945800" cy="5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Hanken Grotesk"/>
                <a:ea typeface="Hanken Grotesk"/>
                <a:cs typeface="Hanken Grotesk"/>
                <a:sym typeface="Hanken Grotesk"/>
              </a:rPr>
              <a:t>CREDITS:</a:t>
            </a:r>
            <a:r>
              <a:rPr b="0" i="0" lang="en" sz="1200" u="none" cap="none" strike="noStrike">
                <a:solidFill>
                  <a:schemeClr val="dk1"/>
                </a:solidFill>
                <a:latin typeface="Hanken Grotesk"/>
                <a:ea typeface="Hanken Grotesk"/>
                <a:cs typeface="Hanken Grotesk"/>
                <a:sym typeface="Hanken Grotesk"/>
              </a:rPr>
              <a:t> This presentation template was created by </a:t>
            </a:r>
            <a:r>
              <a:rPr b="1" i="0" lang="en" sz="1200" u="sng" cap="none" strike="noStrike">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b="0" i="0" lang="en" sz="1200" u="none" cap="none" strike="noStrike">
                <a:solidFill>
                  <a:schemeClr val="dk1"/>
                </a:solidFill>
                <a:latin typeface="Hanken Grotesk"/>
                <a:ea typeface="Hanken Grotesk"/>
                <a:cs typeface="Hanken Grotesk"/>
                <a:sym typeface="Hanken Grotesk"/>
              </a:rPr>
              <a:t>, and includes icons by </a:t>
            </a:r>
            <a:r>
              <a:rPr b="1" i="0" lang="en" sz="1200" u="sng" cap="none" strike="noStrike">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b="0" i="0" lang="en" sz="1200" u="none" cap="none" strike="noStrike">
                <a:solidFill>
                  <a:schemeClr val="dk1"/>
                </a:solidFill>
                <a:latin typeface="Hanken Grotesk"/>
                <a:ea typeface="Hanken Grotesk"/>
                <a:cs typeface="Hanken Grotesk"/>
                <a:sym typeface="Hanken Grotesk"/>
              </a:rPr>
              <a:t>, and infographics &amp; images by </a:t>
            </a:r>
            <a:r>
              <a:rPr b="1" i="0" lang="en" sz="1200" u="sng" cap="none" strike="noStrike">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b="0" i="0" lang="en" sz="1200" u="sng" cap="none" strike="noStrike">
                <a:solidFill>
                  <a:schemeClr val="dk1"/>
                </a:solidFill>
                <a:latin typeface="Hanken Grotesk"/>
                <a:ea typeface="Hanken Grotesk"/>
                <a:cs typeface="Hanken Grotesk"/>
                <a:sym typeface="Hanken Grotesk"/>
              </a:rPr>
              <a:t> </a:t>
            </a:r>
            <a:endParaRPr b="1" i="0" sz="1200" u="sng" cap="none" strike="noStrike">
              <a:solidFill>
                <a:schemeClr val="dk1"/>
              </a:solidFill>
              <a:latin typeface="Hanken Grotesk"/>
              <a:ea typeface="Hanken Grotesk"/>
              <a:cs typeface="Hanken Grotesk"/>
              <a:sym typeface="Hanken Grotesk"/>
            </a:endParaRPr>
          </a:p>
        </p:txBody>
      </p:sp>
      <p:sp>
        <p:nvSpPr>
          <p:cNvPr id="1242" name="Google Shape;1242;g3b499654e41_0_1265"/>
          <p:cNvSpPr/>
          <p:nvPr/>
        </p:nvSpPr>
        <p:spPr>
          <a:xfrm rot="5400000">
            <a:off x="8249111" y="1753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3" name="Google Shape;1243;g3b499654e41_0_1265"/>
          <p:cNvGrpSpPr/>
          <p:nvPr/>
        </p:nvGrpSpPr>
        <p:grpSpPr>
          <a:xfrm>
            <a:off x="-563925" y="0"/>
            <a:ext cx="7843827" cy="1111343"/>
            <a:chOff x="-563925" y="0"/>
            <a:chExt cx="7843827" cy="1111343"/>
          </a:xfrm>
        </p:grpSpPr>
        <p:grpSp>
          <p:nvGrpSpPr>
            <p:cNvPr id="1244" name="Google Shape;1244;g3b499654e41_0_1265"/>
            <p:cNvGrpSpPr/>
            <p:nvPr/>
          </p:nvGrpSpPr>
          <p:grpSpPr>
            <a:xfrm rot="5400000">
              <a:off x="6576232" y="-80607"/>
              <a:ext cx="247278" cy="1160061"/>
              <a:chOff x="1463894" y="1434556"/>
              <a:chExt cx="247278" cy="1160061"/>
            </a:xfrm>
          </p:grpSpPr>
          <p:sp>
            <p:nvSpPr>
              <p:cNvPr id="1245" name="Google Shape;1245;g3b499654e41_0_1265"/>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3b499654e41_0_1265"/>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7" name="Google Shape;1247;g3b499654e41_0_1265"/>
            <p:cNvGrpSpPr/>
            <p:nvPr/>
          </p:nvGrpSpPr>
          <p:grpSpPr>
            <a:xfrm>
              <a:off x="-563925" y="0"/>
              <a:ext cx="1111343" cy="1111343"/>
              <a:chOff x="8307725" y="278700"/>
              <a:chExt cx="1111343" cy="1111343"/>
            </a:xfrm>
          </p:grpSpPr>
          <p:sp>
            <p:nvSpPr>
              <p:cNvPr id="1248" name="Google Shape;1248;g3b499654e41_0_1265"/>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g3b499654e41_0_1265"/>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50" name="Shape 1250"/>
        <p:cNvGrpSpPr/>
        <p:nvPr/>
      </p:nvGrpSpPr>
      <p:grpSpPr>
        <a:xfrm>
          <a:off x="0" y="0"/>
          <a:ext cx="0" cy="0"/>
          <a:chOff x="0" y="0"/>
          <a:chExt cx="0" cy="0"/>
        </a:xfrm>
      </p:grpSpPr>
      <p:grpSp>
        <p:nvGrpSpPr>
          <p:cNvPr id="1251" name="Google Shape;1251;g3b499654e41_0_1277"/>
          <p:cNvGrpSpPr/>
          <p:nvPr/>
        </p:nvGrpSpPr>
        <p:grpSpPr>
          <a:xfrm>
            <a:off x="247028" y="2099252"/>
            <a:ext cx="8667366" cy="1707744"/>
            <a:chOff x="247028" y="2099252"/>
            <a:chExt cx="8667366" cy="1707744"/>
          </a:xfrm>
        </p:grpSpPr>
        <p:sp>
          <p:nvSpPr>
            <p:cNvPr id="1252" name="Google Shape;1252;g3b499654e41_0_1277"/>
            <p:cNvSpPr/>
            <p:nvPr/>
          </p:nvSpPr>
          <p:spPr>
            <a:xfrm flipH="1" rot="10800000">
              <a:off x="410803" y="2099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g3b499654e41_0_1277"/>
            <p:cNvSpPr/>
            <p:nvPr/>
          </p:nvSpPr>
          <p:spPr>
            <a:xfrm flipH="1" rot="10800000">
              <a:off x="247028" y="2390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54" name="Google Shape;1254;g3b499654e41_0_1277"/>
            <p:cNvGrpSpPr/>
            <p:nvPr/>
          </p:nvGrpSpPr>
          <p:grpSpPr>
            <a:xfrm flipH="1">
              <a:off x="8707503" y="3040852"/>
              <a:ext cx="206891" cy="766144"/>
              <a:chOff x="8650702" y="3525402"/>
              <a:chExt cx="206891" cy="766144"/>
            </a:xfrm>
          </p:grpSpPr>
          <p:sp>
            <p:nvSpPr>
              <p:cNvPr id="1255" name="Google Shape;1255;g3b499654e41_0_1277"/>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g3b499654e41_0_1277"/>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57" name="Google Shape;1257;g3b499654e41_0_1277"/>
          <p:cNvGrpSpPr/>
          <p:nvPr/>
        </p:nvGrpSpPr>
        <p:grpSpPr>
          <a:xfrm>
            <a:off x="-796767" y="-1090157"/>
            <a:ext cx="11445399" cy="6549695"/>
            <a:chOff x="-796766" y="-1090157"/>
            <a:chExt cx="11445399" cy="6549695"/>
          </a:xfrm>
        </p:grpSpPr>
        <p:sp>
          <p:nvSpPr>
            <p:cNvPr id="1258" name="Google Shape;1258;g3b499654e41_0_1277"/>
            <p:cNvSpPr/>
            <p:nvPr/>
          </p:nvSpPr>
          <p:spPr>
            <a:xfrm flipH="1" rot="5400000">
              <a:off x="-365574" y="-152135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1259" name="Google Shape;1259;g3b499654e41_0_1277"/>
            <p:cNvGrpSpPr/>
            <p:nvPr/>
          </p:nvGrpSpPr>
          <p:grpSpPr>
            <a:xfrm rot="10800000">
              <a:off x="12" y="108546"/>
              <a:ext cx="493320" cy="357312"/>
              <a:chOff x="1722354" y="229144"/>
              <a:chExt cx="1748743" cy="1266614"/>
            </a:xfrm>
          </p:grpSpPr>
          <p:sp>
            <p:nvSpPr>
              <p:cNvPr id="1260" name="Google Shape;1260;g3b499654e41_0_127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3b499654e41_0_127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2" name="Google Shape;1262;g3b499654e41_0_1277"/>
            <p:cNvSpPr/>
            <p:nvPr/>
          </p:nvSpPr>
          <p:spPr>
            <a:xfrm flipH="1" rot="-5400000">
              <a:off x="8788045" y="359895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1263" name="Google Shape;1263;g3b499654e41_0_1277"/>
            <p:cNvGrpSpPr/>
            <p:nvPr/>
          </p:nvGrpSpPr>
          <p:grpSpPr>
            <a:xfrm flipH="1" rot="-5400000">
              <a:off x="8489086" y="4163845"/>
              <a:ext cx="493320" cy="357312"/>
              <a:chOff x="1722354" y="229144"/>
              <a:chExt cx="1748743" cy="1266614"/>
            </a:xfrm>
          </p:grpSpPr>
          <p:sp>
            <p:nvSpPr>
              <p:cNvPr id="1264" name="Google Shape;1264;g3b499654e41_0_127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g3b499654e41_0_127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66" name="Google Shape;1266;g3b499654e41_0_1277"/>
            <p:cNvGrpSpPr/>
            <p:nvPr/>
          </p:nvGrpSpPr>
          <p:grpSpPr>
            <a:xfrm flipH="1" rot="5400000">
              <a:off x="765336" y="-239460"/>
              <a:ext cx="965258" cy="273510"/>
              <a:chOff x="-6675" y="2881558"/>
              <a:chExt cx="9140700" cy="2059567"/>
            </a:xfrm>
          </p:grpSpPr>
          <p:cxnSp>
            <p:nvCxnSpPr>
              <p:cNvPr id="1267" name="Google Shape;1267;g3b499654e41_0_1277"/>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68" name="Google Shape;1268;g3b499654e41_0_1277"/>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69" name="Google Shape;1269;g3b499654e41_0_1277"/>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70" name="Google Shape;1270;g3b499654e41_0_1277"/>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71" name="Google Shape;1271;g3b499654e41_0_1277"/>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272" name="Google Shape;1272;g3b499654e41_0_1277"/>
          <p:cNvGrpSpPr/>
          <p:nvPr/>
        </p:nvGrpSpPr>
        <p:grpSpPr>
          <a:xfrm>
            <a:off x="248565" y="1658361"/>
            <a:ext cx="8665831" cy="946305"/>
            <a:chOff x="248565" y="1658361"/>
            <a:chExt cx="8665831" cy="946305"/>
          </a:xfrm>
        </p:grpSpPr>
        <p:sp>
          <p:nvSpPr>
            <p:cNvPr id="1273" name="Google Shape;1273;g3b499654e41_0_1277"/>
            <p:cNvSpPr/>
            <p:nvPr/>
          </p:nvSpPr>
          <p:spPr>
            <a:xfrm flipH="1" rot="10800000">
              <a:off x="248565" y="16583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g3b499654e41_0_1277"/>
            <p:cNvSpPr/>
            <p:nvPr/>
          </p:nvSpPr>
          <p:spPr>
            <a:xfrm flipH="1">
              <a:off x="8874340" y="21637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75" name="Google Shape;1275;g3b499654e41_0_127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76" name="Shape 1276"/>
        <p:cNvGrpSpPr/>
        <p:nvPr/>
      </p:nvGrpSpPr>
      <p:grpSpPr>
        <a:xfrm>
          <a:off x="0" y="0"/>
          <a:ext cx="0" cy="0"/>
          <a:chOff x="0" y="0"/>
          <a:chExt cx="0" cy="0"/>
        </a:xfrm>
      </p:grpSpPr>
      <p:grpSp>
        <p:nvGrpSpPr>
          <p:cNvPr id="1277" name="Google Shape;1277;g3b499654e41_0_1303"/>
          <p:cNvGrpSpPr/>
          <p:nvPr/>
        </p:nvGrpSpPr>
        <p:grpSpPr>
          <a:xfrm>
            <a:off x="248752" y="491529"/>
            <a:ext cx="8669349" cy="4596267"/>
            <a:chOff x="188277" y="445029"/>
            <a:chExt cx="8669349" cy="4596267"/>
          </a:xfrm>
        </p:grpSpPr>
        <p:sp>
          <p:nvSpPr>
            <p:cNvPr id="1278" name="Google Shape;1278;g3b499654e41_0_1303"/>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g3b499654e41_0_1303"/>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80" name="Google Shape;1280;g3b499654e41_0_1303"/>
            <p:cNvGrpSpPr/>
            <p:nvPr/>
          </p:nvGrpSpPr>
          <p:grpSpPr>
            <a:xfrm>
              <a:off x="188277" y="4275152"/>
              <a:ext cx="206891" cy="766144"/>
              <a:chOff x="8650702" y="3525402"/>
              <a:chExt cx="206891" cy="766144"/>
            </a:xfrm>
          </p:grpSpPr>
          <p:sp>
            <p:nvSpPr>
              <p:cNvPr id="1281" name="Google Shape;1281;g3b499654e41_0_1303"/>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g3b499654e41_0_1303"/>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83" name="Google Shape;1283;g3b499654e41_0_1303"/>
          <p:cNvGrpSpPr/>
          <p:nvPr/>
        </p:nvGrpSpPr>
        <p:grpSpPr>
          <a:xfrm>
            <a:off x="315625" y="1279781"/>
            <a:ext cx="8602485" cy="1562435"/>
            <a:chOff x="174750" y="1380581"/>
            <a:chExt cx="8602485" cy="1562435"/>
          </a:xfrm>
        </p:grpSpPr>
        <p:sp>
          <p:nvSpPr>
            <p:cNvPr id="1284" name="Google Shape;1284;g3b499654e41_0_1303"/>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g3b499654e41_0_1303"/>
            <p:cNvSpPr/>
            <p:nvPr/>
          </p:nvSpPr>
          <p:spPr>
            <a:xfrm rot="10800000">
              <a:off x="174750" y="25021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6" name="Google Shape;1286;g3b499654e41_0_1303"/>
          <p:cNvGrpSpPr/>
          <p:nvPr/>
        </p:nvGrpSpPr>
        <p:grpSpPr>
          <a:xfrm>
            <a:off x="355674" y="-567309"/>
            <a:ext cx="8751501" cy="5946659"/>
            <a:chOff x="251624" y="-534009"/>
            <a:chExt cx="8751501" cy="5946659"/>
          </a:xfrm>
        </p:grpSpPr>
        <p:grpSp>
          <p:nvGrpSpPr>
            <p:cNvPr id="1287" name="Google Shape;1287;g3b499654e41_0_1303"/>
            <p:cNvGrpSpPr/>
            <p:nvPr/>
          </p:nvGrpSpPr>
          <p:grpSpPr>
            <a:xfrm rot="10800000">
              <a:off x="251624" y="3645746"/>
              <a:ext cx="493320" cy="357312"/>
              <a:chOff x="1722354" y="229144"/>
              <a:chExt cx="1748743" cy="1266614"/>
            </a:xfrm>
          </p:grpSpPr>
          <p:sp>
            <p:nvSpPr>
              <p:cNvPr id="1288" name="Google Shape;1288;g3b499654e41_0_130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g3b499654e41_0_130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0" name="Google Shape;1290;g3b499654e41_0_1303"/>
            <p:cNvGrpSpPr/>
            <p:nvPr/>
          </p:nvGrpSpPr>
          <p:grpSpPr>
            <a:xfrm flipH="1" rot="5400000">
              <a:off x="7247711" y="-188135"/>
              <a:ext cx="965258" cy="273510"/>
              <a:chOff x="-6675" y="2881558"/>
              <a:chExt cx="9140700" cy="2059567"/>
            </a:xfrm>
          </p:grpSpPr>
          <p:cxnSp>
            <p:nvCxnSpPr>
              <p:cNvPr id="1291" name="Google Shape;1291;g3b499654e41_0_130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92" name="Google Shape;1292;g3b499654e41_0_130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93" name="Google Shape;1293;g3b499654e41_0_130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94" name="Google Shape;1294;g3b499654e41_0_130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295" name="Google Shape;1295;g3b499654e41_0_130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296" name="Google Shape;1296;g3b499654e41_0_1303"/>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1297" name="Google Shape;1297;g3b499654e41_0_1303"/>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sp>
        <p:nvSpPr>
          <p:cNvPr id="1298" name="Google Shape;1298;g3b499654e41_0_130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302" name="Shape 1302"/>
        <p:cNvGrpSpPr/>
        <p:nvPr/>
      </p:nvGrpSpPr>
      <p:grpSpPr>
        <a:xfrm>
          <a:off x="0" y="0"/>
          <a:ext cx="0" cy="0"/>
          <a:chOff x="0" y="0"/>
          <a:chExt cx="0" cy="0"/>
        </a:xfrm>
      </p:grpSpPr>
      <p:sp>
        <p:nvSpPr>
          <p:cNvPr id="1303" name="Google Shape;1303;g3b499654e41_0_21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04" name="Google Shape;1304;g3b499654e41_0_2150"/>
          <p:cNvSpPr txBox="1"/>
          <p:nvPr>
            <p:ph idx="1" type="subTitle"/>
          </p:nvPr>
        </p:nvSpPr>
        <p:spPr>
          <a:xfrm>
            <a:off x="10900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05" name="Google Shape;1305;g3b499654e41_0_2150"/>
          <p:cNvSpPr txBox="1"/>
          <p:nvPr>
            <p:ph idx="2" type="subTitle"/>
          </p:nvPr>
        </p:nvSpPr>
        <p:spPr>
          <a:xfrm>
            <a:off x="35017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06" name="Google Shape;1306;g3b499654e41_0_2150"/>
          <p:cNvSpPr txBox="1"/>
          <p:nvPr>
            <p:ph idx="3" type="subTitle"/>
          </p:nvPr>
        </p:nvSpPr>
        <p:spPr>
          <a:xfrm>
            <a:off x="5913431"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07" name="Google Shape;1307;g3b499654e41_0_2150"/>
          <p:cNvSpPr txBox="1"/>
          <p:nvPr>
            <p:ph idx="4" type="subTitle"/>
          </p:nvPr>
        </p:nvSpPr>
        <p:spPr>
          <a:xfrm>
            <a:off x="1090025"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08" name="Google Shape;1308;g3b499654e41_0_2150"/>
          <p:cNvSpPr txBox="1"/>
          <p:nvPr>
            <p:ph idx="5" type="subTitle"/>
          </p:nvPr>
        </p:nvSpPr>
        <p:spPr>
          <a:xfrm>
            <a:off x="3501728"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09" name="Google Shape;1309;g3b499654e41_0_2150"/>
          <p:cNvSpPr txBox="1"/>
          <p:nvPr>
            <p:ph idx="6" type="subTitle"/>
          </p:nvPr>
        </p:nvSpPr>
        <p:spPr>
          <a:xfrm>
            <a:off x="5913432"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310" name="Google Shape;1310;g3b499654e41_0_2150"/>
          <p:cNvGrpSpPr/>
          <p:nvPr/>
        </p:nvGrpSpPr>
        <p:grpSpPr>
          <a:xfrm>
            <a:off x="188277" y="445029"/>
            <a:ext cx="8669349" cy="4596267"/>
            <a:chOff x="188277" y="445029"/>
            <a:chExt cx="8669349" cy="4596267"/>
          </a:xfrm>
        </p:grpSpPr>
        <p:sp>
          <p:nvSpPr>
            <p:cNvPr id="1311" name="Google Shape;1311;g3b499654e41_0_2150"/>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g3b499654e41_0_2150"/>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3" name="Google Shape;1313;g3b499654e41_0_2150"/>
            <p:cNvGrpSpPr/>
            <p:nvPr/>
          </p:nvGrpSpPr>
          <p:grpSpPr>
            <a:xfrm>
              <a:off x="188277" y="4275152"/>
              <a:ext cx="206891" cy="766144"/>
              <a:chOff x="8650702" y="3525402"/>
              <a:chExt cx="206891" cy="766144"/>
            </a:xfrm>
          </p:grpSpPr>
          <p:sp>
            <p:nvSpPr>
              <p:cNvPr id="1314" name="Google Shape;1314;g3b499654e41_0_2150"/>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g3b499654e41_0_2150"/>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316" name="Google Shape;1316;g3b499654e41_0_2150"/>
          <p:cNvGrpSpPr/>
          <p:nvPr/>
        </p:nvGrpSpPr>
        <p:grpSpPr>
          <a:xfrm>
            <a:off x="478250" y="1380581"/>
            <a:ext cx="8298985" cy="1930685"/>
            <a:chOff x="478250" y="1380581"/>
            <a:chExt cx="8298985" cy="1930685"/>
          </a:xfrm>
        </p:grpSpPr>
        <p:sp>
          <p:nvSpPr>
            <p:cNvPr id="1317" name="Google Shape;1317;g3b499654e41_0_2150"/>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g3b499654e41_0_2150"/>
            <p:cNvSpPr/>
            <p:nvPr/>
          </p:nvSpPr>
          <p:spPr>
            <a:xfrm rot="10800000">
              <a:off x="478250" y="28703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9" name="Google Shape;1319;g3b499654e41_0_2150"/>
          <p:cNvGrpSpPr/>
          <p:nvPr/>
        </p:nvGrpSpPr>
        <p:grpSpPr>
          <a:xfrm>
            <a:off x="260199" y="-534009"/>
            <a:ext cx="8742926" cy="5946659"/>
            <a:chOff x="260199" y="-534009"/>
            <a:chExt cx="8742926" cy="5946659"/>
          </a:xfrm>
        </p:grpSpPr>
        <p:grpSp>
          <p:nvGrpSpPr>
            <p:cNvPr id="1320" name="Google Shape;1320;g3b499654e41_0_2150"/>
            <p:cNvGrpSpPr/>
            <p:nvPr/>
          </p:nvGrpSpPr>
          <p:grpSpPr>
            <a:xfrm flipH="1" rot="5400000">
              <a:off x="7247711" y="-188135"/>
              <a:ext cx="965258" cy="273510"/>
              <a:chOff x="-6675" y="2881558"/>
              <a:chExt cx="9140700" cy="2059567"/>
            </a:xfrm>
          </p:grpSpPr>
          <p:cxnSp>
            <p:nvCxnSpPr>
              <p:cNvPr id="1321" name="Google Shape;1321;g3b499654e41_0_215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22" name="Google Shape;1322;g3b499654e41_0_215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23" name="Google Shape;1323;g3b499654e41_0_215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24" name="Google Shape;1324;g3b499654e41_0_215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25" name="Google Shape;1325;g3b499654e41_0_215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326" name="Google Shape;1326;g3b499654e41_0_2150"/>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327" name="Google Shape;1327;g3b499654e41_0_2150"/>
            <p:cNvGrpSpPr/>
            <p:nvPr/>
          </p:nvGrpSpPr>
          <p:grpSpPr>
            <a:xfrm>
              <a:off x="260199" y="3089575"/>
              <a:ext cx="493320" cy="2323075"/>
              <a:chOff x="260199" y="3089575"/>
              <a:chExt cx="493320" cy="2323075"/>
            </a:xfrm>
          </p:grpSpPr>
          <p:grpSp>
            <p:nvGrpSpPr>
              <p:cNvPr id="1328" name="Google Shape;1328;g3b499654e41_0_2150"/>
              <p:cNvGrpSpPr/>
              <p:nvPr/>
            </p:nvGrpSpPr>
            <p:grpSpPr>
              <a:xfrm rot="10800000">
                <a:off x="260199" y="3645746"/>
                <a:ext cx="493320" cy="357312"/>
                <a:chOff x="1722354" y="229144"/>
                <a:chExt cx="1748743" cy="1266614"/>
              </a:xfrm>
            </p:grpSpPr>
            <p:sp>
              <p:nvSpPr>
                <p:cNvPr id="1329" name="Google Shape;1329;g3b499654e41_0_215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g3b499654e41_0_215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1" name="Google Shape;1331;g3b499654e41_0_2150"/>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grpSp>
      <p:sp>
        <p:nvSpPr>
          <p:cNvPr id="1332" name="Google Shape;1332;g3b499654e41_0_2150"/>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33" name="Shape 1333"/>
        <p:cNvGrpSpPr/>
        <p:nvPr/>
      </p:nvGrpSpPr>
      <p:grpSpPr>
        <a:xfrm>
          <a:off x="0" y="0"/>
          <a:ext cx="0" cy="0"/>
          <a:chOff x="0" y="0"/>
          <a:chExt cx="0" cy="0"/>
        </a:xfrm>
      </p:grpSpPr>
      <p:sp>
        <p:nvSpPr>
          <p:cNvPr id="1334" name="Google Shape;1334;g3b499654e41_0_227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35" name="Google Shape;1335;g3b499654e41_0_2274"/>
          <p:cNvSpPr txBox="1"/>
          <p:nvPr>
            <p:ph idx="1" type="body"/>
          </p:nvPr>
        </p:nvSpPr>
        <p:spPr>
          <a:xfrm>
            <a:off x="720000" y="1056776"/>
            <a:ext cx="7704000" cy="4218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grpSp>
        <p:nvGrpSpPr>
          <p:cNvPr id="1336" name="Google Shape;1336;g3b499654e41_0_2274"/>
          <p:cNvGrpSpPr/>
          <p:nvPr/>
        </p:nvGrpSpPr>
        <p:grpSpPr>
          <a:xfrm>
            <a:off x="188277" y="1651177"/>
            <a:ext cx="8669316" cy="2098194"/>
            <a:chOff x="188277" y="1651177"/>
            <a:chExt cx="8669316" cy="2098194"/>
          </a:xfrm>
        </p:grpSpPr>
        <p:sp>
          <p:nvSpPr>
            <p:cNvPr id="1337" name="Google Shape;1337;g3b499654e41_0_2274"/>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g3b499654e41_0_2274"/>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9" name="Google Shape;1339;g3b499654e41_0_2274"/>
            <p:cNvGrpSpPr/>
            <p:nvPr/>
          </p:nvGrpSpPr>
          <p:grpSpPr>
            <a:xfrm>
              <a:off x="188277" y="2983227"/>
              <a:ext cx="206891" cy="766144"/>
              <a:chOff x="8650702" y="3525402"/>
              <a:chExt cx="206891" cy="766144"/>
            </a:xfrm>
          </p:grpSpPr>
          <p:sp>
            <p:nvSpPr>
              <p:cNvPr id="1340" name="Google Shape;1340;g3b499654e41_0_227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g3b499654e41_0_227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342" name="Google Shape;1342;g3b499654e41_0_2274"/>
          <p:cNvGrpSpPr/>
          <p:nvPr/>
        </p:nvGrpSpPr>
        <p:grpSpPr>
          <a:xfrm>
            <a:off x="-1181862" y="-331600"/>
            <a:ext cx="11020271" cy="5673388"/>
            <a:chOff x="-1181862" y="-331600"/>
            <a:chExt cx="11020271" cy="5673388"/>
          </a:xfrm>
        </p:grpSpPr>
        <p:grpSp>
          <p:nvGrpSpPr>
            <p:cNvPr id="1343" name="Google Shape;1343;g3b499654e41_0_2274"/>
            <p:cNvGrpSpPr/>
            <p:nvPr/>
          </p:nvGrpSpPr>
          <p:grpSpPr>
            <a:xfrm>
              <a:off x="8873150" y="1130916"/>
              <a:ext cx="965258" cy="273510"/>
              <a:chOff x="-6675" y="2881558"/>
              <a:chExt cx="9140700" cy="2059567"/>
            </a:xfrm>
          </p:grpSpPr>
          <p:cxnSp>
            <p:nvCxnSpPr>
              <p:cNvPr id="1344" name="Google Shape;1344;g3b499654e41_0_2274"/>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45" name="Google Shape;1345;g3b499654e41_0_2274"/>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46" name="Google Shape;1346;g3b499654e41_0_2274"/>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47" name="Google Shape;1347;g3b499654e41_0_2274"/>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48" name="Google Shape;1348;g3b499654e41_0_2274"/>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349" name="Google Shape;1349;g3b499654e41_0_2274"/>
            <p:cNvSpPr/>
            <p:nvPr/>
          </p:nvSpPr>
          <p:spPr>
            <a:xfrm>
              <a:off x="8095400" y="-33160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1350" name="Google Shape;1350;g3b499654e41_0_2274"/>
            <p:cNvGrpSpPr/>
            <p:nvPr/>
          </p:nvGrpSpPr>
          <p:grpSpPr>
            <a:xfrm flipH="1" rot="10800000">
              <a:off x="8650689" y="182196"/>
              <a:ext cx="493320" cy="357312"/>
              <a:chOff x="1722354" y="229144"/>
              <a:chExt cx="1748743" cy="1266614"/>
            </a:xfrm>
          </p:grpSpPr>
          <p:sp>
            <p:nvSpPr>
              <p:cNvPr id="1351" name="Google Shape;1351;g3b499654e41_0_227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g3b499654e41_0_227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3" name="Google Shape;1353;g3b499654e41_0_2274"/>
            <p:cNvSpPr/>
            <p:nvPr/>
          </p:nvSpPr>
          <p:spPr>
            <a:xfrm rot="5400000">
              <a:off x="-191675" y="348120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1354" name="Google Shape;1354;g3b499654e41_0_2274"/>
            <p:cNvGrpSpPr/>
            <p:nvPr/>
          </p:nvGrpSpPr>
          <p:grpSpPr>
            <a:xfrm flipH="1" rot="-5400000">
              <a:off x="159064" y="4046095"/>
              <a:ext cx="493320" cy="357312"/>
              <a:chOff x="1722354" y="229144"/>
              <a:chExt cx="1748743" cy="1266614"/>
            </a:xfrm>
          </p:grpSpPr>
          <p:sp>
            <p:nvSpPr>
              <p:cNvPr id="1355" name="Google Shape;1355;g3b499654e41_0_227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g3b499654e41_0_227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7" name="Google Shape;1357;g3b499654e41_0_2274"/>
            <p:cNvGrpSpPr/>
            <p:nvPr/>
          </p:nvGrpSpPr>
          <p:grpSpPr>
            <a:xfrm>
              <a:off x="-776975" y="4800516"/>
              <a:ext cx="965258" cy="273510"/>
              <a:chOff x="-6675" y="2881558"/>
              <a:chExt cx="9140700" cy="2059567"/>
            </a:xfrm>
          </p:grpSpPr>
          <p:cxnSp>
            <p:nvCxnSpPr>
              <p:cNvPr id="1358" name="Google Shape;1358;g3b499654e41_0_2274"/>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59" name="Google Shape;1359;g3b499654e41_0_2274"/>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60" name="Google Shape;1360;g3b499654e41_0_2274"/>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61" name="Google Shape;1361;g3b499654e41_0_2274"/>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362" name="Google Shape;1362;g3b499654e41_0_2274"/>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363" name="Google Shape;1363;g3b499654e41_0_2274"/>
          <p:cNvGrpSpPr/>
          <p:nvPr/>
        </p:nvGrpSpPr>
        <p:grpSpPr>
          <a:xfrm>
            <a:off x="-142612" y="-168664"/>
            <a:ext cx="7919030" cy="2888968"/>
            <a:chOff x="-142612" y="-168664"/>
            <a:chExt cx="7919030" cy="2888968"/>
          </a:xfrm>
        </p:grpSpPr>
        <p:sp>
          <p:nvSpPr>
            <p:cNvPr id="1364" name="Google Shape;1364;g3b499654e41_0_2274"/>
            <p:cNvSpPr/>
            <p:nvPr/>
          </p:nvSpPr>
          <p:spPr>
            <a:xfrm rot="10800000">
              <a:off x="7736362" y="-1686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g3b499654e41_0_2274"/>
            <p:cNvSpPr/>
            <p:nvPr/>
          </p:nvSpPr>
          <p:spPr>
            <a:xfrm rot="5400000">
              <a:off x="57800" y="2479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6" name="Google Shape;1366;g3b499654e41_0_227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67" name="Shape 1367"/>
        <p:cNvGrpSpPr/>
        <p:nvPr/>
      </p:nvGrpSpPr>
      <p:grpSpPr>
        <a:xfrm>
          <a:off x="0" y="0"/>
          <a:ext cx="0" cy="0"/>
          <a:chOff x="0" y="0"/>
          <a:chExt cx="0" cy="0"/>
        </a:xfrm>
      </p:grpSpPr>
      <p:sp>
        <p:nvSpPr>
          <p:cNvPr id="1368" name="Google Shape;1368;g3b499654e41_0_2040"/>
          <p:cNvSpPr txBox="1"/>
          <p:nvPr>
            <p:ph type="ctrTitle"/>
          </p:nvPr>
        </p:nvSpPr>
        <p:spPr>
          <a:xfrm>
            <a:off x="1115975" y="1999150"/>
            <a:ext cx="4384800" cy="169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34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369" name="Google Shape;1369;g3b499654e41_0_2040"/>
          <p:cNvSpPr txBox="1"/>
          <p:nvPr>
            <p:ph idx="1" type="subTitle"/>
          </p:nvPr>
        </p:nvSpPr>
        <p:spPr>
          <a:xfrm>
            <a:off x="1115975" y="3719650"/>
            <a:ext cx="4384800" cy="3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370" name="Google Shape;1370;g3b499654e41_0_2040"/>
          <p:cNvGrpSpPr/>
          <p:nvPr/>
        </p:nvGrpSpPr>
        <p:grpSpPr>
          <a:xfrm>
            <a:off x="7612300" y="-540750"/>
            <a:ext cx="1111343" cy="1111343"/>
            <a:chOff x="8307725" y="278700"/>
            <a:chExt cx="1111343" cy="1111343"/>
          </a:xfrm>
        </p:grpSpPr>
        <p:sp>
          <p:nvSpPr>
            <p:cNvPr id="1371" name="Google Shape;1371;g3b499654e41_0_2040"/>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g3b499654e41_0_2040"/>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73" name="Google Shape;1373;g3b499654e41_0_2040"/>
          <p:cNvGrpSpPr/>
          <p:nvPr/>
        </p:nvGrpSpPr>
        <p:grpSpPr>
          <a:xfrm>
            <a:off x="8208698" y="2109318"/>
            <a:ext cx="1160061" cy="247279"/>
            <a:chOff x="8208698" y="2109318"/>
            <a:chExt cx="1160061" cy="247279"/>
          </a:xfrm>
        </p:grpSpPr>
        <p:sp>
          <p:nvSpPr>
            <p:cNvPr id="1374" name="Google Shape;1374;g3b499654e41_0_2040"/>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g3b499654e41_0_2040"/>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76" name="Google Shape;1376;g3b499654e41_0_2040"/>
          <p:cNvGrpSpPr/>
          <p:nvPr/>
        </p:nvGrpSpPr>
        <p:grpSpPr>
          <a:xfrm flipH="1" rot="5400000">
            <a:off x="6933401" y="2759016"/>
            <a:ext cx="2550619" cy="3872400"/>
            <a:chOff x="1857762" y="2762827"/>
            <a:chExt cx="2550619" cy="3872400"/>
          </a:xfrm>
        </p:grpSpPr>
        <p:cxnSp>
          <p:nvCxnSpPr>
            <p:cNvPr id="1377" name="Google Shape;1377;g3b499654e41_0_2040"/>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378" name="Google Shape;1378;g3b499654e41_0_2040"/>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379" name="Google Shape;1379;g3b499654e41_0_2040"/>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0" name="Google Shape;1380;g3b499654e41_0_2040"/>
          <p:cNvGrpSpPr/>
          <p:nvPr/>
        </p:nvGrpSpPr>
        <p:grpSpPr>
          <a:xfrm rot="-5400000">
            <a:off x="8388339" y="1273397"/>
            <a:ext cx="493320" cy="357312"/>
            <a:chOff x="1722354" y="229144"/>
            <a:chExt cx="1748743" cy="1266614"/>
          </a:xfrm>
        </p:grpSpPr>
        <p:sp>
          <p:nvSpPr>
            <p:cNvPr id="1381" name="Google Shape;1381;g3b499654e41_0_204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g3b499654e41_0_204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83" name="Shape 1383"/>
        <p:cNvGrpSpPr/>
        <p:nvPr/>
      </p:nvGrpSpPr>
      <p:grpSpPr>
        <a:xfrm>
          <a:off x="0" y="0"/>
          <a:ext cx="0" cy="0"/>
          <a:chOff x="0" y="0"/>
          <a:chExt cx="0" cy="0"/>
        </a:xfrm>
      </p:grpSpPr>
      <p:sp>
        <p:nvSpPr>
          <p:cNvPr id="1384" name="Google Shape;1384;g3b499654e41_0_20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85" name="Google Shape;1385;g3b499654e41_0_2056"/>
          <p:cNvSpPr txBox="1"/>
          <p:nvPr>
            <p:ph idx="2" type="title"/>
          </p:nvPr>
        </p:nvSpPr>
        <p:spPr>
          <a:xfrm>
            <a:off x="3177356" y="1199529"/>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386" name="Google Shape;1386;g3b499654e41_0_2056"/>
          <p:cNvSpPr txBox="1"/>
          <p:nvPr>
            <p:ph idx="3" type="title"/>
          </p:nvPr>
        </p:nvSpPr>
        <p:spPr>
          <a:xfrm>
            <a:off x="3177356" y="2902621"/>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387" name="Google Shape;1387;g3b499654e41_0_2056"/>
          <p:cNvSpPr txBox="1"/>
          <p:nvPr>
            <p:ph idx="4" type="title"/>
          </p:nvPr>
        </p:nvSpPr>
        <p:spPr>
          <a:xfrm>
            <a:off x="3177356" y="1767226"/>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388" name="Google Shape;1388;g3b499654e41_0_2056"/>
          <p:cNvSpPr txBox="1"/>
          <p:nvPr>
            <p:ph idx="5" type="title"/>
          </p:nvPr>
        </p:nvSpPr>
        <p:spPr>
          <a:xfrm>
            <a:off x="3177356" y="3470319"/>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389" name="Google Shape;1389;g3b499654e41_0_2056"/>
          <p:cNvSpPr txBox="1"/>
          <p:nvPr>
            <p:ph idx="6" type="title"/>
          </p:nvPr>
        </p:nvSpPr>
        <p:spPr>
          <a:xfrm>
            <a:off x="3177356" y="2334924"/>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390" name="Google Shape;1390;g3b499654e41_0_2056"/>
          <p:cNvSpPr txBox="1"/>
          <p:nvPr>
            <p:ph idx="7" type="title"/>
          </p:nvPr>
        </p:nvSpPr>
        <p:spPr>
          <a:xfrm>
            <a:off x="3177356" y="4038016"/>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391" name="Google Shape;1391;g3b499654e41_0_2056"/>
          <p:cNvSpPr txBox="1"/>
          <p:nvPr>
            <p:ph idx="1" type="subTitle"/>
          </p:nvPr>
        </p:nvSpPr>
        <p:spPr>
          <a:xfrm>
            <a:off x="4010944" y="1201329"/>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92" name="Google Shape;1392;g3b499654e41_0_2056"/>
          <p:cNvSpPr txBox="1"/>
          <p:nvPr>
            <p:ph idx="8" type="subTitle"/>
          </p:nvPr>
        </p:nvSpPr>
        <p:spPr>
          <a:xfrm>
            <a:off x="4010944" y="1769028"/>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93" name="Google Shape;1393;g3b499654e41_0_2056"/>
          <p:cNvSpPr txBox="1"/>
          <p:nvPr>
            <p:ph idx="9" type="subTitle"/>
          </p:nvPr>
        </p:nvSpPr>
        <p:spPr>
          <a:xfrm>
            <a:off x="4010944" y="23367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94" name="Google Shape;1394;g3b499654e41_0_2056"/>
          <p:cNvSpPr txBox="1"/>
          <p:nvPr>
            <p:ph idx="13" type="subTitle"/>
          </p:nvPr>
        </p:nvSpPr>
        <p:spPr>
          <a:xfrm>
            <a:off x="4010941" y="29044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95" name="Google Shape;1395;g3b499654e41_0_2056"/>
          <p:cNvSpPr txBox="1"/>
          <p:nvPr>
            <p:ph idx="14" type="subTitle"/>
          </p:nvPr>
        </p:nvSpPr>
        <p:spPr>
          <a:xfrm>
            <a:off x="4010941" y="3472126"/>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396" name="Google Shape;1396;g3b499654e41_0_2056"/>
          <p:cNvSpPr txBox="1"/>
          <p:nvPr>
            <p:ph idx="15" type="subTitle"/>
          </p:nvPr>
        </p:nvSpPr>
        <p:spPr>
          <a:xfrm>
            <a:off x="4010941" y="4039825"/>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397" name="Google Shape;1397;g3b499654e41_0_2056"/>
          <p:cNvGrpSpPr/>
          <p:nvPr/>
        </p:nvGrpSpPr>
        <p:grpSpPr>
          <a:xfrm>
            <a:off x="377427" y="204425"/>
            <a:ext cx="8916118" cy="4541546"/>
            <a:chOff x="377427" y="204425"/>
            <a:chExt cx="8916118" cy="4541546"/>
          </a:xfrm>
        </p:grpSpPr>
        <p:grpSp>
          <p:nvGrpSpPr>
            <p:cNvPr id="1398" name="Google Shape;1398;g3b499654e41_0_2056"/>
            <p:cNvGrpSpPr/>
            <p:nvPr/>
          </p:nvGrpSpPr>
          <p:grpSpPr>
            <a:xfrm>
              <a:off x="377427" y="3968227"/>
              <a:ext cx="200266" cy="777744"/>
              <a:chOff x="8153327" y="353177"/>
              <a:chExt cx="200266" cy="777744"/>
            </a:xfrm>
          </p:grpSpPr>
          <p:sp>
            <p:nvSpPr>
              <p:cNvPr id="1399" name="Google Shape;1399;g3b499654e41_0_2056"/>
              <p:cNvSpPr/>
              <p:nvPr/>
            </p:nvSpPr>
            <p:spPr>
              <a:xfrm rot="10800000">
                <a:off x="8153327" y="6559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g3b499654e41_0_2056"/>
              <p:cNvSpPr/>
              <p:nvPr/>
            </p:nvSpPr>
            <p:spPr>
              <a:xfrm rot="10800000">
                <a:off x="8310477" y="353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01" name="Google Shape;1401;g3b499654e41_0_2056"/>
            <p:cNvGrpSpPr/>
            <p:nvPr/>
          </p:nvGrpSpPr>
          <p:grpSpPr>
            <a:xfrm rot="-5400000">
              <a:off x="8807027" y="2115202"/>
              <a:ext cx="206891" cy="766144"/>
              <a:chOff x="8650702" y="1651177"/>
              <a:chExt cx="206891" cy="766144"/>
            </a:xfrm>
          </p:grpSpPr>
          <p:sp>
            <p:nvSpPr>
              <p:cNvPr id="1402" name="Google Shape;1402;g3b499654e41_0_2056"/>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g3b499654e41_0_2056"/>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04" name="Google Shape;1404;g3b499654e41_0_2056"/>
            <p:cNvGrpSpPr/>
            <p:nvPr/>
          </p:nvGrpSpPr>
          <p:grpSpPr>
            <a:xfrm>
              <a:off x="7437187" y="204425"/>
              <a:ext cx="862215" cy="240599"/>
              <a:chOff x="6903462" y="1158900"/>
              <a:chExt cx="862215" cy="240599"/>
            </a:xfrm>
          </p:grpSpPr>
          <p:sp>
            <p:nvSpPr>
              <p:cNvPr id="1405" name="Google Shape;1405;g3b499654e41_0_2056"/>
              <p:cNvSpPr/>
              <p:nvPr/>
            </p:nvSpPr>
            <p:spPr>
              <a:xfrm flipH="1">
                <a:off x="6903462" y="1158900"/>
                <a:ext cx="240599" cy="240599"/>
              </a:xfrm>
              <a:custGeom>
                <a:rect b="b" l="l" r="r" t="t"/>
                <a:pathLst>
                  <a:path extrusionOk="0" fill="none" h="1784" w="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g3b499654e41_0_2056"/>
              <p:cNvSpPr/>
              <p:nvPr/>
            </p:nvSpPr>
            <p:spPr>
              <a:xfrm flipH="1" rot="5400000">
                <a:off x="7506622" y="10417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07" name="Google Shape;1407;g3b499654e41_0_2056"/>
          <p:cNvGrpSpPr/>
          <p:nvPr/>
        </p:nvGrpSpPr>
        <p:grpSpPr>
          <a:xfrm>
            <a:off x="-556748" y="-57000"/>
            <a:ext cx="10429655" cy="3378450"/>
            <a:chOff x="-556748" y="-57000"/>
            <a:chExt cx="10429655" cy="3378450"/>
          </a:xfrm>
        </p:grpSpPr>
        <p:grpSp>
          <p:nvGrpSpPr>
            <p:cNvPr id="1408" name="Google Shape;1408;g3b499654e41_0_2056"/>
            <p:cNvGrpSpPr/>
            <p:nvPr/>
          </p:nvGrpSpPr>
          <p:grpSpPr>
            <a:xfrm flipH="1">
              <a:off x="8221608" y="1714746"/>
              <a:ext cx="493320" cy="357312"/>
              <a:chOff x="1722354" y="229144"/>
              <a:chExt cx="1748743" cy="1266614"/>
            </a:xfrm>
          </p:grpSpPr>
          <p:sp>
            <p:nvSpPr>
              <p:cNvPr id="1409" name="Google Shape;1409;g3b499654e41_0_205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g3b499654e41_0_205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1" name="Google Shape;1411;g3b499654e41_0_2056"/>
            <p:cNvSpPr/>
            <p:nvPr/>
          </p:nvSpPr>
          <p:spPr>
            <a:xfrm>
              <a:off x="8221600" y="-57000"/>
              <a:ext cx="1027600" cy="3378450"/>
            </a:xfrm>
            <a:custGeom>
              <a:rect b="b" l="l" r="r" t="t"/>
              <a:pathLst>
                <a:path extrusionOk="0" h="135138" w="41104">
                  <a:moveTo>
                    <a:pt x="41104" y="135138"/>
                  </a:moveTo>
                  <a:lnTo>
                    <a:pt x="0" y="111407"/>
                  </a:lnTo>
                  <a:lnTo>
                    <a:pt x="0" y="57500"/>
                  </a:lnTo>
                  <a:lnTo>
                    <a:pt x="12424" y="45076"/>
                  </a:lnTo>
                  <a:lnTo>
                    <a:pt x="12424" y="0"/>
                  </a:lnTo>
                </a:path>
              </a:pathLst>
            </a:custGeom>
            <a:noFill/>
            <a:ln cap="flat" cmpd="sng" w="9525">
              <a:solidFill>
                <a:schemeClr val="accent1"/>
              </a:solidFill>
              <a:prstDash val="solid"/>
              <a:round/>
              <a:headEnd len="sm" w="sm" type="none"/>
              <a:tailEnd len="sm" w="sm" type="none"/>
            </a:ln>
          </p:spPr>
        </p:sp>
        <p:grpSp>
          <p:nvGrpSpPr>
            <p:cNvPr id="1412" name="Google Shape;1412;g3b499654e41_0_2056"/>
            <p:cNvGrpSpPr/>
            <p:nvPr/>
          </p:nvGrpSpPr>
          <p:grpSpPr>
            <a:xfrm>
              <a:off x="8527396" y="539491"/>
              <a:ext cx="1345511" cy="273510"/>
              <a:chOff x="-6675" y="2881558"/>
              <a:chExt cx="9140700" cy="2059567"/>
            </a:xfrm>
          </p:grpSpPr>
          <p:cxnSp>
            <p:nvCxnSpPr>
              <p:cNvPr id="1413" name="Google Shape;1413;g3b499654e41_0_205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14" name="Google Shape;1414;g3b499654e41_0_205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15" name="Google Shape;1415;g3b499654e41_0_205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16" name="Google Shape;1416;g3b499654e41_0_205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17" name="Google Shape;1417;g3b499654e41_0_205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1418" name="Google Shape;1418;g3b499654e41_0_2056"/>
            <p:cNvGrpSpPr/>
            <p:nvPr/>
          </p:nvGrpSpPr>
          <p:grpSpPr>
            <a:xfrm rot="10800000">
              <a:off x="-556748" y="2551974"/>
              <a:ext cx="1029243" cy="273510"/>
              <a:chOff x="-6675" y="2881558"/>
              <a:chExt cx="9140700" cy="2059567"/>
            </a:xfrm>
          </p:grpSpPr>
          <p:cxnSp>
            <p:nvCxnSpPr>
              <p:cNvPr id="1419" name="Google Shape;1419;g3b499654e41_0_205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20" name="Google Shape;1420;g3b499654e41_0_205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21" name="Google Shape;1421;g3b499654e41_0_205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22" name="Google Shape;1422;g3b499654e41_0_205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23" name="Google Shape;1423;g3b499654e41_0_205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424" name="Google Shape;1424;g3b499654e41_0_2056"/>
          <p:cNvGrpSpPr/>
          <p:nvPr/>
        </p:nvGrpSpPr>
        <p:grpSpPr>
          <a:xfrm>
            <a:off x="-160350" y="1017736"/>
            <a:ext cx="9034618" cy="1344543"/>
            <a:chOff x="-160350" y="1017736"/>
            <a:chExt cx="9034618" cy="1344543"/>
          </a:xfrm>
        </p:grpSpPr>
        <p:sp>
          <p:nvSpPr>
            <p:cNvPr id="1425" name="Google Shape;1425;g3b499654e41_0_2056"/>
            <p:cNvSpPr/>
            <p:nvPr/>
          </p:nvSpPr>
          <p:spPr>
            <a:xfrm rot="10800000">
              <a:off x="8834212" y="1017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g3b499654e41_0_2056"/>
            <p:cNvSpPr/>
            <p:nvPr/>
          </p:nvSpPr>
          <p:spPr>
            <a:xfrm rot="5400000">
              <a:off x="40062" y="21218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7" name="Google Shape;1427;g3b499654e41_0_205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28" name="Shape 1428"/>
        <p:cNvGrpSpPr/>
        <p:nvPr/>
      </p:nvGrpSpPr>
      <p:grpSpPr>
        <a:xfrm>
          <a:off x="0" y="0"/>
          <a:ext cx="0" cy="0"/>
          <a:chOff x="0" y="0"/>
          <a:chExt cx="0" cy="0"/>
        </a:xfrm>
      </p:grpSpPr>
      <p:sp>
        <p:nvSpPr>
          <p:cNvPr id="1429" name="Google Shape;1429;g3b499654e41_0_2101"/>
          <p:cNvSpPr txBox="1"/>
          <p:nvPr>
            <p:ph type="title"/>
          </p:nvPr>
        </p:nvSpPr>
        <p:spPr>
          <a:xfrm>
            <a:off x="1136800" y="2325725"/>
            <a:ext cx="3653400" cy="989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30" name="Google Shape;1430;g3b499654e41_0_2101"/>
          <p:cNvSpPr txBox="1"/>
          <p:nvPr>
            <p:ph idx="2" type="title"/>
          </p:nvPr>
        </p:nvSpPr>
        <p:spPr>
          <a:xfrm>
            <a:off x="4790350" y="2279800"/>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grpSp>
        <p:nvGrpSpPr>
          <p:cNvPr id="1431" name="Google Shape;1431;g3b499654e41_0_2101"/>
          <p:cNvGrpSpPr/>
          <p:nvPr/>
        </p:nvGrpSpPr>
        <p:grpSpPr>
          <a:xfrm rot="-5400000">
            <a:off x="3860412" y="-1906049"/>
            <a:ext cx="3859204" cy="615399"/>
            <a:chOff x="-6675" y="307100"/>
            <a:chExt cx="9140700" cy="4634025"/>
          </a:xfrm>
        </p:grpSpPr>
        <p:cxnSp>
          <p:nvCxnSpPr>
            <p:cNvPr id="1432" name="Google Shape;1432;g3b499654e41_0_2101"/>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3" name="Google Shape;1433;g3b499654e41_0_2101"/>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4" name="Google Shape;1434;g3b499654e41_0_2101"/>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5" name="Google Shape;1435;g3b499654e41_0_2101"/>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6" name="Google Shape;1436;g3b499654e41_0_2101"/>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7" name="Google Shape;1437;g3b499654e41_0_210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8" name="Google Shape;1438;g3b499654e41_0_210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39" name="Google Shape;1439;g3b499654e41_0_210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40" name="Google Shape;1440;g3b499654e41_0_210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41" name="Google Shape;1441;g3b499654e41_0_210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1442" name="Google Shape;1442;g3b499654e41_0_2101"/>
          <p:cNvGrpSpPr/>
          <p:nvPr/>
        </p:nvGrpSpPr>
        <p:grpSpPr>
          <a:xfrm>
            <a:off x="-415272" y="538801"/>
            <a:ext cx="7636890" cy="5144942"/>
            <a:chOff x="-415272" y="538801"/>
            <a:chExt cx="7636890" cy="5144942"/>
          </a:xfrm>
        </p:grpSpPr>
        <p:grpSp>
          <p:nvGrpSpPr>
            <p:cNvPr id="1443" name="Google Shape;1443;g3b499654e41_0_2101"/>
            <p:cNvGrpSpPr/>
            <p:nvPr/>
          </p:nvGrpSpPr>
          <p:grpSpPr>
            <a:xfrm>
              <a:off x="6110275" y="4572400"/>
              <a:ext cx="1111343" cy="1111343"/>
              <a:chOff x="8307725" y="278700"/>
              <a:chExt cx="1111343" cy="1111343"/>
            </a:xfrm>
          </p:grpSpPr>
          <p:sp>
            <p:nvSpPr>
              <p:cNvPr id="1444" name="Google Shape;1444;g3b499654e41_0_210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g3b499654e41_0_210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6" name="Google Shape;1446;g3b499654e41_0_2101"/>
            <p:cNvGrpSpPr/>
            <p:nvPr/>
          </p:nvGrpSpPr>
          <p:grpSpPr>
            <a:xfrm>
              <a:off x="-415272" y="538801"/>
              <a:ext cx="2027056" cy="586283"/>
              <a:chOff x="-415272" y="538801"/>
              <a:chExt cx="2027056" cy="586283"/>
            </a:xfrm>
          </p:grpSpPr>
          <p:sp>
            <p:nvSpPr>
              <p:cNvPr id="1447" name="Google Shape;1447;g3b499654e41_0_2101"/>
              <p:cNvSpPr/>
              <p:nvPr/>
            </p:nvSpPr>
            <p:spPr>
              <a:xfrm rot="-5400000">
                <a:off x="1352729" y="32286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g3b499654e41_0_2101"/>
              <p:cNvSpPr/>
              <p:nvPr/>
            </p:nvSpPr>
            <p:spPr>
              <a:xfrm rot="-5400000">
                <a:off x="-39071" y="673783"/>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49" name="Shape 1449"/>
        <p:cNvGrpSpPr/>
        <p:nvPr/>
      </p:nvGrpSpPr>
      <p:grpSpPr>
        <a:xfrm>
          <a:off x="0" y="0"/>
          <a:ext cx="0" cy="0"/>
          <a:chOff x="0" y="0"/>
          <a:chExt cx="0" cy="0"/>
        </a:xfrm>
      </p:grpSpPr>
      <p:sp>
        <p:nvSpPr>
          <p:cNvPr id="1450" name="Google Shape;1450;g3b499654e41_0_21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1451" name="Google Shape;1451;g3b499654e41_0_2122"/>
          <p:cNvSpPr txBox="1"/>
          <p:nvPr>
            <p:ph idx="1" type="subTitle"/>
          </p:nvPr>
        </p:nvSpPr>
        <p:spPr>
          <a:xfrm>
            <a:off x="4861824"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52" name="Google Shape;1452;g3b499654e41_0_2122"/>
          <p:cNvSpPr txBox="1"/>
          <p:nvPr>
            <p:ph idx="2" type="subTitle"/>
          </p:nvPr>
        </p:nvSpPr>
        <p:spPr>
          <a:xfrm>
            <a:off x="1671269"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53" name="Google Shape;1453;g3b499654e41_0_2122"/>
          <p:cNvSpPr txBox="1"/>
          <p:nvPr>
            <p:ph idx="3" type="subTitle"/>
          </p:nvPr>
        </p:nvSpPr>
        <p:spPr>
          <a:xfrm>
            <a:off x="1671269"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454" name="Google Shape;1454;g3b499654e41_0_2122"/>
          <p:cNvSpPr txBox="1"/>
          <p:nvPr>
            <p:ph idx="4" type="subTitle"/>
          </p:nvPr>
        </p:nvSpPr>
        <p:spPr>
          <a:xfrm>
            <a:off x="4861831"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455" name="Google Shape;1455;g3b499654e41_0_2122"/>
          <p:cNvGrpSpPr/>
          <p:nvPr/>
        </p:nvGrpSpPr>
        <p:grpSpPr>
          <a:xfrm>
            <a:off x="188277" y="2438079"/>
            <a:ext cx="8669349" cy="1311292"/>
            <a:chOff x="188277" y="2438079"/>
            <a:chExt cx="8669349" cy="1311292"/>
          </a:xfrm>
        </p:grpSpPr>
        <p:sp>
          <p:nvSpPr>
            <p:cNvPr id="1456" name="Google Shape;1456;g3b499654e41_0_2122"/>
            <p:cNvSpPr/>
            <p:nvPr/>
          </p:nvSpPr>
          <p:spPr>
            <a:xfrm rot="10800000">
              <a:off x="8615635" y="29832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g3b499654e41_0_2122"/>
            <p:cNvSpPr/>
            <p:nvPr/>
          </p:nvSpPr>
          <p:spPr>
            <a:xfrm rot="10800000">
              <a:off x="8814510" y="24380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58" name="Google Shape;1458;g3b499654e41_0_2122"/>
            <p:cNvGrpSpPr/>
            <p:nvPr/>
          </p:nvGrpSpPr>
          <p:grpSpPr>
            <a:xfrm>
              <a:off x="188277" y="2983227"/>
              <a:ext cx="206891" cy="766144"/>
              <a:chOff x="8650702" y="3525402"/>
              <a:chExt cx="206891" cy="766144"/>
            </a:xfrm>
          </p:grpSpPr>
          <p:sp>
            <p:nvSpPr>
              <p:cNvPr id="1459" name="Google Shape;1459;g3b499654e41_0_2122"/>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g3b499654e41_0_2122"/>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61" name="Google Shape;1461;g3b499654e41_0_2122"/>
          <p:cNvGrpSpPr/>
          <p:nvPr/>
        </p:nvGrpSpPr>
        <p:grpSpPr>
          <a:xfrm>
            <a:off x="-2835749" y="5"/>
            <a:ext cx="12294865" cy="7634520"/>
            <a:chOff x="-2835749" y="5"/>
            <a:chExt cx="12294865" cy="7634520"/>
          </a:xfrm>
        </p:grpSpPr>
        <p:sp>
          <p:nvSpPr>
            <p:cNvPr id="1462" name="Google Shape;1462;g3b499654e41_0_2122"/>
            <p:cNvSpPr/>
            <p:nvPr/>
          </p:nvSpPr>
          <p:spPr>
            <a:xfrm flipH="1">
              <a:off x="-2835749" y="5"/>
              <a:ext cx="3174344" cy="5036488"/>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1463" name="Google Shape;1463;g3b499654e41_0_2122"/>
            <p:cNvGrpSpPr/>
            <p:nvPr/>
          </p:nvGrpSpPr>
          <p:grpSpPr>
            <a:xfrm rot="10800000">
              <a:off x="29437" y="1468071"/>
              <a:ext cx="493320" cy="357312"/>
              <a:chOff x="2199401" y="229144"/>
              <a:chExt cx="1748743" cy="1266614"/>
            </a:xfrm>
          </p:grpSpPr>
          <p:sp>
            <p:nvSpPr>
              <p:cNvPr id="1464" name="Google Shape;1464;g3b499654e41_0_2122"/>
              <p:cNvSpPr/>
              <p:nvPr/>
            </p:nvSpPr>
            <p:spPr>
              <a:xfrm rot="10800000">
                <a:off x="2716154"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g3b499654e41_0_2122"/>
              <p:cNvSpPr/>
              <p:nvPr/>
            </p:nvSpPr>
            <p:spPr>
              <a:xfrm rot="10800000">
                <a:off x="2199401"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66" name="Google Shape;1466;g3b499654e41_0_2122"/>
            <p:cNvSpPr/>
            <p:nvPr/>
          </p:nvSpPr>
          <p:spPr>
            <a:xfrm>
              <a:off x="8212964" y="3553070"/>
              <a:ext cx="1246152" cy="408145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1467" name="Google Shape;1467;g3b499654e41_0_2122"/>
            <p:cNvGrpSpPr/>
            <p:nvPr/>
          </p:nvGrpSpPr>
          <p:grpSpPr>
            <a:xfrm flipH="1">
              <a:off x="8212963" y="4702316"/>
              <a:ext cx="965258" cy="273510"/>
              <a:chOff x="-6675" y="2881558"/>
              <a:chExt cx="9140700" cy="2059567"/>
            </a:xfrm>
          </p:grpSpPr>
          <p:cxnSp>
            <p:nvCxnSpPr>
              <p:cNvPr id="1468" name="Google Shape;1468;g3b499654e41_0_212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69" name="Google Shape;1469;g3b499654e41_0_212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70" name="Google Shape;1470;g3b499654e41_0_212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71" name="Google Shape;1471;g3b499654e41_0_212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472" name="Google Shape;1472;g3b499654e41_0_212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473" name="Google Shape;1473;g3b499654e41_0_2122"/>
          <p:cNvGrpSpPr/>
          <p:nvPr/>
        </p:nvGrpSpPr>
        <p:grpSpPr>
          <a:xfrm>
            <a:off x="342875" y="2524661"/>
            <a:ext cx="8713622" cy="1947138"/>
            <a:chOff x="342875" y="2524661"/>
            <a:chExt cx="8713622" cy="1947138"/>
          </a:xfrm>
        </p:grpSpPr>
        <p:sp>
          <p:nvSpPr>
            <p:cNvPr id="1474" name="Google Shape;1474;g3b499654e41_0_2122"/>
            <p:cNvSpPr/>
            <p:nvPr/>
          </p:nvSpPr>
          <p:spPr>
            <a:xfrm rot="5400000">
              <a:off x="8816029" y="423133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g3b499654e41_0_2122"/>
            <p:cNvSpPr/>
            <p:nvPr/>
          </p:nvSpPr>
          <p:spPr>
            <a:xfrm rot="10800000">
              <a:off x="342875" y="2524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6" name="Google Shape;1476;g3b499654e41_0_2122"/>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477" name="Shape 1477"/>
        <p:cNvGrpSpPr/>
        <p:nvPr/>
      </p:nvGrpSpPr>
      <p:grpSpPr>
        <a:xfrm>
          <a:off x="0" y="0"/>
          <a:ext cx="0" cy="0"/>
          <a:chOff x="0" y="0"/>
          <a:chExt cx="0" cy="0"/>
        </a:xfrm>
      </p:grpSpPr>
      <p:sp>
        <p:nvSpPr>
          <p:cNvPr id="1478" name="Google Shape;1478;g3b499654e41_0_218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1479" name="Google Shape;1479;g3b499654e41_0_2181"/>
          <p:cNvSpPr txBox="1"/>
          <p:nvPr>
            <p:ph idx="1" type="subTitle"/>
          </p:nvPr>
        </p:nvSpPr>
        <p:spPr>
          <a:xfrm>
            <a:off x="1253224"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80" name="Google Shape;1480;g3b499654e41_0_2181"/>
          <p:cNvSpPr txBox="1"/>
          <p:nvPr>
            <p:ph idx="2" type="subTitle"/>
          </p:nvPr>
        </p:nvSpPr>
        <p:spPr>
          <a:xfrm>
            <a:off x="5079776"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81" name="Google Shape;1481;g3b499654e41_0_2181"/>
          <p:cNvSpPr txBox="1"/>
          <p:nvPr>
            <p:ph idx="3" type="subTitle"/>
          </p:nvPr>
        </p:nvSpPr>
        <p:spPr>
          <a:xfrm>
            <a:off x="1253224"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82" name="Google Shape;1482;g3b499654e41_0_2181"/>
          <p:cNvSpPr txBox="1"/>
          <p:nvPr>
            <p:ph idx="4" type="subTitle"/>
          </p:nvPr>
        </p:nvSpPr>
        <p:spPr>
          <a:xfrm>
            <a:off x="5079776"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83" name="Google Shape;1483;g3b499654e41_0_2181"/>
          <p:cNvSpPr txBox="1"/>
          <p:nvPr>
            <p:ph idx="5" type="subTitle"/>
          </p:nvPr>
        </p:nvSpPr>
        <p:spPr>
          <a:xfrm>
            <a:off x="1253225"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484" name="Google Shape;1484;g3b499654e41_0_2181"/>
          <p:cNvSpPr txBox="1"/>
          <p:nvPr>
            <p:ph idx="6" type="subTitle"/>
          </p:nvPr>
        </p:nvSpPr>
        <p:spPr>
          <a:xfrm>
            <a:off x="1253225"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485" name="Google Shape;1485;g3b499654e41_0_2181"/>
          <p:cNvSpPr txBox="1"/>
          <p:nvPr>
            <p:ph idx="7" type="subTitle"/>
          </p:nvPr>
        </p:nvSpPr>
        <p:spPr>
          <a:xfrm>
            <a:off x="5079750"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486" name="Google Shape;1486;g3b499654e41_0_2181"/>
          <p:cNvSpPr txBox="1"/>
          <p:nvPr>
            <p:ph idx="8" type="subTitle"/>
          </p:nvPr>
        </p:nvSpPr>
        <p:spPr>
          <a:xfrm>
            <a:off x="5079750"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487" name="Google Shape;1487;g3b499654e41_0_2181"/>
          <p:cNvGrpSpPr/>
          <p:nvPr/>
        </p:nvGrpSpPr>
        <p:grpSpPr>
          <a:xfrm>
            <a:off x="487075" y="3743424"/>
            <a:ext cx="8733034" cy="1098996"/>
            <a:chOff x="487075" y="3743424"/>
            <a:chExt cx="8733034" cy="1098996"/>
          </a:xfrm>
        </p:grpSpPr>
        <p:sp>
          <p:nvSpPr>
            <p:cNvPr id="1488" name="Google Shape;1488;g3b499654e41_0_2181"/>
            <p:cNvSpPr/>
            <p:nvPr/>
          </p:nvSpPr>
          <p:spPr>
            <a:xfrm rot="5400000">
              <a:off x="8961054" y="37263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g3b499654e41_0_2181"/>
            <p:cNvSpPr/>
            <p:nvPr/>
          </p:nvSpPr>
          <p:spPr>
            <a:xfrm rot="5400000">
              <a:off x="8721654" y="35274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0" name="Google Shape;1490;g3b499654e41_0_2181"/>
            <p:cNvGrpSpPr/>
            <p:nvPr/>
          </p:nvGrpSpPr>
          <p:grpSpPr>
            <a:xfrm rot="5400000">
              <a:off x="766702" y="4355902"/>
              <a:ext cx="206891" cy="766144"/>
              <a:chOff x="8650702" y="3525402"/>
              <a:chExt cx="206891" cy="766144"/>
            </a:xfrm>
          </p:grpSpPr>
          <p:sp>
            <p:nvSpPr>
              <p:cNvPr id="1491" name="Google Shape;1491;g3b499654e41_0_2181"/>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g3b499654e41_0_2181"/>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93" name="Google Shape;1493;g3b499654e41_0_2181"/>
          <p:cNvGrpSpPr/>
          <p:nvPr/>
        </p:nvGrpSpPr>
        <p:grpSpPr>
          <a:xfrm>
            <a:off x="197650" y="1003129"/>
            <a:ext cx="8689510" cy="2910487"/>
            <a:chOff x="197650" y="1003129"/>
            <a:chExt cx="8689510" cy="2910487"/>
          </a:xfrm>
        </p:grpSpPr>
        <p:sp>
          <p:nvSpPr>
            <p:cNvPr id="1494" name="Google Shape;1494;g3b499654e41_0_2181"/>
            <p:cNvSpPr/>
            <p:nvPr/>
          </p:nvSpPr>
          <p:spPr>
            <a:xfrm>
              <a:off x="8847104" y="10031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g3b499654e41_0_2181"/>
            <p:cNvSpPr/>
            <p:nvPr/>
          </p:nvSpPr>
          <p:spPr>
            <a:xfrm rot="10800000">
              <a:off x="197650" y="3472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6" name="Google Shape;1496;g3b499654e41_0_2181"/>
          <p:cNvGrpSpPr/>
          <p:nvPr/>
        </p:nvGrpSpPr>
        <p:grpSpPr>
          <a:xfrm>
            <a:off x="-30950" y="-166792"/>
            <a:ext cx="9501942" cy="5231668"/>
            <a:chOff x="-30950" y="-166792"/>
            <a:chExt cx="9501942" cy="5231668"/>
          </a:xfrm>
        </p:grpSpPr>
        <p:grpSp>
          <p:nvGrpSpPr>
            <p:cNvPr id="1497" name="Google Shape;1497;g3b499654e41_0_2181"/>
            <p:cNvGrpSpPr/>
            <p:nvPr/>
          </p:nvGrpSpPr>
          <p:grpSpPr>
            <a:xfrm rot="-5400000">
              <a:off x="8362773" y="2998997"/>
              <a:ext cx="493320" cy="357312"/>
              <a:chOff x="1722354" y="229144"/>
              <a:chExt cx="1748743" cy="1266614"/>
            </a:xfrm>
          </p:grpSpPr>
          <p:sp>
            <p:nvSpPr>
              <p:cNvPr id="1498" name="Google Shape;1498;g3b499654e41_0_218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g3b499654e41_0_218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0" name="Google Shape;1500;g3b499654e41_0_2181"/>
            <p:cNvGrpSpPr/>
            <p:nvPr/>
          </p:nvGrpSpPr>
          <p:grpSpPr>
            <a:xfrm flipH="1" rot="10800000">
              <a:off x="8505734" y="1680043"/>
              <a:ext cx="965258" cy="273510"/>
              <a:chOff x="-6675" y="2881558"/>
              <a:chExt cx="9140700" cy="2059567"/>
            </a:xfrm>
          </p:grpSpPr>
          <p:cxnSp>
            <p:nvCxnSpPr>
              <p:cNvPr id="1501" name="Google Shape;1501;g3b499654e41_0_218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02" name="Google Shape;1502;g3b499654e41_0_218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03" name="Google Shape;1503;g3b499654e41_0_218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04" name="Google Shape;1504;g3b499654e41_0_218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05" name="Google Shape;1505;g3b499654e41_0_218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506" name="Google Shape;1506;g3b499654e41_0_2181"/>
            <p:cNvSpPr/>
            <p:nvPr/>
          </p:nvSpPr>
          <p:spPr>
            <a:xfrm rot="5400000">
              <a:off x="7121670" y="121727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1507" name="Google Shape;1507;g3b499654e41_0_2181"/>
            <p:cNvSpPr/>
            <p:nvPr/>
          </p:nvSpPr>
          <p:spPr>
            <a:xfrm>
              <a:off x="-30950" y="2650075"/>
              <a:ext cx="581550" cy="241480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1508" name="Google Shape;1508;g3b499654e41_0_218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09" name="Shape 1509"/>
        <p:cNvGrpSpPr/>
        <p:nvPr/>
      </p:nvGrpSpPr>
      <p:grpSpPr>
        <a:xfrm>
          <a:off x="0" y="0"/>
          <a:ext cx="0" cy="0"/>
          <a:chOff x="0" y="0"/>
          <a:chExt cx="0" cy="0"/>
        </a:xfrm>
      </p:grpSpPr>
      <p:sp>
        <p:nvSpPr>
          <p:cNvPr id="1510" name="Google Shape;1510;g3b499654e41_0_22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511" name="Google Shape;1511;g3b499654e41_0_2213"/>
          <p:cNvGrpSpPr/>
          <p:nvPr/>
        </p:nvGrpSpPr>
        <p:grpSpPr>
          <a:xfrm>
            <a:off x="-918332" y="-1192758"/>
            <a:ext cx="9848837" cy="7993544"/>
            <a:chOff x="-918332" y="-1192756"/>
            <a:chExt cx="9848837" cy="7993544"/>
          </a:xfrm>
        </p:grpSpPr>
        <p:grpSp>
          <p:nvGrpSpPr>
            <p:cNvPr id="1512" name="Google Shape;1512;g3b499654e41_0_2213"/>
            <p:cNvGrpSpPr/>
            <p:nvPr/>
          </p:nvGrpSpPr>
          <p:grpSpPr>
            <a:xfrm flipH="1" rot="5400000">
              <a:off x="-385150" y="4070828"/>
              <a:ext cx="2196777" cy="3263142"/>
              <a:chOff x="308728" y="2619343"/>
              <a:chExt cx="2007289" cy="2981400"/>
            </a:xfrm>
          </p:grpSpPr>
          <p:cxnSp>
            <p:nvCxnSpPr>
              <p:cNvPr id="1513" name="Google Shape;1513;g3b499654e41_0_2213"/>
              <p:cNvCxnSpPr/>
              <p:nvPr/>
            </p:nvCxnSpPr>
            <p:spPr>
              <a:xfrm>
                <a:off x="308728" y="2619343"/>
                <a:ext cx="0" cy="2981400"/>
              </a:xfrm>
              <a:prstGeom prst="straightConnector1">
                <a:avLst/>
              </a:prstGeom>
              <a:noFill/>
              <a:ln cap="flat" cmpd="sng" w="9525">
                <a:solidFill>
                  <a:schemeClr val="accent1"/>
                </a:solidFill>
                <a:prstDash val="solid"/>
                <a:round/>
                <a:headEnd len="sm" w="sm" type="none"/>
                <a:tailEnd len="sm" w="sm" type="none"/>
              </a:ln>
            </p:spPr>
          </p:cxnSp>
          <p:cxnSp>
            <p:nvCxnSpPr>
              <p:cNvPr id="1514" name="Google Shape;1514;g3b499654e41_0_2213"/>
              <p:cNvCxnSpPr/>
              <p:nvPr/>
            </p:nvCxnSpPr>
            <p:spPr>
              <a:xfrm rot="-5400000">
                <a:off x="1795201" y="3757993"/>
                <a:ext cx="357300" cy="346800"/>
              </a:xfrm>
              <a:prstGeom prst="straightConnector1">
                <a:avLst/>
              </a:prstGeom>
              <a:noFill/>
              <a:ln cap="flat" cmpd="sng" w="9525">
                <a:solidFill>
                  <a:schemeClr val="accent1"/>
                </a:solidFill>
                <a:prstDash val="solid"/>
                <a:round/>
                <a:headEnd len="sm" w="sm" type="none"/>
                <a:tailEnd len="sm" w="sm" type="none"/>
              </a:ln>
            </p:spPr>
          </p:cxnSp>
          <p:sp>
            <p:nvSpPr>
              <p:cNvPr id="1515" name="Google Shape;1515;g3b499654e41_0_2213"/>
              <p:cNvSpPr/>
              <p:nvPr/>
            </p:nvSpPr>
            <p:spPr>
              <a:xfrm>
                <a:off x="2122592" y="3591337"/>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6" name="Google Shape;1516;g3b499654e41_0_2213"/>
            <p:cNvGrpSpPr/>
            <p:nvPr/>
          </p:nvGrpSpPr>
          <p:grpSpPr>
            <a:xfrm>
              <a:off x="6549025" y="-95200"/>
              <a:ext cx="2381480" cy="750488"/>
              <a:chOff x="6549025" y="-95200"/>
              <a:chExt cx="2381480" cy="750488"/>
            </a:xfrm>
          </p:grpSpPr>
          <p:grpSp>
            <p:nvGrpSpPr>
              <p:cNvPr id="1517" name="Google Shape;1517;g3b499654e41_0_2213"/>
              <p:cNvGrpSpPr/>
              <p:nvPr/>
            </p:nvGrpSpPr>
            <p:grpSpPr>
              <a:xfrm rot="-5400000">
                <a:off x="8505189" y="229972"/>
                <a:ext cx="493320" cy="357312"/>
                <a:chOff x="1722354" y="229144"/>
                <a:chExt cx="1748743" cy="1266614"/>
              </a:xfrm>
            </p:grpSpPr>
            <p:sp>
              <p:nvSpPr>
                <p:cNvPr id="1518" name="Google Shape;1518;g3b499654e41_0_221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g3b499654e41_0_221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0" name="Google Shape;1520;g3b499654e41_0_2213"/>
              <p:cNvSpPr/>
              <p:nvPr/>
            </p:nvSpPr>
            <p:spPr>
              <a:xfrm>
                <a:off x="6549025" y="-95200"/>
                <a:ext cx="2381475" cy="429625"/>
              </a:xfrm>
              <a:custGeom>
                <a:rect b="b" l="l" r="r" t="t"/>
                <a:pathLst>
                  <a:path extrusionOk="0" h="17185" w="95259">
                    <a:moveTo>
                      <a:pt x="0" y="2455"/>
                    </a:moveTo>
                    <a:lnTo>
                      <a:pt x="14731" y="17185"/>
                    </a:lnTo>
                    <a:lnTo>
                      <a:pt x="65552" y="17185"/>
                    </a:lnTo>
                    <a:lnTo>
                      <a:pt x="72303" y="10434"/>
                    </a:lnTo>
                    <a:lnTo>
                      <a:pt x="95259" y="10434"/>
                    </a:lnTo>
                    <a:lnTo>
                      <a:pt x="95259" y="0"/>
                    </a:lnTo>
                  </a:path>
                </a:pathLst>
              </a:custGeom>
              <a:noFill/>
              <a:ln cap="flat" cmpd="sng" w="9525">
                <a:solidFill>
                  <a:schemeClr val="accent1"/>
                </a:solidFill>
                <a:prstDash val="solid"/>
                <a:round/>
                <a:headEnd len="sm" w="sm" type="none"/>
                <a:tailEnd len="sm" w="sm" type="none"/>
              </a:ln>
            </p:spPr>
          </p:sp>
        </p:grpSp>
        <p:grpSp>
          <p:nvGrpSpPr>
            <p:cNvPr id="1521" name="Google Shape;1521;g3b499654e41_0_2213"/>
            <p:cNvGrpSpPr/>
            <p:nvPr/>
          </p:nvGrpSpPr>
          <p:grpSpPr>
            <a:xfrm rot="5400000">
              <a:off x="6896425" y="-564435"/>
              <a:ext cx="1530153" cy="273510"/>
              <a:chOff x="-6675" y="2881558"/>
              <a:chExt cx="9140700" cy="2059567"/>
            </a:xfrm>
          </p:grpSpPr>
          <p:cxnSp>
            <p:nvCxnSpPr>
              <p:cNvPr id="1522" name="Google Shape;1522;g3b499654e41_0_221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23" name="Google Shape;1523;g3b499654e41_0_221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24" name="Google Shape;1524;g3b499654e41_0_221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25" name="Google Shape;1525;g3b499654e41_0_221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26" name="Google Shape;1526;g3b499654e41_0_221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527" name="Google Shape;1527;g3b499654e41_0_2213"/>
          <p:cNvGrpSpPr/>
          <p:nvPr/>
        </p:nvGrpSpPr>
        <p:grpSpPr>
          <a:xfrm>
            <a:off x="302565" y="1262597"/>
            <a:ext cx="9110252" cy="3563616"/>
            <a:chOff x="302565" y="1262597"/>
            <a:chExt cx="9110252" cy="3563616"/>
          </a:xfrm>
        </p:grpSpPr>
        <p:grpSp>
          <p:nvGrpSpPr>
            <p:cNvPr id="1528" name="Google Shape;1528;g3b499654e41_0_2213"/>
            <p:cNvGrpSpPr/>
            <p:nvPr/>
          </p:nvGrpSpPr>
          <p:grpSpPr>
            <a:xfrm rot="5400000">
              <a:off x="-153826" y="4122543"/>
              <a:ext cx="1160061" cy="247279"/>
              <a:chOff x="8000023" y="2164543"/>
              <a:chExt cx="1160061" cy="247279"/>
            </a:xfrm>
          </p:grpSpPr>
          <p:sp>
            <p:nvSpPr>
              <p:cNvPr id="1529" name="Google Shape;1529;g3b499654e41_0_2213"/>
              <p:cNvSpPr/>
              <p:nvPr/>
            </p:nvSpPr>
            <p:spPr>
              <a:xfrm rot="5400000">
                <a:off x="8215962" y="19486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g3b499654e41_0_2213"/>
              <p:cNvSpPr/>
              <p:nvPr/>
            </p:nvSpPr>
            <p:spPr>
              <a:xfrm rot="-5400000">
                <a:off x="8708783" y="19605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1" name="Google Shape;1531;g3b499654e41_0_2213"/>
            <p:cNvGrpSpPr/>
            <p:nvPr/>
          </p:nvGrpSpPr>
          <p:grpSpPr>
            <a:xfrm>
              <a:off x="8578107" y="1262597"/>
              <a:ext cx="834710" cy="226937"/>
              <a:chOff x="8541257" y="2281497"/>
              <a:chExt cx="834710" cy="226937"/>
            </a:xfrm>
          </p:grpSpPr>
          <p:sp>
            <p:nvSpPr>
              <p:cNvPr id="1532" name="Google Shape;1532;g3b499654e41_0_2213"/>
              <p:cNvSpPr/>
              <p:nvPr/>
            </p:nvSpPr>
            <p:spPr>
              <a:xfrm rot="5400000">
                <a:off x="9116912" y="2249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g3b499654e41_0_2213"/>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34" name="Google Shape;1534;g3b499654e41_0_2213"/>
          <p:cNvGrpSpPr/>
          <p:nvPr/>
        </p:nvGrpSpPr>
        <p:grpSpPr>
          <a:xfrm>
            <a:off x="597187" y="977673"/>
            <a:ext cx="8723593" cy="3964768"/>
            <a:chOff x="597187" y="977673"/>
            <a:chExt cx="8723593" cy="3964768"/>
          </a:xfrm>
        </p:grpSpPr>
        <p:sp>
          <p:nvSpPr>
            <p:cNvPr id="1535" name="Google Shape;1535;g3b499654e41_0_2213"/>
            <p:cNvSpPr/>
            <p:nvPr/>
          </p:nvSpPr>
          <p:spPr>
            <a:xfrm rot="5400000">
              <a:off x="9080312" y="7772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g3b499654e41_0_2213"/>
            <p:cNvSpPr/>
            <p:nvPr/>
          </p:nvSpPr>
          <p:spPr>
            <a:xfrm rot="10800000">
              <a:off x="597187" y="45015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37" name="Google Shape;1537;g3b499654e41_0_221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38" name="Shape 1538"/>
        <p:cNvGrpSpPr/>
        <p:nvPr/>
      </p:nvGrpSpPr>
      <p:grpSpPr>
        <a:xfrm>
          <a:off x="0" y="0"/>
          <a:ext cx="0" cy="0"/>
          <a:chOff x="0" y="0"/>
          <a:chExt cx="0" cy="0"/>
        </a:xfrm>
      </p:grpSpPr>
      <p:sp>
        <p:nvSpPr>
          <p:cNvPr id="1539" name="Google Shape;1539;g3b499654e41_0_2242"/>
          <p:cNvSpPr txBox="1"/>
          <p:nvPr>
            <p:ph hasCustomPrompt="1" type="title"/>
          </p:nvPr>
        </p:nvSpPr>
        <p:spPr>
          <a:xfrm>
            <a:off x="2405125" y="2040775"/>
            <a:ext cx="5307000" cy="9981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540" name="Google Shape;1540;g3b499654e41_0_2242"/>
          <p:cNvSpPr txBox="1"/>
          <p:nvPr>
            <p:ph idx="1" type="subTitle"/>
          </p:nvPr>
        </p:nvSpPr>
        <p:spPr>
          <a:xfrm>
            <a:off x="2405125" y="3038875"/>
            <a:ext cx="53070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541" name="Google Shape;1541;g3b499654e41_0_2242"/>
          <p:cNvGrpSpPr/>
          <p:nvPr/>
        </p:nvGrpSpPr>
        <p:grpSpPr>
          <a:xfrm>
            <a:off x="320869" y="892488"/>
            <a:ext cx="5247943" cy="4005530"/>
            <a:chOff x="320869" y="892488"/>
            <a:chExt cx="5247943" cy="4005530"/>
          </a:xfrm>
        </p:grpSpPr>
        <p:sp>
          <p:nvSpPr>
            <p:cNvPr id="1542" name="Google Shape;1542;g3b499654e41_0_2242"/>
            <p:cNvSpPr/>
            <p:nvPr/>
          </p:nvSpPr>
          <p:spPr>
            <a:xfrm rot="10800000">
              <a:off x="320869" y="8924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g3b499654e41_0_2242"/>
            <p:cNvSpPr/>
            <p:nvPr/>
          </p:nvSpPr>
          <p:spPr>
            <a:xfrm rot="5400000">
              <a:off x="5328344" y="4657550"/>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4" name="Google Shape;1544;g3b499654e41_0_2242"/>
          <p:cNvGrpSpPr/>
          <p:nvPr/>
        </p:nvGrpSpPr>
        <p:grpSpPr>
          <a:xfrm>
            <a:off x="1123153" y="-134519"/>
            <a:ext cx="5670106" cy="5849862"/>
            <a:chOff x="1123153" y="-134519"/>
            <a:chExt cx="5670106" cy="5849862"/>
          </a:xfrm>
        </p:grpSpPr>
        <p:grpSp>
          <p:nvGrpSpPr>
            <p:cNvPr id="1545" name="Google Shape;1545;g3b499654e41_0_2242"/>
            <p:cNvGrpSpPr/>
            <p:nvPr/>
          </p:nvGrpSpPr>
          <p:grpSpPr>
            <a:xfrm>
              <a:off x="1123153" y="-134519"/>
              <a:ext cx="5670106" cy="5032541"/>
              <a:chOff x="1123153" y="-134519"/>
              <a:chExt cx="5670106" cy="5032541"/>
            </a:xfrm>
          </p:grpSpPr>
          <p:sp>
            <p:nvSpPr>
              <p:cNvPr id="1546" name="Google Shape;1546;g3b499654e41_0_2242"/>
              <p:cNvSpPr/>
              <p:nvPr/>
            </p:nvSpPr>
            <p:spPr>
              <a:xfrm>
                <a:off x="1123153" y="-134519"/>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47" name="Google Shape;1547;g3b499654e41_0_2242"/>
              <p:cNvGrpSpPr/>
              <p:nvPr/>
            </p:nvGrpSpPr>
            <p:grpSpPr>
              <a:xfrm>
                <a:off x="5633198" y="4650743"/>
                <a:ext cx="1160061" cy="247279"/>
                <a:chOff x="8208698" y="2109318"/>
                <a:chExt cx="1160061" cy="247279"/>
              </a:xfrm>
            </p:grpSpPr>
            <p:sp>
              <p:nvSpPr>
                <p:cNvPr id="1548" name="Google Shape;1548;g3b499654e41_0_2242"/>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g3b499654e41_0_2242"/>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50" name="Google Shape;1550;g3b499654e41_0_2242"/>
            <p:cNvGrpSpPr/>
            <p:nvPr/>
          </p:nvGrpSpPr>
          <p:grpSpPr>
            <a:xfrm>
              <a:off x="3220925" y="4604000"/>
              <a:ext cx="1111343" cy="1111343"/>
              <a:chOff x="8307725" y="278700"/>
              <a:chExt cx="1111343" cy="1111343"/>
            </a:xfrm>
          </p:grpSpPr>
          <p:sp>
            <p:nvSpPr>
              <p:cNvPr id="1551" name="Google Shape;1551;g3b499654e41_0_224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g3b499654e41_0_224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53" name="Google Shape;1553;g3b499654e41_0_2242"/>
          <p:cNvGrpSpPr/>
          <p:nvPr/>
        </p:nvGrpSpPr>
        <p:grpSpPr>
          <a:xfrm>
            <a:off x="575287" y="-1805003"/>
            <a:ext cx="9569624" cy="9389960"/>
            <a:chOff x="575287" y="-1805003"/>
            <a:chExt cx="9569624" cy="9389960"/>
          </a:xfrm>
        </p:grpSpPr>
        <p:grpSp>
          <p:nvGrpSpPr>
            <p:cNvPr id="1554" name="Google Shape;1554;g3b499654e41_0_2242"/>
            <p:cNvGrpSpPr/>
            <p:nvPr/>
          </p:nvGrpSpPr>
          <p:grpSpPr>
            <a:xfrm>
              <a:off x="575287" y="-1805003"/>
              <a:ext cx="9569624" cy="7775529"/>
              <a:chOff x="575287" y="-1805003"/>
              <a:chExt cx="9569624" cy="7775529"/>
            </a:xfrm>
          </p:grpSpPr>
          <p:grpSp>
            <p:nvGrpSpPr>
              <p:cNvPr id="1555" name="Google Shape;1555;g3b499654e41_0_2242"/>
              <p:cNvGrpSpPr/>
              <p:nvPr/>
            </p:nvGrpSpPr>
            <p:grpSpPr>
              <a:xfrm>
                <a:off x="575287" y="-1805003"/>
                <a:ext cx="681217" cy="3360485"/>
                <a:chOff x="1121833" y="-3524490"/>
                <a:chExt cx="1498167" cy="7390555"/>
              </a:xfrm>
            </p:grpSpPr>
            <p:cxnSp>
              <p:nvCxnSpPr>
                <p:cNvPr id="1556" name="Google Shape;1556;g3b499654e41_0_2242"/>
                <p:cNvCxnSpPr/>
                <p:nvPr/>
              </p:nvCxnSpPr>
              <p:spPr>
                <a:xfrm rot="10800000">
                  <a:off x="1121833" y="-3524490"/>
                  <a:ext cx="0" cy="5870700"/>
                </a:xfrm>
                <a:prstGeom prst="straightConnector1">
                  <a:avLst/>
                </a:prstGeom>
                <a:noFill/>
                <a:ln cap="flat" cmpd="sng" w="9525">
                  <a:solidFill>
                    <a:schemeClr val="lt1"/>
                  </a:solidFill>
                  <a:prstDash val="solid"/>
                  <a:round/>
                  <a:headEnd len="sm" w="sm" type="none"/>
                  <a:tailEnd len="sm" w="sm" type="none"/>
                </a:ln>
              </p:spPr>
            </p:cxnSp>
            <p:cxnSp>
              <p:nvCxnSpPr>
                <p:cNvPr id="1557" name="Google Shape;1557;g3b499654e41_0_2242"/>
                <p:cNvCxnSpPr/>
                <p:nvPr/>
              </p:nvCxnSpPr>
              <p:spPr>
                <a:xfrm>
                  <a:off x="1121833" y="2348225"/>
                  <a:ext cx="1158600" cy="1141200"/>
                </a:xfrm>
                <a:prstGeom prst="straightConnector1">
                  <a:avLst/>
                </a:prstGeom>
                <a:noFill/>
                <a:ln cap="flat" cmpd="sng" w="9525">
                  <a:solidFill>
                    <a:schemeClr val="lt1"/>
                  </a:solidFill>
                  <a:prstDash val="solid"/>
                  <a:round/>
                  <a:headEnd len="sm" w="sm" type="none"/>
                  <a:tailEnd len="sm" w="sm" type="none"/>
                </a:ln>
              </p:spPr>
            </p:cxnSp>
            <p:sp>
              <p:nvSpPr>
                <p:cNvPr id="1558" name="Google Shape;1558;g3b499654e41_0_2242"/>
                <p:cNvSpPr/>
                <p:nvPr/>
              </p:nvSpPr>
              <p:spPr>
                <a:xfrm rot="5400000">
                  <a:off x="2196889" y="3442953"/>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9" name="Google Shape;1559;g3b499654e41_0_2242"/>
              <p:cNvGrpSpPr/>
              <p:nvPr/>
            </p:nvGrpSpPr>
            <p:grpSpPr>
              <a:xfrm flipH="1" rot="5400000">
                <a:off x="6933401" y="2759016"/>
                <a:ext cx="2550619" cy="3872400"/>
                <a:chOff x="1857762" y="2762827"/>
                <a:chExt cx="2550619" cy="3872400"/>
              </a:xfrm>
            </p:grpSpPr>
            <p:cxnSp>
              <p:nvCxnSpPr>
                <p:cNvPr id="1560" name="Google Shape;1560;g3b499654e41_0_2242"/>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561" name="Google Shape;1561;g3b499654e41_0_2242"/>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562" name="Google Shape;1562;g3b499654e41_0_2242"/>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3" name="Google Shape;1563;g3b499654e41_0_2242"/>
              <p:cNvGrpSpPr/>
              <p:nvPr/>
            </p:nvGrpSpPr>
            <p:grpSpPr>
              <a:xfrm rot="-5400000">
                <a:off x="8362764" y="67997"/>
                <a:ext cx="493320" cy="357312"/>
                <a:chOff x="1722354" y="229144"/>
                <a:chExt cx="1748743" cy="1266614"/>
              </a:xfrm>
            </p:grpSpPr>
            <p:sp>
              <p:nvSpPr>
                <p:cNvPr id="1564" name="Google Shape;1564;g3b499654e41_0_224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g3b499654e41_0_224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66" name="Google Shape;1566;g3b499654e41_0_2242"/>
            <p:cNvGrpSpPr/>
            <p:nvPr/>
          </p:nvGrpSpPr>
          <p:grpSpPr>
            <a:xfrm rot="10800000">
              <a:off x="7090738" y="4224471"/>
              <a:ext cx="681216" cy="3360486"/>
              <a:chOff x="1337800" y="-2525590"/>
              <a:chExt cx="1498167" cy="7390555"/>
            </a:xfrm>
          </p:grpSpPr>
          <p:cxnSp>
            <p:nvCxnSpPr>
              <p:cNvPr id="1567" name="Google Shape;1567;g3b499654e41_0_2242"/>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568" name="Google Shape;1568;g3b499654e41_0_2242"/>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569" name="Google Shape;1569;g3b499654e41_0_2242"/>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70" name="Shape 1570"/>
        <p:cNvGrpSpPr/>
        <p:nvPr/>
      </p:nvGrpSpPr>
      <p:grpSpPr>
        <a:xfrm>
          <a:off x="0" y="0"/>
          <a:ext cx="0" cy="0"/>
          <a:chOff x="0" y="0"/>
          <a:chExt cx="0" cy="0"/>
        </a:xfrm>
      </p:grpSpPr>
      <p:sp>
        <p:nvSpPr>
          <p:cNvPr id="1571" name="Google Shape;1571;g3b499654e41_0_2308"/>
          <p:cNvSpPr txBox="1"/>
          <p:nvPr>
            <p:ph type="title"/>
          </p:nvPr>
        </p:nvSpPr>
        <p:spPr>
          <a:xfrm>
            <a:off x="1782650" y="711700"/>
            <a:ext cx="2893200" cy="90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72" name="Google Shape;1572;g3b499654e41_0_2308"/>
          <p:cNvSpPr txBox="1"/>
          <p:nvPr>
            <p:ph idx="1" type="subTitle"/>
          </p:nvPr>
        </p:nvSpPr>
        <p:spPr>
          <a:xfrm>
            <a:off x="1782650" y="1616297"/>
            <a:ext cx="2893200" cy="28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1573" name="Google Shape;1573;g3b499654e41_0_2308"/>
          <p:cNvSpPr/>
          <p:nvPr>
            <p:ph idx="2" type="pic"/>
          </p:nvPr>
        </p:nvSpPr>
        <p:spPr>
          <a:xfrm>
            <a:off x="4752038" y="824113"/>
            <a:ext cx="2787000" cy="3558300"/>
          </a:xfrm>
          <a:prstGeom prst="rect">
            <a:avLst/>
          </a:prstGeom>
          <a:noFill/>
          <a:ln>
            <a:noFill/>
          </a:ln>
        </p:spPr>
      </p:sp>
      <p:grpSp>
        <p:nvGrpSpPr>
          <p:cNvPr id="1574" name="Google Shape;1574;g3b499654e41_0_2308"/>
          <p:cNvGrpSpPr/>
          <p:nvPr/>
        </p:nvGrpSpPr>
        <p:grpSpPr>
          <a:xfrm>
            <a:off x="260189" y="195827"/>
            <a:ext cx="7049955" cy="4729917"/>
            <a:chOff x="260189" y="195827"/>
            <a:chExt cx="7049955" cy="4729917"/>
          </a:xfrm>
        </p:grpSpPr>
        <p:grpSp>
          <p:nvGrpSpPr>
            <p:cNvPr id="1575" name="Google Shape;1575;g3b499654e41_0_2308"/>
            <p:cNvGrpSpPr/>
            <p:nvPr/>
          </p:nvGrpSpPr>
          <p:grpSpPr>
            <a:xfrm rot="-5400000">
              <a:off x="6786639" y="4402239"/>
              <a:ext cx="177741" cy="869269"/>
              <a:chOff x="8535452" y="1548052"/>
              <a:chExt cx="177741" cy="869269"/>
            </a:xfrm>
          </p:grpSpPr>
          <p:sp>
            <p:nvSpPr>
              <p:cNvPr id="1576" name="Google Shape;1576;g3b499654e41_0_2308"/>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g3b499654e41_0_2308"/>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8" name="Google Shape;1578;g3b499654e41_0_2308"/>
            <p:cNvGrpSpPr/>
            <p:nvPr/>
          </p:nvGrpSpPr>
          <p:grpSpPr>
            <a:xfrm rot="10800000">
              <a:off x="260189" y="195827"/>
              <a:ext cx="177741" cy="687344"/>
              <a:chOff x="8535452" y="1335702"/>
              <a:chExt cx="177741" cy="687344"/>
            </a:xfrm>
          </p:grpSpPr>
          <p:sp>
            <p:nvSpPr>
              <p:cNvPr id="1579" name="Google Shape;1579;g3b499654e41_0_2308"/>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g3b499654e41_0_2308"/>
              <p:cNvSpPr/>
              <p:nvPr/>
            </p:nvSpPr>
            <p:spPr>
              <a:xfrm rot="10800000">
                <a:off x="85354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81" name="Google Shape;1581;g3b499654e41_0_2308"/>
          <p:cNvGrpSpPr/>
          <p:nvPr/>
        </p:nvGrpSpPr>
        <p:grpSpPr>
          <a:xfrm>
            <a:off x="-867949" y="-315450"/>
            <a:ext cx="10098949" cy="5241211"/>
            <a:chOff x="-867949" y="-315450"/>
            <a:chExt cx="10098949" cy="5241211"/>
          </a:xfrm>
        </p:grpSpPr>
        <p:sp>
          <p:nvSpPr>
            <p:cNvPr id="1582" name="Google Shape;1582;g3b499654e41_0_2308"/>
            <p:cNvSpPr/>
            <p:nvPr/>
          </p:nvSpPr>
          <p:spPr>
            <a:xfrm>
              <a:off x="6756300" y="4613375"/>
              <a:ext cx="2474700" cy="312375"/>
            </a:xfrm>
            <a:custGeom>
              <a:rect b="b" l="l" r="r" t="t"/>
              <a:pathLst>
                <a:path extrusionOk="0" h="12495" w="98988">
                  <a:moveTo>
                    <a:pt x="0" y="0"/>
                  </a:moveTo>
                  <a:lnTo>
                    <a:pt x="37363" y="0"/>
                  </a:lnTo>
                  <a:lnTo>
                    <a:pt x="49858" y="12495"/>
                  </a:lnTo>
                  <a:lnTo>
                    <a:pt x="98988" y="12495"/>
                  </a:lnTo>
                </a:path>
              </a:pathLst>
            </a:custGeom>
            <a:noFill/>
            <a:ln cap="flat" cmpd="sng" w="9525">
              <a:solidFill>
                <a:schemeClr val="accent1"/>
              </a:solidFill>
              <a:prstDash val="solid"/>
              <a:round/>
              <a:headEnd len="sm" w="sm" type="none"/>
              <a:tailEnd len="sm" w="sm" type="none"/>
            </a:ln>
          </p:spPr>
        </p:sp>
        <p:grpSp>
          <p:nvGrpSpPr>
            <p:cNvPr id="1583" name="Google Shape;1583;g3b499654e41_0_2308"/>
            <p:cNvGrpSpPr/>
            <p:nvPr/>
          </p:nvGrpSpPr>
          <p:grpSpPr>
            <a:xfrm flipH="1" rot="-5400000">
              <a:off x="8430782" y="4500445"/>
              <a:ext cx="493320" cy="357312"/>
              <a:chOff x="1722354" y="229144"/>
              <a:chExt cx="1748743" cy="1266614"/>
            </a:xfrm>
          </p:grpSpPr>
          <p:sp>
            <p:nvSpPr>
              <p:cNvPr id="1584" name="Google Shape;1584;g3b499654e41_0_230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g3b499654e41_0_230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86" name="Google Shape;1586;g3b499654e41_0_2308"/>
            <p:cNvSpPr/>
            <p:nvPr/>
          </p:nvSpPr>
          <p:spPr>
            <a:xfrm>
              <a:off x="-174975" y="-315450"/>
              <a:ext cx="1914059" cy="4400511"/>
            </a:xfrm>
            <a:custGeom>
              <a:rect b="b" l="l" r="r" t="t"/>
              <a:pathLst>
                <a:path extrusionOk="0" h="126889" w="55192">
                  <a:moveTo>
                    <a:pt x="0" y="126889"/>
                  </a:moveTo>
                  <a:lnTo>
                    <a:pt x="24140" y="102749"/>
                  </a:lnTo>
                  <a:lnTo>
                    <a:pt x="24140" y="42943"/>
                  </a:lnTo>
                  <a:lnTo>
                    <a:pt x="55192" y="25015"/>
                  </a:lnTo>
                  <a:lnTo>
                    <a:pt x="55192" y="0"/>
                  </a:lnTo>
                </a:path>
              </a:pathLst>
            </a:custGeom>
            <a:noFill/>
            <a:ln cap="flat" cmpd="sng" w="9525">
              <a:solidFill>
                <a:schemeClr val="accent1"/>
              </a:solidFill>
              <a:prstDash val="solid"/>
              <a:round/>
              <a:headEnd len="sm" w="sm" type="none"/>
              <a:tailEnd len="sm" w="sm" type="none"/>
            </a:ln>
          </p:spPr>
        </p:sp>
        <p:grpSp>
          <p:nvGrpSpPr>
            <p:cNvPr id="1587" name="Google Shape;1587;g3b499654e41_0_2308"/>
            <p:cNvGrpSpPr/>
            <p:nvPr/>
          </p:nvGrpSpPr>
          <p:grpSpPr>
            <a:xfrm rot="10800000">
              <a:off x="662658" y="2962921"/>
              <a:ext cx="493320" cy="357312"/>
              <a:chOff x="1722354" y="229144"/>
              <a:chExt cx="1748743" cy="1266614"/>
            </a:xfrm>
          </p:grpSpPr>
          <p:sp>
            <p:nvSpPr>
              <p:cNvPr id="1588" name="Google Shape;1588;g3b499654e41_0_230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g3b499654e41_0_230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0" name="Google Shape;1590;g3b499654e41_0_2308"/>
            <p:cNvGrpSpPr/>
            <p:nvPr/>
          </p:nvGrpSpPr>
          <p:grpSpPr>
            <a:xfrm>
              <a:off x="-867949" y="1748041"/>
              <a:ext cx="1530153" cy="273510"/>
              <a:chOff x="-6675" y="2881558"/>
              <a:chExt cx="9140700" cy="2059567"/>
            </a:xfrm>
          </p:grpSpPr>
          <p:cxnSp>
            <p:nvCxnSpPr>
              <p:cNvPr id="1591" name="Google Shape;1591;g3b499654e41_0_230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92" name="Google Shape;1592;g3b499654e41_0_230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93" name="Google Shape;1593;g3b499654e41_0_230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94" name="Google Shape;1594;g3b499654e41_0_230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595" name="Google Shape;1595;g3b499654e41_0_230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596" name="Google Shape;1596;g3b499654e41_0_2308"/>
          <p:cNvGrpSpPr/>
          <p:nvPr/>
        </p:nvGrpSpPr>
        <p:grpSpPr>
          <a:xfrm>
            <a:off x="609462" y="-114064"/>
            <a:ext cx="8313331" cy="4565380"/>
            <a:chOff x="609462" y="-114064"/>
            <a:chExt cx="8313331" cy="4565380"/>
          </a:xfrm>
        </p:grpSpPr>
        <p:sp>
          <p:nvSpPr>
            <p:cNvPr id="1597" name="Google Shape;1597;g3b499654e41_0_2308"/>
            <p:cNvSpPr/>
            <p:nvPr/>
          </p:nvSpPr>
          <p:spPr>
            <a:xfrm rot="10800000">
              <a:off x="8882737" y="40104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g3b499654e41_0_2308"/>
            <p:cNvSpPr/>
            <p:nvPr/>
          </p:nvSpPr>
          <p:spPr>
            <a:xfrm rot="10800000">
              <a:off x="609462" y="-1140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99" name="Shape 1599"/>
        <p:cNvGrpSpPr/>
        <p:nvPr/>
      </p:nvGrpSpPr>
      <p:grpSpPr>
        <a:xfrm>
          <a:off x="0" y="0"/>
          <a:ext cx="0" cy="0"/>
          <a:chOff x="0" y="0"/>
          <a:chExt cx="0" cy="0"/>
        </a:xfrm>
      </p:grpSpPr>
      <p:sp>
        <p:nvSpPr>
          <p:cNvPr id="1600" name="Google Shape;1600;g3b499654e41_0_2337"/>
          <p:cNvSpPr txBox="1"/>
          <p:nvPr>
            <p:ph type="title"/>
          </p:nvPr>
        </p:nvSpPr>
        <p:spPr>
          <a:xfrm>
            <a:off x="2317950" y="1307100"/>
            <a:ext cx="4508100" cy="1883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1601" name="Google Shape;1601;g3b499654e41_0_2337"/>
          <p:cNvGrpSpPr/>
          <p:nvPr/>
        </p:nvGrpSpPr>
        <p:grpSpPr>
          <a:xfrm rot="10800000">
            <a:off x="7395131" y="2150405"/>
            <a:ext cx="2855469" cy="3872400"/>
            <a:chOff x="1857762" y="2762827"/>
            <a:chExt cx="2855469" cy="3872400"/>
          </a:xfrm>
        </p:grpSpPr>
        <p:cxnSp>
          <p:nvCxnSpPr>
            <p:cNvPr id="1602" name="Google Shape;1602;g3b499654e41_0_2337"/>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603" name="Google Shape;1603;g3b499654e41_0_2337"/>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1604" name="Google Shape;1604;g3b499654e41_0_2337"/>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5" name="Google Shape;1605;g3b499654e41_0_2337"/>
          <p:cNvGrpSpPr/>
          <p:nvPr/>
        </p:nvGrpSpPr>
        <p:grpSpPr>
          <a:xfrm>
            <a:off x="527082" y="3400311"/>
            <a:ext cx="8344568" cy="1243755"/>
            <a:chOff x="527082" y="3400311"/>
            <a:chExt cx="8344568" cy="1243755"/>
          </a:xfrm>
        </p:grpSpPr>
        <p:sp>
          <p:nvSpPr>
            <p:cNvPr id="1606" name="Google Shape;1606;g3b499654e41_0_2337"/>
            <p:cNvSpPr/>
            <p:nvPr/>
          </p:nvSpPr>
          <p:spPr>
            <a:xfrm flipH="1">
              <a:off x="527082" y="34003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g3b499654e41_0_2337"/>
            <p:cNvSpPr/>
            <p:nvPr/>
          </p:nvSpPr>
          <p:spPr>
            <a:xfrm flipH="1" rot="5400000">
              <a:off x="8631182" y="440359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8" name="Google Shape;1608;g3b499654e41_0_2337"/>
          <p:cNvGrpSpPr/>
          <p:nvPr/>
        </p:nvGrpSpPr>
        <p:grpSpPr>
          <a:xfrm>
            <a:off x="-3151463" y="-3408102"/>
            <a:ext cx="11831667" cy="9065208"/>
            <a:chOff x="-3151463" y="-3408102"/>
            <a:chExt cx="11831667" cy="9065208"/>
          </a:xfrm>
        </p:grpSpPr>
        <p:grpSp>
          <p:nvGrpSpPr>
            <p:cNvPr id="1609" name="Google Shape;1609;g3b499654e41_0_2337"/>
            <p:cNvGrpSpPr/>
            <p:nvPr/>
          </p:nvGrpSpPr>
          <p:grpSpPr>
            <a:xfrm flipH="1" rot="10800000">
              <a:off x="309699" y="2296619"/>
              <a:ext cx="681216" cy="3360486"/>
              <a:chOff x="1337800" y="-2525590"/>
              <a:chExt cx="1498167" cy="7390555"/>
            </a:xfrm>
          </p:grpSpPr>
          <p:cxnSp>
            <p:nvCxnSpPr>
              <p:cNvPr id="1610" name="Google Shape;1610;g3b499654e41_0_2337"/>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1611" name="Google Shape;1611;g3b499654e41_0_2337"/>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1612" name="Google Shape;1612;g3b499654e41_0_233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3" name="Google Shape;1613;g3b499654e41_0_2337"/>
            <p:cNvGrpSpPr/>
            <p:nvPr/>
          </p:nvGrpSpPr>
          <p:grpSpPr>
            <a:xfrm flipH="1">
              <a:off x="7998988" y="-1945430"/>
              <a:ext cx="681216" cy="3360486"/>
              <a:chOff x="1337800" y="-2525590"/>
              <a:chExt cx="1498167" cy="7390555"/>
            </a:xfrm>
          </p:grpSpPr>
          <p:cxnSp>
            <p:nvCxnSpPr>
              <p:cNvPr id="1614" name="Google Shape;1614;g3b499654e41_0_2337"/>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615" name="Google Shape;1615;g3b499654e41_0_2337"/>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616" name="Google Shape;1616;g3b499654e41_0_233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7" name="Google Shape;1617;g3b499654e41_0_2337"/>
            <p:cNvGrpSpPr/>
            <p:nvPr/>
          </p:nvGrpSpPr>
          <p:grpSpPr>
            <a:xfrm flipH="1" rot="-5400000">
              <a:off x="-12066" y="-1786200"/>
              <a:ext cx="3859204" cy="615399"/>
              <a:chOff x="-6675" y="307100"/>
              <a:chExt cx="9140700" cy="4634025"/>
            </a:xfrm>
          </p:grpSpPr>
          <p:cxnSp>
            <p:nvCxnSpPr>
              <p:cNvPr id="1618" name="Google Shape;1618;g3b499654e41_0_2337"/>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19" name="Google Shape;1619;g3b499654e41_0_2337"/>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0" name="Google Shape;1620;g3b499654e41_0_2337"/>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1" name="Google Shape;1621;g3b499654e41_0_2337"/>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2" name="Google Shape;1622;g3b499654e41_0_2337"/>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3" name="Google Shape;1623;g3b499654e41_0_2337"/>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4" name="Google Shape;1624;g3b499654e41_0_2337"/>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5" name="Google Shape;1625;g3b499654e41_0_2337"/>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6" name="Google Shape;1626;g3b499654e41_0_2337"/>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27" name="Google Shape;1627;g3b499654e41_0_2337"/>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628" name="Google Shape;1628;g3b499654e41_0_2337"/>
            <p:cNvSpPr/>
            <p:nvPr/>
          </p:nvSpPr>
          <p:spPr>
            <a:xfrm flipH="1">
              <a:off x="-3151463" y="4511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1629" name="Google Shape;1629;g3b499654e41_0_2337"/>
          <p:cNvGrpSpPr/>
          <p:nvPr/>
        </p:nvGrpSpPr>
        <p:grpSpPr>
          <a:xfrm>
            <a:off x="547096" y="974375"/>
            <a:ext cx="9244447" cy="3848385"/>
            <a:chOff x="547096" y="974375"/>
            <a:chExt cx="9244447" cy="3848385"/>
          </a:xfrm>
        </p:grpSpPr>
        <p:grpSp>
          <p:nvGrpSpPr>
            <p:cNvPr id="1630" name="Google Shape;1630;g3b499654e41_0_2337"/>
            <p:cNvGrpSpPr/>
            <p:nvPr/>
          </p:nvGrpSpPr>
          <p:grpSpPr>
            <a:xfrm>
              <a:off x="547096" y="3571493"/>
              <a:ext cx="9010768" cy="1251267"/>
              <a:chOff x="547096" y="3571493"/>
              <a:chExt cx="9010768" cy="1251267"/>
            </a:xfrm>
          </p:grpSpPr>
          <p:grpSp>
            <p:nvGrpSpPr>
              <p:cNvPr id="1631" name="Google Shape;1631;g3b499654e41_0_2337"/>
              <p:cNvGrpSpPr/>
              <p:nvPr/>
            </p:nvGrpSpPr>
            <p:grpSpPr>
              <a:xfrm>
                <a:off x="547096" y="3613321"/>
                <a:ext cx="269695" cy="1209439"/>
                <a:chOff x="803996" y="3613321"/>
                <a:chExt cx="269695" cy="1209439"/>
              </a:xfrm>
            </p:grpSpPr>
            <p:sp>
              <p:nvSpPr>
                <p:cNvPr id="1632" name="Google Shape;1632;g3b499654e41_0_2337"/>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g3b499654e41_0_2337"/>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4" name="Google Shape;1634;g3b499654e41_0_2337"/>
              <p:cNvGrpSpPr/>
              <p:nvPr/>
            </p:nvGrpSpPr>
            <p:grpSpPr>
              <a:xfrm rot="5400000">
                <a:off x="8818297" y="3101621"/>
                <a:ext cx="269695" cy="1209439"/>
                <a:chOff x="803996" y="3613321"/>
                <a:chExt cx="269695" cy="1209439"/>
              </a:xfrm>
            </p:grpSpPr>
            <p:sp>
              <p:nvSpPr>
                <p:cNvPr id="1635" name="Google Shape;1635;g3b499654e41_0_2337"/>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g3b499654e41_0_2337"/>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637" name="Google Shape;1637;g3b499654e41_0_2337"/>
            <p:cNvGrpSpPr/>
            <p:nvPr/>
          </p:nvGrpSpPr>
          <p:grpSpPr>
            <a:xfrm>
              <a:off x="8680200" y="974375"/>
              <a:ext cx="1111343" cy="1111343"/>
              <a:chOff x="8307725" y="278700"/>
              <a:chExt cx="1111343" cy="1111343"/>
            </a:xfrm>
          </p:grpSpPr>
          <p:sp>
            <p:nvSpPr>
              <p:cNvPr id="1638" name="Google Shape;1638;g3b499654e41_0_2337"/>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g3b499654e41_0_2337"/>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40" name="Shape 1640"/>
        <p:cNvGrpSpPr/>
        <p:nvPr/>
      </p:nvGrpSpPr>
      <p:grpSpPr>
        <a:xfrm>
          <a:off x="0" y="0"/>
          <a:ext cx="0" cy="0"/>
          <a:chOff x="0" y="0"/>
          <a:chExt cx="0" cy="0"/>
        </a:xfrm>
      </p:grpSpPr>
      <p:sp>
        <p:nvSpPr>
          <p:cNvPr id="1641" name="Google Shape;1641;g3b499654e41_0_2378"/>
          <p:cNvSpPr txBox="1"/>
          <p:nvPr>
            <p:ph type="title"/>
          </p:nvPr>
        </p:nvSpPr>
        <p:spPr>
          <a:xfrm>
            <a:off x="2135550" y="1857350"/>
            <a:ext cx="4872900" cy="124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000"/>
              <a:buNone/>
              <a:defRPr sz="7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642" name="Google Shape;1642;g3b499654e41_0_2378"/>
          <p:cNvSpPr txBox="1"/>
          <p:nvPr>
            <p:ph idx="1" type="subTitle"/>
          </p:nvPr>
        </p:nvSpPr>
        <p:spPr>
          <a:xfrm>
            <a:off x="2135550" y="3106975"/>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p:txBody>
      </p:sp>
      <p:sp>
        <p:nvSpPr>
          <p:cNvPr id="1643" name="Google Shape;1643;g3b499654e41_0_2378"/>
          <p:cNvSpPr/>
          <p:nvPr/>
        </p:nvSpPr>
        <p:spPr>
          <a:xfrm>
            <a:off x="9336712" y="713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4" name="Google Shape;1644;g3b499654e41_0_2378"/>
          <p:cNvGrpSpPr/>
          <p:nvPr/>
        </p:nvGrpSpPr>
        <p:grpSpPr>
          <a:xfrm>
            <a:off x="-2757425" y="-2776080"/>
            <a:ext cx="12134201" cy="9442910"/>
            <a:chOff x="-2757425" y="-2776080"/>
            <a:chExt cx="12134201" cy="9442910"/>
          </a:xfrm>
        </p:grpSpPr>
        <p:grpSp>
          <p:nvGrpSpPr>
            <p:cNvPr id="1645" name="Google Shape;1645;g3b499654e41_0_2378"/>
            <p:cNvGrpSpPr/>
            <p:nvPr/>
          </p:nvGrpSpPr>
          <p:grpSpPr>
            <a:xfrm flipH="1" rot="-5400000">
              <a:off x="-325952" y="151466"/>
              <a:ext cx="2855469" cy="3872400"/>
              <a:chOff x="1857762" y="2762827"/>
              <a:chExt cx="2855469" cy="3872400"/>
            </a:xfrm>
          </p:grpSpPr>
          <p:cxnSp>
            <p:nvCxnSpPr>
              <p:cNvPr id="1646" name="Google Shape;1646;g3b499654e41_0_2378"/>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647" name="Google Shape;1647;g3b499654e41_0_2378"/>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1648" name="Google Shape;1648;g3b499654e41_0_2378"/>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9" name="Google Shape;1649;g3b499654e41_0_2378"/>
            <p:cNvGrpSpPr/>
            <p:nvPr/>
          </p:nvGrpSpPr>
          <p:grpSpPr>
            <a:xfrm rot="10800000">
              <a:off x="8695560" y="3306344"/>
              <a:ext cx="681216" cy="3360486"/>
              <a:chOff x="1337800" y="-2525590"/>
              <a:chExt cx="1498167" cy="7390555"/>
            </a:xfrm>
          </p:grpSpPr>
          <p:cxnSp>
            <p:nvCxnSpPr>
              <p:cNvPr id="1650" name="Google Shape;1650;g3b499654e41_0_2378"/>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1651" name="Google Shape;1651;g3b499654e41_0_2378"/>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1652" name="Google Shape;1652;g3b499654e41_0_237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3" name="Google Shape;1653;g3b499654e41_0_2378"/>
            <p:cNvGrpSpPr/>
            <p:nvPr/>
          </p:nvGrpSpPr>
          <p:grpSpPr>
            <a:xfrm>
              <a:off x="146409" y="-2776080"/>
              <a:ext cx="681216" cy="3360486"/>
              <a:chOff x="1337800" y="-2525590"/>
              <a:chExt cx="1498167" cy="7390555"/>
            </a:xfrm>
          </p:grpSpPr>
          <p:cxnSp>
            <p:nvCxnSpPr>
              <p:cNvPr id="1654" name="Google Shape;1654;g3b499654e41_0_2378"/>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655" name="Google Shape;1655;g3b499654e41_0_2378"/>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656" name="Google Shape;1656;g3b499654e41_0_237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7" name="Google Shape;1657;g3b499654e41_0_2378"/>
            <p:cNvGrpSpPr/>
            <p:nvPr/>
          </p:nvGrpSpPr>
          <p:grpSpPr>
            <a:xfrm>
              <a:off x="-2757425" y="811862"/>
              <a:ext cx="3859204" cy="615399"/>
              <a:chOff x="-6675" y="307100"/>
              <a:chExt cx="9140700" cy="4634025"/>
            </a:xfrm>
          </p:grpSpPr>
          <p:cxnSp>
            <p:nvCxnSpPr>
              <p:cNvPr id="1658" name="Google Shape;1658;g3b499654e41_0_2378"/>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59" name="Google Shape;1659;g3b499654e41_0_2378"/>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0" name="Google Shape;1660;g3b499654e41_0_2378"/>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1" name="Google Shape;1661;g3b499654e41_0_2378"/>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2" name="Google Shape;1662;g3b499654e41_0_2378"/>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3" name="Google Shape;1663;g3b499654e41_0_237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4" name="Google Shape;1664;g3b499654e41_0_237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5" name="Google Shape;1665;g3b499654e41_0_237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6" name="Google Shape;1666;g3b499654e41_0_237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67" name="Google Shape;1667;g3b499654e41_0_237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668" name="Google Shape;1668;g3b499654e41_0_2378"/>
            <p:cNvSpPr/>
            <p:nvPr/>
          </p:nvSpPr>
          <p:spPr>
            <a:xfrm rot="5400000">
              <a:off x="5637675" y="29867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1669" name="Google Shape;1669;g3b499654e41_0_2378"/>
          <p:cNvGrpSpPr/>
          <p:nvPr/>
        </p:nvGrpSpPr>
        <p:grpSpPr>
          <a:xfrm>
            <a:off x="-157525" y="1684573"/>
            <a:ext cx="8689056" cy="440880"/>
            <a:chOff x="-157525" y="1684573"/>
            <a:chExt cx="8689056" cy="440880"/>
          </a:xfrm>
        </p:grpSpPr>
        <p:sp>
          <p:nvSpPr>
            <p:cNvPr id="1670" name="Google Shape;1670;g3b499654e41_0_2378"/>
            <p:cNvSpPr/>
            <p:nvPr/>
          </p:nvSpPr>
          <p:spPr>
            <a:xfrm>
              <a:off x="8491475" y="16845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g3b499654e41_0_2378"/>
            <p:cNvSpPr/>
            <p:nvPr/>
          </p:nvSpPr>
          <p:spPr>
            <a:xfrm rot="-5400000">
              <a:off x="42887" y="1724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2" name="Google Shape;1672;g3b499654e41_0_2378"/>
          <p:cNvGrpSpPr/>
          <p:nvPr/>
        </p:nvGrpSpPr>
        <p:grpSpPr>
          <a:xfrm>
            <a:off x="-350826" y="649496"/>
            <a:ext cx="9280380" cy="5170922"/>
            <a:chOff x="-350826" y="649496"/>
            <a:chExt cx="9280380" cy="5170922"/>
          </a:xfrm>
        </p:grpSpPr>
        <p:grpSp>
          <p:nvGrpSpPr>
            <p:cNvPr id="1673" name="Google Shape;1673;g3b499654e41_0_2378"/>
            <p:cNvGrpSpPr/>
            <p:nvPr/>
          </p:nvGrpSpPr>
          <p:grpSpPr>
            <a:xfrm>
              <a:off x="-350826" y="649496"/>
              <a:ext cx="9280380" cy="1759405"/>
              <a:chOff x="-350826" y="649496"/>
              <a:chExt cx="9280380" cy="1759405"/>
            </a:xfrm>
          </p:grpSpPr>
          <p:sp>
            <p:nvSpPr>
              <p:cNvPr id="1674" name="Google Shape;1674;g3b499654e41_0_2378"/>
              <p:cNvSpPr/>
              <p:nvPr/>
            </p:nvSpPr>
            <p:spPr>
              <a:xfrm rot="10800000">
                <a:off x="8886438" y="12095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g3b499654e41_0_2378"/>
              <p:cNvSpPr/>
              <p:nvPr/>
            </p:nvSpPr>
            <p:spPr>
              <a:xfrm rot="10800000">
                <a:off x="8695083" y="6494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g3b499654e41_0_2378"/>
              <p:cNvSpPr/>
              <p:nvPr/>
            </p:nvSpPr>
            <p:spPr>
              <a:xfrm rot="5400000">
                <a:off x="425209" y="19584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g3b499654e41_0_2378"/>
              <p:cNvSpPr/>
              <p:nvPr/>
            </p:nvSpPr>
            <p:spPr>
              <a:xfrm rot="5400000">
                <a:off x="25375" y="1957600"/>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8" name="Google Shape;1678;g3b499654e41_0_2378"/>
            <p:cNvGrpSpPr/>
            <p:nvPr/>
          </p:nvGrpSpPr>
          <p:grpSpPr>
            <a:xfrm>
              <a:off x="7280000" y="4709075"/>
              <a:ext cx="1111343" cy="1111343"/>
              <a:chOff x="8307725" y="278700"/>
              <a:chExt cx="1111343" cy="1111343"/>
            </a:xfrm>
          </p:grpSpPr>
          <p:sp>
            <p:nvSpPr>
              <p:cNvPr id="1679" name="Google Shape;1679;g3b499654e41_0_2378"/>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g3b499654e41_0_2378"/>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81" name="Shape 1681"/>
        <p:cNvGrpSpPr/>
        <p:nvPr/>
      </p:nvGrpSpPr>
      <p:grpSpPr>
        <a:xfrm>
          <a:off x="0" y="0"/>
          <a:ext cx="0" cy="0"/>
          <a:chOff x="0" y="0"/>
          <a:chExt cx="0" cy="0"/>
        </a:xfrm>
      </p:grpSpPr>
      <p:sp>
        <p:nvSpPr>
          <p:cNvPr id="1682" name="Google Shape;1682;g3b499654e41_0_2419"/>
          <p:cNvSpPr txBox="1"/>
          <p:nvPr>
            <p:ph type="title"/>
          </p:nvPr>
        </p:nvSpPr>
        <p:spPr>
          <a:xfrm>
            <a:off x="720000" y="4014450"/>
            <a:ext cx="7704000" cy="5727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1683" name="Google Shape;1683;g3b499654e41_0_2419"/>
          <p:cNvGrpSpPr/>
          <p:nvPr/>
        </p:nvGrpSpPr>
        <p:grpSpPr>
          <a:xfrm>
            <a:off x="-530043" y="-2869459"/>
            <a:ext cx="9459677" cy="5795406"/>
            <a:chOff x="-530043" y="-2869459"/>
            <a:chExt cx="9459677" cy="5795406"/>
          </a:xfrm>
        </p:grpSpPr>
        <p:grpSp>
          <p:nvGrpSpPr>
            <p:cNvPr id="1684" name="Google Shape;1684;g3b499654e41_0_2419"/>
            <p:cNvGrpSpPr/>
            <p:nvPr/>
          </p:nvGrpSpPr>
          <p:grpSpPr>
            <a:xfrm>
              <a:off x="-530043" y="-946454"/>
              <a:ext cx="2550619" cy="3872400"/>
              <a:chOff x="1857762" y="2762827"/>
              <a:chExt cx="2550619" cy="3872400"/>
            </a:xfrm>
          </p:grpSpPr>
          <p:cxnSp>
            <p:nvCxnSpPr>
              <p:cNvPr id="1685" name="Google Shape;1685;g3b499654e41_0_2419"/>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686" name="Google Shape;1686;g3b499654e41_0_2419"/>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687" name="Google Shape;1687;g3b499654e41_0_2419"/>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8" name="Google Shape;1688;g3b499654e41_0_2419"/>
            <p:cNvGrpSpPr/>
            <p:nvPr/>
          </p:nvGrpSpPr>
          <p:grpSpPr>
            <a:xfrm flipH="1" rot="5400000">
              <a:off x="-1083006" y="-1247557"/>
              <a:ext cx="3859204" cy="615399"/>
              <a:chOff x="-6675" y="307100"/>
              <a:chExt cx="9140700" cy="4634025"/>
            </a:xfrm>
          </p:grpSpPr>
          <p:cxnSp>
            <p:nvCxnSpPr>
              <p:cNvPr id="1689" name="Google Shape;1689;g3b499654e41_0_2419"/>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0" name="Google Shape;1690;g3b499654e41_0_2419"/>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1" name="Google Shape;1691;g3b499654e41_0_2419"/>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2" name="Google Shape;1692;g3b499654e41_0_2419"/>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3" name="Google Shape;1693;g3b499654e41_0_2419"/>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4" name="Google Shape;1694;g3b499654e41_0_241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5" name="Google Shape;1695;g3b499654e41_0_241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6" name="Google Shape;1696;g3b499654e41_0_241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7" name="Google Shape;1697;g3b499654e41_0_241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698" name="Google Shape;1698;g3b499654e41_0_241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1699" name="Google Shape;1699;g3b499654e41_0_2419"/>
            <p:cNvGrpSpPr/>
            <p:nvPr/>
          </p:nvGrpSpPr>
          <p:grpSpPr>
            <a:xfrm>
              <a:off x="8248399" y="-1632737"/>
              <a:ext cx="681235" cy="3360486"/>
              <a:chOff x="8248399" y="-1632737"/>
              <a:chExt cx="681235" cy="3360486"/>
            </a:xfrm>
          </p:grpSpPr>
          <p:grpSp>
            <p:nvGrpSpPr>
              <p:cNvPr id="1700" name="Google Shape;1700;g3b499654e41_0_2419"/>
              <p:cNvGrpSpPr/>
              <p:nvPr/>
            </p:nvGrpSpPr>
            <p:grpSpPr>
              <a:xfrm flipH="1">
                <a:off x="8248399" y="-1632737"/>
                <a:ext cx="681216" cy="3360486"/>
                <a:chOff x="1337800" y="-2525590"/>
                <a:chExt cx="1498167" cy="7390555"/>
              </a:xfrm>
            </p:grpSpPr>
            <p:cxnSp>
              <p:nvCxnSpPr>
                <p:cNvPr id="1701" name="Google Shape;1701;g3b499654e41_0_2419"/>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702" name="Google Shape;1702;g3b499654e41_0_2419"/>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703" name="Google Shape;1703;g3b499654e41_0_241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04" name="Google Shape;1704;g3b499654e41_0_2419"/>
              <p:cNvGrpSpPr/>
              <p:nvPr/>
            </p:nvGrpSpPr>
            <p:grpSpPr>
              <a:xfrm>
                <a:off x="8436314" y="360846"/>
                <a:ext cx="493320" cy="357312"/>
                <a:chOff x="1722354" y="229144"/>
                <a:chExt cx="1748743" cy="1266614"/>
              </a:xfrm>
            </p:grpSpPr>
            <p:sp>
              <p:nvSpPr>
                <p:cNvPr id="1705" name="Google Shape;1705;g3b499654e41_0_241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g3b499654e41_0_241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1707" name="Google Shape;1707;g3b499654e41_0_2419"/>
          <p:cNvGrpSpPr/>
          <p:nvPr/>
        </p:nvGrpSpPr>
        <p:grpSpPr>
          <a:xfrm>
            <a:off x="-150883" y="1137478"/>
            <a:ext cx="9080518" cy="813868"/>
            <a:chOff x="-150883" y="1137478"/>
            <a:chExt cx="9080518" cy="813868"/>
          </a:xfrm>
        </p:grpSpPr>
        <p:sp>
          <p:nvSpPr>
            <p:cNvPr id="1708" name="Google Shape;1708;g3b499654e41_0_2419"/>
            <p:cNvSpPr/>
            <p:nvPr/>
          </p:nvSpPr>
          <p:spPr>
            <a:xfrm flipH="1" rot="5400000">
              <a:off x="49529" y="9370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g3b499654e41_0_2419"/>
            <p:cNvSpPr/>
            <p:nvPr/>
          </p:nvSpPr>
          <p:spPr>
            <a:xfrm flipH="1">
              <a:off x="8889579" y="15104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0" name="Google Shape;1710;g3b499654e41_0_2419"/>
          <p:cNvGrpSpPr/>
          <p:nvPr/>
        </p:nvGrpSpPr>
        <p:grpSpPr>
          <a:xfrm>
            <a:off x="-201760" y="1366771"/>
            <a:ext cx="9923304" cy="3117922"/>
            <a:chOff x="-201760" y="1366771"/>
            <a:chExt cx="9923304" cy="3117922"/>
          </a:xfrm>
        </p:grpSpPr>
        <p:grpSp>
          <p:nvGrpSpPr>
            <p:cNvPr id="1711" name="Google Shape;1711;g3b499654e41_0_2419"/>
            <p:cNvGrpSpPr/>
            <p:nvPr/>
          </p:nvGrpSpPr>
          <p:grpSpPr>
            <a:xfrm>
              <a:off x="8610200" y="3373350"/>
              <a:ext cx="1111343" cy="1111343"/>
              <a:chOff x="8307725" y="278700"/>
              <a:chExt cx="1111343" cy="1111343"/>
            </a:xfrm>
          </p:grpSpPr>
          <p:sp>
            <p:nvSpPr>
              <p:cNvPr id="1712" name="Google Shape;1712;g3b499654e41_0_2419"/>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g3b499654e41_0_2419"/>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4" name="Google Shape;1714;g3b499654e41_0_2419"/>
            <p:cNvGrpSpPr/>
            <p:nvPr/>
          </p:nvGrpSpPr>
          <p:grpSpPr>
            <a:xfrm flipH="1">
              <a:off x="8674231" y="1727755"/>
              <a:ext cx="247278" cy="1160061"/>
              <a:chOff x="1463894" y="1434556"/>
              <a:chExt cx="247278" cy="1160061"/>
            </a:xfrm>
          </p:grpSpPr>
          <p:sp>
            <p:nvSpPr>
              <p:cNvPr id="1715" name="Google Shape;1715;g3b499654e41_0_2419"/>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g3b499654e41_0_2419"/>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7" name="Google Shape;1717;g3b499654e41_0_2419"/>
            <p:cNvGrpSpPr/>
            <p:nvPr/>
          </p:nvGrpSpPr>
          <p:grpSpPr>
            <a:xfrm flipH="1" rot="5400000">
              <a:off x="254631" y="910380"/>
              <a:ext cx="247278" cy="1160061"/>
              <a:chOff x="1463894" y="1434556"/>
              <a:chExt cx="247278" cy="1160061"/>
            </a:xfrm>
          </p:grpSpPr>
          <p:sp>
            <p:nvSpPr>
              <p:cNvPr id="1718" name="Google Shape;1718;g3b499654e41_0_2419"/>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g3b499654e41_0_2419"/>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1720" name="Shape 1720"/>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1721" name="Shape 1721"/>
        <p:cNvGrpSpPr/>
        <p:nvPr/>
      </p:nvGrpSpPr>
      <p:grpSpPr>
        <a:xfrm>
          <a:off x="0" y="0"/>
          <a:ext cx="0" cy="0"/>
          <a:chOff x="0" y="0"/>
          <a:chExt cx="0" cy="0"/>
        </a:xfrm>
      </p:grpSpPr>
      <p:sp>
        <p:nvSpPr>
          <p:cNvPr id="1722" name="Google Shape;1722;g3b499654e41_0_245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23" name="Google Shape;1723;g3b499654e41_0_2459"/>
          <p:cNvSpPr txBox="1"/>
          <p:nvPr>
            <p:ph idx="1" type="subTitle"/>
          </p:nvPr>
        </p:nvSpPr>
        <p:spPr>
          <a:xfrm>
            <a:off x="720000" y="1067776"/>
            <a:ext cx="7704000" cy="87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grpSp>
        <p:nvGrpSpPr>
          <p:cNvPr id="1724" name="Google Shape;1724;g3b499654e41_0_2459"/>
          <p:cNvGrpSpPr/>
          <p:nvPr/>
        </p:nvGrpSpPr>
        <p:grpSpPr>
          <a:xfrm>
            <a:off x="248963" y="1017730"/>
            <a:ext cx="8980468" cy="3860779"/>
            <a:chOff x="248963" y="1017730"/>
            <a:chExt cx="8980468" cy="3860779"/>
          </a:xfrm>
        </p:grpSpPr>
        <p:sp>
          <p:nvSpPr>
            <p:cNvPr id="1725" name="Google Shape;1725;g3b499654e41_0_2459"/>
            <p:cNvSpPr/>
            <p:nvPr/>
          </p:nvSpPr>
          <p:spPr>
            <a:xfrm>
              <a:off x="422688" y="131788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g3b499654e41_0_2459"/>
            <p:cNvSpPr/>
            <p:nvPr/>
          </p:nvSpPr>
          <p:spPr>
            <a:xfrm>
              <a:off x="248963" y="101773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27" name="Google Shape;1727;g3b499654e41_0_2459"/>
            <p:cNvGrpSpPr/>
            <p:nvPr/>
          </p:nvGrpSpPr>
          <p:grpSpPr>
            <a:xfrm rot="-5400000">
              <a:off x="8742913" y="4391992"/>
              <a:ext cx="206891" cy="766144"/>
              <a:chOff x="8650702" y="3525402"/>
              <a:chExt cx="206891" cy="766144"/>
            </a:xfrm>
          </p:grpSpPr>
          <p:sp>
            <p:nvSpPr>
              <p:cNvPr id="1728" name="Google Shape;1728;g3b499654e41_0_2459"/>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g3b499654e41_0_2459"/>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730" name="Google Shape;1730;g3b499654e41_0_2459"/>
          <p:cNvGrpSpPr/>
          <p:nvPr/>
        </p:nvGrpSpPr>
        <p:grpSpPr>
          <a:xfrm>
            <a:off x="250498" y="1721188"/>
            <a:ext cx="8259949" cy="2990485"/>
            <a:chOff x="250498" y="1721188"/>
            <a:chExt cx="8259949" cy="2990485"/>
          </a:xfrm>
        </p:grpSpPr>
        <p:sp>
          <p:nvSpPr>
            <p:cNvPr id="1731" name="Google Shape;1731;g3b499654e41_0_2459"/>
            <p:cNvSpPr/>
            <p:nvPr/>
          </p:nvSpPr>
          <p:spPr>
            <a:xfrm rot="10800000">
              <a:off x="250498" y="17211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g3b499654e41_0_2459"/>
            <p:cNvSpPr/>
            <p:nvPr/>
          </p:nvSpPr>
          <p:spPr>
            <a:xfrm rot="-5400000">
              <a:off x="8269979" y="4471205"/>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3" name="Google Shape;1733;g3b499654e41_0_2459"/>
          <p:cNvGrpSpPr/>
          <p:nvPr/>
        </p:nvGrpSpPr>
        <p:grpSpPr>
          <a:xfrm>
            <a:off x="-2218609" y="-174950"/>
            <a:ext cx="12004520" cy="8522877"/>
            <a:chOff x="-2218609" y="-174950"/>
            <a:chExt cx="12004520" cy="8522877"/>
          </a:xfrm>
        </p:grpSpPr>
        <p:sp>
          <p:nvSpPr>
            <p:cNvPr id="1734" name="Google Shape;1734;g3b499654e41_0_2459"/>
            <p:cNvSpPr/>
            <p:nvPr/>
          </p:nvSpPr>
          <p:spPr>
            <a:xfrm>
              <a:off x="-2218609" y="-174950"/>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735" name="Google Shape;1735;g3b499654e41_0_2459"/>
            <p:cNvGrpSpPr/>
            <p:nvPr/>
          </p:nvGrpSpPr>
          <p:grpSpPr>
            <a:xfrm flipH="1" rot="-5400000">
              <a:off x="7449713" y="4739626"/>
              <a:ext cx="493320" cy="357312"/>
              <a:chOff x="1722354" y="229144"/>
              <a:chExt cx="1748743" cy="1266614"/>
            </a:xfrm>
          </p:grpSpPr>
          <p:sp>
            <p:nvSpPr>
              <p:cNvPr id="1736" name="Google Shape;1736;g3b499654e41_0_245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g3b499654e41_0_245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38" name="Google Shape;1738;g3b499654e41_0_2459"/>
            <p:cNvSpPr/>
            <p:nvPr/>
          </p:nvSpPr>
          <p:spPr>
            <a:xfrm flipH="1" rot="10800000">
              <a:off x="8147148" y="2028637"/>
              <a:ext cx="1521858" cy="631929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nvGrpSpPr>
            <p:cNvPr id="1739" name="Google Shape;1739;g3b499654e41_0_2459"/>
            <p:cNvGrpSpPr/>
            <p:nvPr/>
          </p:nvGrpSpPr>
          <p:grpSpPr>
            <a:xfrm flipH="1">
              <a:off x="8820653" y="3237868"/>
              <a:ext cx="965258" cy="273510"/>
              <a:chOff x="-6675" y="2881558"/>
              <a:chExt cx="9140700" cy="2059567"/>
            </a:xfrm>
          </p:grpSpPr>
          <p:cxnSp>
            <p:nvCxnSpPr>
              <p:cNvPr id="1740" name="Google Shape;1740;g3b499654e41_0_245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41" name="Google Shape;1741;g3b499654e41_0_245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42" name="Google Shape;1742;g3b499654e41_0_245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43" name="Google Shape;1743;g3b499654e41_0_245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44" name="Google Shape;1744;g3b499654e41_0_245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sp>
        <p:nvSpPr>
          <p:cNvPr id="1745" name="Google Shape;1745;g3b499654e41_0_2459"/>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_1">
    <p:spTree>
      <p:nvGrpSpPr>
        <p:cNvPr id="1746" name="Shape 1746"/>
        <p:cNvGrpSpPr/>
        <p:nvPr/>
      </p:nvGrpSpPr>
      <p:grpSpPr>
        <a:xfrm>
          <a:off x="0" y="0"/>
          <a:ext cx="0" cy="0"/>
          <a:chOff x="0" y="0"/>
          <a:chExt cx="0" cy="0"/>
        </a:xfrm>
      </p:grpSpPr>
      <p:sp>
        <p:nvSpPr>
          <p:cNvPr id="1747" name="Google Shape;1747;g3b499654e41_0_248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48" name="Google Shape;1748;g3b499654e41_0_2484"/>
          <p:cNvSpPr txBox="1"/>
          <p:nvPr>
            <p:ph idx="1" type="subTitle"/>
          </p:nvPr>
        </p:nvSpPr>
        <p:spPr>
          <a:xfrm>
            <a:off x="720000" y="1150950"/>
            <a:ext cx="7704000" cy="29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Font typeface="Nunito Light"/>
              <a:buChar char="○"/>
              <a:defRPr/>
            </a:lvl2pPr>
            <a:lvl3pPr lvl="2" algn="ctr">
              <a:lnSpc>
                <a:spcPct val="100000"/>
              </a:lnSpc>
              <a:spcBef>
                <a:spcPts val="0"/>
              </a:spcBef>
              <a:spcAft>
                <a:spcPts val="0"/>
              </a:spcAft>
              <a:buSzPts val="1200"/>
              <a:buFont typeface="Nunito Light"/>
              <a:buChar char="■"/>
              <a:defRPr/>
            </a:lvl3pPr>
            <a:lvl4pPr lvl="3" algn="ctr">
              <a:lnSpc>
                <a:spcPct val="100000"/>
              </a:lnSpc>
              <a:spcBef>
                <a:spcPts val="0"/>
              </a:spcBef>
              <a:spcAft>
                <a:spcPts val="0"/>
              </a:spcAft>
              <a:buSzPts val="1200"/>
              <a:buFont typeface="Nunito Light"/>
              <a:buChar char="●"/>
              <a:defRPr/>
            </a:lvl4pPr>
            <a:lvl5pPr lvl="4" algn="ctr">
              <a:lnSpc>
                <a:spcPct val="100000"/>
              </a:lnSpc>
              <a:spcBef>
                <a:spcPts val="0"/>
              </a:spcBef>
              <a:spcAft>
                <a:spcPts val="0"/>
              </a:spcAft>
              <a:buSzPts val="1200"/>
              <a:buFont typeface="Nunito Light"/>
              <a:buChar char="○"/>
              <a:defRPr/>
            </a:lvl5pPr>
            <a:lvl6pPr lvl="5" algn="ctr">
              <a:lnSpc>
                <a:spcPct val="100000"/>
              </a:lnSpc>
              <a:spcBef>
                <a:spcPts val="0"/>
              </a:spcBef>
              <a:spcAft>
                <a:spcPts val="0"/>
              </a:spcAft>
              <a:buSzPts val="1200"/>
              <a:buFont typeface="Nunito Light"/>
              <a:buChar char="■"/>
              <a:defRPr/>
            </a:lvl6pPr>
            <a:lvl7pPr lvl="6" algn="ctr">
              <a:lnSpc>
                <a:spcPct val="100000"/>
              </a:lnSpc>
              <a:spcBef>
                <a:spcPts val="0"/>
              </a:spcBef>
              <a:spcAft>
                <a:spcPts val="0"/>
              </a:spcAft>
              <a:buSzPts val="1200"/>
              <a:buFont typeface="Nunito Light"/>
              <a:buChar char="●"/>
              <a:defRPr/>
            </a:lvl7pPr>
            <a:lvl8pPr lvl="7" algn="ctr">
              <a:lnSpc>
                <a:spcPct val="100000"/>
              </a:lnSpc>
              <a:spcBef>
                <a:spcPts val="0"/>
              </a:spcBef>
              <a:spcAft>
                <a:spcPts val="0"/>
              </a:spcAft>
              <a:buSzPts val="1200"/>
              <a:buFont typeface="Nunito Light"/>
              <a:buChar char="○"/>
              <a:defRPr/>
            </a:lvl8pPr>
            <a:lvl9pPr lvl="8" algn="ctr">
              <a:lnSpc>
                <a:spcPct val="100000"/>
              </a:lnSpc>
              <a:spcBef>
                <a:spcPts val="0"/>
              </a:spcBef>
              <a:spcAft>
                <a:spcPts val="0"/>
              </a:spcAft>
              <a:buSzPts val="1200"/>
              <a:buFont typeface="Nunito Light"/>
              <a:buChar char="■"/>
              <a:defRPr/>
            </a:lvl9pPr>
          </a:lstStyle>
          <a:p/>
        </p:txBody>
      </p:sp>
      <p:grpSp>
        <p:nvGrpSpPr>
          <p:cNvPr id="1749" name="Google Shape;1749;g3b499654e41_0_2484"/>
          <p:cNvGrpSpPr/>
          <p:nvPr/>
        </p:nvGrpSpPr>
        <p:grpSpPr>
          <a:xfrm>
            <a:off x="8393651" y="-1627766"/>
            <a:ext cx="614899" cy="2881847"/>
            <a:chOff x="1337784" y="-2525559"/>
            <a:chExt cx="1352318" cy="6337908"/>
          </a:xfrm>
        </p:grpSpPr>
        <p:cxnSp>
          <p:nvCxnSpPr>
            <p:cNvPr id="1750" name="Google Shape;1750;g3b499654e41_0_2484"/>
            <p:cNvCxnSpPr/>
            <p:nvPr/>
          </p:nvCxnSpPr>
          <p:spPr>
            <a:xfrm rot="10800000">
              <a:off x="1337784" y="-2525559"/>
              <a:ext cx="0" cy="4990500"/>
            </a:xfrm>
            <a:prstGeom prst="straightConnector1">
              <a:avLst/>
            </a:prstGeom>
            <a:noFill/>
            <a:ln cap="flat" cmpd="sng" w="9525">
              <a:solidFill>
                <a:schemeClr val="accent2"/>
              </a:solidFill>
              <a:prstDash val="solid"/>
              <a:round/>
              <a:headEnd len="sm" w="sm" type="none"/>
              <a:tailEnd len="sm" w="sm" type="none"/>
            </a:ln>
          </p:spPr>
        </p:cxnSp>
        <p:cxnSp>
          <p:nvCxnSpPr>
            <p:cNvPr id="1751" name="Google Shape;1751;g3b499654e41_0_2484"/>
            <p:cNvCxnSpPr/>
            <p:nvPr/>
          </p:nvCxnSpPr>
          <p:spPr>
            <a:xfrm>
              <a:off x="1337784" y="2466654"/>
              <a:ext cx="984900" cy="970200"/>
            </a:xfrm>
            <a:prstGeom prst="straightConnector1">
              <a:avLst/>
            </a:prstGeom>
            <a:noFill/>
            <a:ln cap="flat" cmpd="sng" w="9525">
              <a:solidFill>
                <a:schemeClr val="accent2"/>
              </a:solidFill>
              <a:prstDash val="solid"/>
              <a:round/>
              <a:headEnd len="sm" w="sm" type="none"/>
              <a:tailEnd len="sm" w="sm" type="none"/>
            </a:ln>
          </p:spPr>
        </p:cxnSp>
        <p:sp>
          <p:nvSpPr>
            <p:cNvPr id="1752" name="Google Shape;1752;g3b499654e41_0_2484"/>
            <p:cNvSpPr/>
            <p:nvPr/>
          </p:nvSpPr>
          <p:spPr>
            <a:xfrm rot="5400000">
              <a:off x="2266990" y="3389237"/>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3" name="Google Shape;1753;g3b499654e41_0_2484"/>
          <p:cNvGrpSpPr/>
          <p:nvPr/>
        </p:nvGrpSpPr>
        <p:grpSpPr>
          <a:xfrm>
            <a:off x="6485555" y="4129788"/>
            <a:ext cx="269696" cy="1209439"/>
            <a:chOff x="6933883" y="3613321"/>
            <a:chExt cx="269696" cy="1209439"/>
          </a:xfrm>
        </p:grpSpPr>
        <p:sp>
          <p:nvSpPr>
            <p:cNvPr id="1754" name="Google Shape;1754;g3b499654e41_0_2484"/>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g3b499654e41_0_2484"/>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56" name="Google Shape;1756;g3b499654e41_0_248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757" name="Shape 1757"/>
        <p:cNvGrpSpPr/>
        <p:nvPr/>
      </p:nvGrpSpPr>
      <p:grpSpPr>
        <a:xfrm>
          <a:off x="0" y="0"/>
          <a:ext cx="0" cy="0"/>
          <a:chOff x="0" y="0"/>
          <a:chExt cx="0" cy="0"/>
        </a:xfrm>
      </p:grpSpPr>
      <p:sp>
        <p:nvSpPr>
          <p:cNvPr id="1758" name="Google Shape;1758;g3b499654e41_0_249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1759" name="Google Shape;1759;g3b499654e41_0_2495"/>
          <p:cNvSpPr txBox="1"/>
          <p:nvPr>
            <p:ph idx="1" type="subTitle"/>
          </p:nvPr>
        </p:nvSpPr>
        <p:spPr>
          <a:xfrm>
            <a:off x="1182950" y="1729925"/>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0" name="Google Shape;1760;g3b499654e41_0_2495"/>
          <p:cNvSpPr txBox="1"/>
          <p:nvPr>
            <p:ph idx="2" type="subTitle"/>
          </p:nvPr>
        </p:nvSpPr>
        <p:spPr>
          <a:xfrm>
            <a:off x="3580856"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1" name="Google Shape;1761;g3b499654e41_0_2495"/>
          <p:cNvSpPr txBox="1"/>
          <p:nvPr>
            <p:ph idx="3" type="subTitle"/>
          </p:nvPr>
        </p:nvSpPr>
        <p:spPr>
          <a:xfrm>
            <a:off x="11829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2" name="Google Shape;1762;g3b499654e41_0_2495"/>
          <p:cNvSpPr txBox="1"/>
          <p:nvPr>
            <p:ph idx="4" type="subTitle"/>
          </p:nvPr>
        </p:nvSpPr>
        <p:spPr>
          <a:xfrm>
            <a:off x="357900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3" name="Google Shape;1763;g3b499654e41_0_2495"/>
          <p:cNvSpPr txBox="1"/>
          <p:nvPr>
            <p:ph idx="5" type="subTitle"/>
          </p:nvPr>
        </p:nvSpPr>
        <p:spPr>
          <a:xfrm>
            <a:off x="5975050"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4" name="Google Shape;1764;g3b499654e41_0_2495"/>
          <p:cNvSpPr txBox="1"/>
          <p:nvPr>
            <p:ph idx="6" type="subTitle"/>
          </p:nvPr>
        </p:nvSpPr>
        <p:spPr>
          <a:xfrm>
            <a:off x="59750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5" name="Google Shape;1765;g3b499654e41_0_2495"/>
          <p:cNvSpPr txBox="1"/>
          <p:nvPr>
            <p:ph idx="7" type="subTitle"/>
          </p:nvPr>
        </p:nvSpPr>
        <p:spPr>
          <a:xfrm>
            <a:off x="1190750" y="1396451"/>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766" name="Google Shape;1766;g3b499654e41_0_2495"/>
          <p:cNvSpPr txBox="1"/>
          <p:nvPr>
            <p:ph idx="8" type="subTitle"/>
          </p:nvPr>
        </p:nvSpPr>
        <p:spPr>
          <a:xfrm>
            <a:off x="3584756"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767" name="Google Shape;1767;g3b499654e41_0_2495"/>
          <p:cNvSpPr txBox="1"/>
          <p:nvPr>
            <p:ph idx="9" type="subTitle"/>
          </p:nvPr>
        </p:nvSpPr>
        <p:spPr>
          <a:xfrm>
            <a:off x="5978950"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768" name="Google Shape;1768;g3b499654e41_0_2495"/>
          <p:cNvSpPr txBox="1"/>
          <p:nvPr>
            <p:ph idx="13" type="subTitle"/>
          </p:nvPr>
        </p:nvSpPr>
        <p:spPr>
          <a:xfrm>
            <a:off x="1182950" y="3082550"/>
            <a:ext cx="19860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769" name="Google Shape;1769;g3b499654e41_0_2495"/>
          <p:cNvSpPr txBox="1"/>
          <p:nvPr>
            <p:ph idx="14" type="subTitle"/>
          </p:nvPr>
        </p:nvSpPr>
        <p:spPr>
          <a:xfrm>
            <a:off x="358475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770" name="Google Shape;1770;g3b499654e41_0_2495"/>
          <p:cNvSpPr txBox="1"/>
          <p:nvPr>
            <p:ph idx="15" type="subTitle"/>
          </p:nvPr>
        </p:nvSpPr>
        <p:spPr>
          <a:xfrm>
            <a:off x="597894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771" name="Google Shape;1771;g3b499654e41_0_2495"/>
          <p:cNvGrpSpPr/>
          <p:nvPr/>
        </p:nvGrpSpPr>
        <p:grpSpPr>
          <a:xfrm>
            <a:off x="-173589" y="2054902"/>
            <a:ext cx="8977957" cy="875138"/>
            <a:chOff x="-173589" y="2054902"/>
            <a:chExt cx="8977957" cy="875138"/>
          </a:xfrm>
        </p:grpSpPr>
        <p:sp>
          <p:nvSpPr>
            <p:cNvPr id="1772" name="Google Shape;1772;g3b499654e41_0_2495"/>
            <p:cNvSpPr/>
            <p:nvPr/>
          </p:nvSpPr>
          <p:spPr>
            <a:xfrm flipH="1" rot="-5400000">
              <a:off x="157300" y="26709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g3b499654e41_0_2495"/>
            <p:cNvSpPr/>
            <p:nvPr/>
          </p:nvSpPr>
          <p:spPr>
            <a:xfrm flipH="1" rot="-5400000">
              <a:off x="42350" y="24235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74" name="Google Shape;1774;g3b499654e41_0_2495"/>
            <p:cNvGrpSpPr/>
            <p:nvPr/>
          </p:nvGrpSpPr>
          <p:grpSpPr>
            <a:xfrm flipH="1" rot="10800000">
              <a:off x="8597477" y="2054902"/>
              <a:ext cx="206891" cy="766144"/>
              <a:chOff x="8650702" y="3525402"/>
              <a:chExt cx="206891" cy="766144"/>
            </a:xfrm>
          </p:grpSpPr>
          <p:sp>
            <p:nvSpPr>
              <p:cNvPr id="1775" name="Google Shape;1775;g3b499654e41_0_249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g3b499654e41_0_249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777" name="Google Shape;1777;g3b499654e41_0_2495"/>
          <p:cNvGrpSpPr/>
          <p:nvPr/>
        </p:nvGrpSpPr>
        <p:grpSpPr>
          <a:xfrm>
            <a:off x="756786" y="700836"/>
            <a:ext cx="8183234" cy="4589198"/>
            <a:chOff x="756786" y="700836"/>
            <a:chExt cx="8183234" cy="4589198"/>
          </a:xfrm>
        </p:grpSpPr>
        <p:sp>
          <p:nvSpPr>
            <p:cNvPr id="1778" name="Google Shape;1778;g3b499654e41_0_2495"/>
            <p:cNvSpPr/>
            <p:nvPr/>
          </p:nvSpPr>
          <p:spPr>
            <a:xfrm flipH="1">
              <a:off x="756786" y="484915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g3b499654e41_0_2495"/>
            <p:cNvSpPr/>
            <p:nvPr/>
          </p:nvSpPr>
          <p:spPr>
            <a:xfrm flipH="1" rot="10800000">
              <a:off x="8899964" y="700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0" name="Google Shape;1780;g3b499654e41_0_2495"/>
          <p:cNvGrpSpPr/>
          <p:nvPr/>
        </p:nvGrpSpPr>
        <p:grpSpPr>
          <a:xfrm>
            <a:off x="-418722" y="-549400"/>
            <a:ext cx="9906876" cy="5811597"/>
            <a:chOff x="-418722" y="-549400"/>
            <a:chExt cx="9906876" cy="5811597"/>
          </a:xfrm>
        </p:grpSpPr>
        <p:grpSp>
          <p:nvGrpSpPr>
            <p:cNvPr id="1781" name="Google Shape;1781;g3b499654e41_0_2495"/>
            <p:cNvGrpSpPr/>
            <p:nvPr/>
          </p:nvGrpSpPr>
          <p:grpSpPr>
            <a:xfrm flipH="1" rot="10800000">
              <a:off x="8269288" y="182196"/>
              <a:ext cx="493320" cy="357312"/>
              <a:chOff x="1722354" y="229144"/>
              <a:chExt cx="1748743" cy="1266614"/>
            </a:xfrm>
          </p:grpSpPr>
          <p:sp>
            <p:nvSpPr>
              <p:cNvPr id="1782" name="Google Shape;1782;g3b499654e41_0_249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g3b499654e41_0_249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4" name="Google Shape;1784;g3b499654e41_0_2495"/>
            <p:cNvGrpSpPr/>
            <p:nvPr/>
          </p:nvGrpSpPr>
          <p:grpSpPr>
            <a:xfrm rot="10800000">
              <a:off x="-418722" y="3973293"/>
              <a:ext cx="965258" cy="273510"/>
              <a:chOff x="-6675" y="2881558"/>
              <a:chExt cx="9140700" cy="2059567"/>
            </a:xfrm>
          </p:grpSpPr>
          <p:cxnSp>
            <p:nvCxnSpPr>
              <p:cNvPr id="1785" name="Google Shape;1785;g3b499654e41_0_249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86" name="Google Shape;1786;g3b499654e41_0_249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87" name="Google Shape;1787;g3b499654e41_0_249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88" name="Google Shape;1788;g3b499654e41_0_249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789" name="Google Shape;1789;g3b499654e41_0_249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790" name="Google Shape;1790;g3b499654e41_0_2495"/>
            <p:cNvSpPr/>
            <p:nvPr/>
          </p:nvSpPr>
          <p:spPr>
            <a:xfrm flipH="1" rot="-5400000">
              <a:off x="-642564" y="4073091"/>
              <a:ext cx="2068124" cy="310088"/>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1791" name="Google Shape;1791;g3b499654e41_0_2495"/>
            <p:cNvSpPr/>
            <p:nvPr/>
          </p:nvSpPr>
          <p:spPr>
            <a:xfrm flipH="1">
              <a:off x="8573201" y="-549400"/>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1792" name="Google Shape;1792;g3b499654e41_0_249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793" name="Shape 1793"/>
        <p:cNvGrpSpPr/>
        <p:nvPr/>
      </p:nvGrpSpPr>
      <p:grpSpPr>
        <a:xfrm>
          <a:off x="0" y="0"/>
          <a:ext cx="0" cy="0"/>
          <a:chOff x="0" y="0"/>
          <a:chExt cx="0" cy="0"/>
        </a:xfrm>
      </p:grpSpPr>
      <p:sp>
        <p:nvSpPr>
          <p:cNvPr id="1794" name="Google Shape;1794;g3b499654e41_0_2531"/>
          <p:cNvSpPr txBox="1"/>
          <p:nvPr>
            <p:ph type="title"/>
          </p:nvPr>
        </p:nvSpPr>
        <p:spPr>
          <a:xfrm>
            <a:off x="1022225" y="296549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1795" name="Google Shape;1795;g3b499654e41_0_2531"/>
          <p:cNvSpPr txBox="1"/>
          <p:nvPr>
            <p:ph idx="1" type="subTitle"/>
          </p:nvPr>
        </p:nvSpPr>
        <p:spPr>
          <a:xfrm>
            <a:off x="1022225"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1796" name="Google Shape;1796;g3b499654e41_0_2531"/>
          <p:cNvSpPr txBox="1"/>
          <p:nvPr>
            <p:ph idx="2" type="title"/>
          </p:nvPr>
        </p:nvSpPr>
        <p:spPr>
          <a:xfrm>
            <a:off x="3035252" y="132017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1797" name="Google Shape;1797;g3b499654e41_0_2531"/>
          <p:cNvSpPr txBox="1"/>
          <p:nvPr>
            <p:ph idx="3" type="subTitle"/>
          </p:nvPr>
        </p:nvSpPr>
        <p:spPr>
          <a:xfrm>
            <a:off x="3035252" y="2095118"/>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1798" name="Google Shape;1798;g3b499654e41_0_2531"/>
          <p:cNvSpPr txBox="1"/>
          <p:nvPr>
            <p:ph idx="4" type="title"/>
          </p:nvPr>
        </p:nvSpPr>
        <p:spPr>
          <a:xfrm>
            <a:off x="5048280" y="296549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1799" name="Google Shape;1799;g3b499654e41_0_2531"/>
          <p:cNvSpPr txBox="1"/>
          <p:nvPr>
            <p:ph idx="5" type="subTitle"/>
          </p:nvPr>
        </p:nvSpPr>
        <p:spPr>
          <a:xfrm>
            <a:off x="5048280"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1800" name="Google Shape;1800;g3b499654e41_0_2531"/>
          <p:cNvSpPr/>
          <p:nvPr/>
        </p:nvSpPr>
        <p:spPr>
          <a:xfrm rot="5400000">
            <a:off x="9120511" y="6970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01" name="Google Shape;1801;g3b499654e41_0_2531"/>
          <p:cNvGrpSpPr/>
          <p:nvPr/>
        </p:nvGrpSpPr>
        <p:grpSpPr>
          <a:xfrm>
            <a:off x="-739800" y="415859"/>
            <a:ext cx="10142602" cy="2150259"/>
            <a:chOff x="-739800" y="415859"/>
            <a:chExt cx="10142602" cy="2150259"/>
          </a:xfrm>
        </p:grpSpPr>
        <p:grpSp>
          <p:nvGrpSpPr>
            <p:cNvPr id="1802" name="Google Shape;1802;g3b499654e41_0_2531"/>
            <p:cNvGrpSpPr/>
            <p:nvPr/>
          </p:nvGrpSpPr>
          <p:grpSpPr>
            <a:xfrm rot="5400000">
              <a:off x="8699132" y="-40532"/>
              <a:ext cx="247278" cy="1160061"/>
              <a:chOff x="1463894" y="1434556"/>
              <a:chExt cx="247278" cy="1160061"/>
            </a:xfrm>
          </p:grpSpPr>
          <p:sp>
            <p:nvSpPr>
              <p:cNvPr id="1803" name="Google Shape;1803;g3b499654e41_0_2531"/>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g3b499654e41_0_2531"/>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5" name="Google Shape;1805;g3b499654e41_0_2531"/>
            <p:cNvGrpSpPr/>
            <p:nvPr/>
          </p:nvGrpSpPr>
          <p:grpSpPr>
            <a:xfrm>
              <a:off x="-739800" y="1454775"/>
              <a:ext cx="1111343" cy="1111343"/>
              <a:chOff x="8307725" y="278700"/>
              <a:chExt cx="1111343" cy="1111343"/>
            </a:xfrm>
          </p:grpSpPr>
          <p:sp>
            <p:nvSpPr>
              <p:cNvPr id="1806" name="Google Shape;1806;g3b499654e41_0_253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g3b499654e41_0_253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808" name="Google Shape;1808;g3b499654e41_0_2531"/>
          <p:cNvGrpSpPr/>
          <p:nvPr/>
        </p:nvGrpSpPr>
        <p:grpSpPr>
          <a:xfrm>
            <a:off x="-1303829" y="-3621215"/>
            <a:ext cx="10223939" cy="10252965"/>
            <a:chOff x="-1340979" y="-3183302"/>
            <a:chExt cx="10223939" cy="10252965"/>
          </a:xfrm>
        </p:grpSpPr>
        <p:grpSp>
          <p:nvGrpSpPr>
            <p:cNvPr id="1809" name="Google Shape;1809;g3b499654e41_0_2531"/>
            <p:cNvGrpSpPr/>
            <p:nvPr/>
          </p:nvGrpSpPr>
          <p:grpSpPr>
            <a:xfrm>
              <a:off x="1836073" y="2152994"/>
              <a:ext cx="7046888" cy="4916668"/>
              <a:chOff x="1836073" y="2152994"/>
              <a:chExt cx="7046888" cy="4916668"/>
            </a:xfrm>
          </p:grpSpPr>
          <p:grpSp>
            <p:nvGrpSpPr>
              <p:cNvPr id="1810" name="Google Shape;1810;g3b499654e41_0_2531"/>
              <p:cNvGrpSpPr/>
              <p:nvPr/>
            </p:nvGrpSpPr>
            <p:grpSpPr>
              <a:xfrm rot="10800000">
                <a:off x="8201744" y="2152994"/>
                <a:ext cx="681216" cy="3360486"/>
                <a:chOff x="1337800" y="-2525590"/>
                <a:chExt cx="1498167" cy="7390555"/>
              </a:xfrm>
            </p:grpSpPr>
            <p:cxnSp>
              <p:nvCxnSpPr>
                <p:cNvPr id="1811" name="Google Shape;1811;g3b499654e41_0_253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1812" name="Google Shape;1812;g3b499654e41_0_253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1813" name="Google Shape;1813;g3b499654e41_0_253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4" name="Google Shape;1814;g3b499654e41_0_2531"/>
              <p:cNvGrpSpPr/>
              <p:nvPr/>
            </p:nvGrpSpPr>
            <p:grpSpPr>
              <a:xfrm flipH="1" rot="5400000">
                <a:off x="2496963" y="3858153"/>
                <a:ext cx="2550619" cy="3872400"/>
                <a:chOff x="1857762" y="2762827"/>
                <a:chExt cx="2550619" cy="3872400"/>
              </a:xfrm>
            </p:grpSpPr>
            <p:cxnSp>
              <p:nvCxnSpPr>
                <p:cNvPr id="1815" name="Google Shape;1815;g3b499654e41_0_2531"/>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816" name="Google Shape;1816;g3b499654e41_0_2531"/>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817" name="Google Shape;1817;g3b499654e41_0_2531"/>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18" name="Google Shape;1818;g3b499654e41_0_2531"/>
            <p:cNvSpPr/>
            <p:nvPr/>
          </p:nvSpPr>
          <p:spPr>
            <a:xfrm flipH="1" rot="-5400000">
              <a:off x="229850" y="-2095662"/>
              <a:ext cx="1197198" cy="4338856"/>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1819" name="Google Shape;1819;g3b499654e41_0_2531"/>
            <p:cNvGrpSpPr/>
            <p:nvPr/>
          </p:nvGrpSpPr>
          <p:grpSpPr>
            <a:xfrm rot="-5400000">
              <a:off x="1113139" y="743909"/>
              <a:ext cx="493320" cy="357312"/>
              <a:chOff x="1722354" y="229144"/>
              <a:chExt cx="1748743" cy="1266614"/>
            </a:xfrm>
          </p:grpSpPr>
          <p:sp>
            <p:nvSpPr>
              <p:cNvPr id="1820" name="Google Shape;1820;g3b499654e41_0_253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g3b499654e41_0_253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22" name="Google Shape;1822;g3b499654e41_0_2531"/>
            <p:cNvGrpSpPr/>
            <p:nvPr/>
          </p:nvGrpSpPr>
          <p:grpSpPr>
            <a:xfrm rot="5400000">
              <a:off x="-1009099" y="-1561400"/>
              <a:ext cx="3859204" cy="615399"/>
              <a:chOff x="-6675" y="307100"/>
              <a:chExt cx="9140700" cy="4634025"/>
            </a:xfrm>
          </p:grpSpPr>
          <p:cxnSp>
            <p:nvCxnSpPr>
              <p:cNvPr id="1823" name="Google Shape;1823;g3b499654e41_0_2531"/>
              <p:cNvCxnSpPr/>
              <p:nvPr/>
            </p:nvCxnSpPr>
            <p:spPr>
              <a:xfrm>
                <a:off x="-6675" y="30710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24" name="Google Shape;1824;g3b499654e41_0_2531"/>
              <p:cNvCxnSpPr/>
              <p:nvPr/>
            </p:nvCxnSpPr>
            <p:spPr>
              <a:xfrm>
                <a:off x="-6675" y="133688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25" name="Google Shape;1825;g3b499654e41_0_2531"/>
              <p:cNvCxnSpPr/>
              <p:nvPr/>
            </p:nvCxnSpPr>
            <p:spPr>
              <a:xfrm>
                <a:off x="-6675" y="82199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26" name="Google Shape;1826;g3b499654e41_0_2531"/>
              <p:cNvCxnSpPr/>
              <p:nvPr/>
            </p:nvCxnSpPr>
            <p:spPr>
              <a:xfrm>
                <a:off x="-6675" y="1851775"/>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27" name="Google Shape;1827;g3b499654e41_0_2531"/>
              <p:cNvCxnSpPr/>
              <p:nvPr/>
            </p:nvCxnSpPr>
            <p:spPr>
              <a:xfrm>
                <a:off x="-6675" y="2366667"/>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28" name="Google Shape;1828;g3b499654e41_0_2531"/>
              <p:cNvCxnSpPr/>
              <p:nvPr/>
            </p:nvCxnSpPr>
            <p:spPr>
              <a:xfrm>
                <a:off x="-6675" y="2881558"/>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29" name="Google Shape;1829;g3b499654e41_0_2531"/>
              <p:cNvCxnSpPr/>
              <p:nvPr/>
            </p:nvCxnSpPr>
            <p:spPr>
              <a:xfrm>
                <a:off x="-6675" y="339645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30" name="Google Shape;1830;g3b499654e41_0_2531"/>
              <p:cNvCxnSpPr/>
              <p:nvPr/>
            </p:nvCxnSpPr>
            <p:spPr>
              <a:xfrm>
                <a:off x="-6675" y="391134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31" name="Google Shape;1831;g3b499654e41_0_2531"/>
              <p:cNvCxnSpPr/>
              <p:nvPr/>
            </p:nvCxnSpPr>
            <p:spPr>
              <a:xfrm>
                <a:off x="-6675" y="442623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1832" name="Google Shape;1832;g3b499654e41_0_2531"/>
              <p:cNvCxnSpPr/>
              <p:nvPr/>
            </p:nvCxnSpPr>
            <p:spPr>
              <a:xfrm>
                <a:off x="-6675" y="4941125"/>
                <a:ext cx="9140700" cy="0"/>
              </a:xfrm>
              <a:prstGeom prst="straightConnector1">
                <a:avLst/>
              </a:prstGeom>
              <a:noFill/>
              <a:ln cap="flat" cmpd="sng" w="9525">
                <a:solidFill>
                  <a:schemeClr val="accent2"/>
                </a:solidFill>
                <a:prstDash val="solid"/>
                <a:round/>
                <a:headEnd len="sm" w="sm" type="none"/>
                <a:tailEnd len="sm" w="sm" type="none"/>
              </a:ln>
            </p:spPr>
          </p:cxnSp>
        </p:gr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833" name="Shape 1833"/>
        <p:cNvGrpSpPr/>
        <p:nvPr/>
      </p:nvGrpSpPr>
      <p:grpSpPr>
        <a:xfrm>
          <a:off x="0" y="0"/>
          <a:ext cx="0" cy="0"/>
          <a:chOff x="0" y="0"/>
          <a:chExt cx="0" cy="0"/>
        </a:xfrm>
      </p:grpSpPr>
      <p:sp>
        <p:nvSpPr>
          <p:cNvPr id="1834" name="Google Shape;1834;g3b499654e41_0_257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835" name="Google Shape;1835;g3b499654e41_0_2571"/>
          <p:cNvGrpSpPr/>
          <p:nvPr/>
        </p:nvGrpSpPr>
        <p:grpSpPr>
          <a:xfrm>
            <a:off x="998300" y="1868336"/>
            <a:ext cx="7850818" cy="2922793"/>
            <a:chOff x="998300" y="1868336"/>
            <a:chExt cx="7850818" cy="2922793"/>
          </a:xfrm>
        </p:grpSpPr>
        <p:sp>
          <p:nvSpPr>
            <p:cNvPr id="1836" name="Google Shape;1836;g3b499654e41_0_2571"/>
            <p:cNvSpPr/>
            <p:nvPr/>
          </p:nvSpPr>
          <p:spPr>
            <a:xfrm rot="10800000">
              <a:off x="8809062" y="18683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g3b499654e41_0_2571"/>
            <p:cNvSpPr/>
            <p:nvPr/>
          </p:nvSpPr>
          <p:spPr>
            <a:xfrm rot="5400000">
              <a:off x="1198712" y="4550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8" name="Google Shape;1838;g3b499654e41_0_2571"/>
          <p:cNvGrpSpPr/>
          <p:nvPr/>
        </p:nvGrpSpPr>
        <p:grpSpPr>
          <a:xfrm>
            <a:off x="1588038" y="2433589"/>
            <a:ext cx="7438818" cy="2528056"/>
            <a:chOff x="1588038" y="2433589"/>
            <a:chExt cx="7438818" cy="2528056"/>
          </a:xfrm>
        </p:grpSpPr>
        <p:grpSp>
          <p:nvGrpSpPr>
            <p:cNvPr id="1839" name="Google Shape;1839;g3b499654e41_0_2571"/>
            <p:cNvGrpSpPr/>
            <p:nvPr/>
          </p:nvGrpSpPr>
          <p:grpSpPr>
            <a:xfrm>
              <a:off x="8849114" y="2433589"/>
              <a:ext cx="177741" cy="1555069"/>
              <a:chOff x="8535452" y="862252"/>
              <a:chExt cx="177741" cy="1555069"/>
            </a:xfrm>
          </p:grpSpPr>
          <p:sp>
            <p:nvSpPr>
              <p:cNvPr id="1840" name="Google Shape;1840;g3b499654e41_0_2571"/>
              <p:cNvSpPr/>
              <p:nvPr/>
            </p:nvSpPr>
            <p:spPr>
              <a:xfrm rot="10800000">
                <a:off x="8670077" y="862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g3b499654e41_0_2571"/>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2" name="Google Shape;1842;g3b499654e41_0_2571"/>
            <p:cNvGrpSpPr/>
            <p:nvPr/>
          </p:nvGrpSpPr>
          <p:grpSpPr>
            <a:xfrm rot="5400000">
              <a:off x="1804739" y="4491002"/>
              <a:ext cx="253941" cy="687344"/>
              <a:chOff x="8459252" y="1335702"/>
              <a:chExt cx="253941" cy="687344"/>
            </a:xfrm>
          </p:grpSpPr>
          <p:sp>
            <p:nvSpPr>
              <p:cNvPr id="1843" name="Google Shape;1843;g3b499654e41_0_2571"/>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g3b499654e41_0_2571"/>
              <p:cNvSpPr/>
              <p:nvPr/>
            </p:nvSpPr>
            <p:spPr>
              <a:xfrm rot="10800000">
                <a:off x="84592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45" name="Google Shape;1845;g3b499654e41_0_257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46" name="Google Shape;1846;g3b499654e41_0_2571"/>
          <p:cNvGrpSpPr/>
          <p:nvPr/>
        </p:nvGrpSpPr>
        <p:grpSpPr>
          <a:xfrm>
            <a:off x="-1189524" y="-111325"/>
            <a:ext cx="10408499" cy="5362150"/>
            <a:chOff x="-1189524" y="-111325"/>
            <a:chExt cx="10408499" cy="5362150"/>
          </a:xfrm>
        </p:grpSpPr>
        <p:grpSp>
          <p:nvGrpSpPr>
            <p:cNvPr id="1847" name="Google Shape;1847;g3b499654e41_0_2571"/>
            <p:cNvGrpSpPr/>
            <p:nvPr/>
          </p:nvGrpSpPr>
          <p:grpSpPr>
            <a:xfrm>
              <a:off x="-1189524" y="-111325"/>
              <a:ext cx="10408499" cy="5362150"/>
              <a:chOff x="-1189524" y="-111325"/>
              <a:chExt cx="10408499" cy="5362150"/>
            </a:xfrm>
          </p:grpSpPr>
          <p:sp>
            <p:nvSpPr>
              <p:cNvPr id="1848" name="Google Shape;1848;g3b499654e41_0_2571"/>
              <p:cNvSpPr/>
              <p:nvPr/>
            </p:nvSpPr>
            <p:spPr>
              <a:xfrm>
                <a:off x="8138725" y="-111325"/>
                <a:ext cx="1080250" cy="3643550"/>
              </a:xfrm>
              <a:custGeom>
                <a:rect b="b" l="l" r="r" t="t"/>
                <a:pathLst>
                  <a:path extrusionOk="0" h="145742" w="43210">
                    <a:moveTo>
                      <a:pt x="43210" y="145742"/>
                    </a:moveTo>
                    <a:lnTo>
                      <a:pt x="19027" y="121559"/>
                    </a:lnTo>
                    <a:lnTo>
                      <a:pt x="19027" y="73316"/>
                    </a:lnTo>
                    <a:lnTo>
                      <a:pt x="29523" y="62820"/>
                    </a:lnTo>
                    <a:lnTo>
                      <a:pt x="29523" y="27405"/>
                    </a:lnTo>
                    <a:lnTo>
                      <a:pt x="2117" y="0"/>
                    </a:lnTo>
                    <a:lnTo>
                      <a:pt x="0" y="2117"/>
                    </a:lnTo>
                  </a:path>
                </a:pathLst>
              </a:custGeom>
              <a:noFill/>
              <a:ln cap="flat" cmpd="sng" w="9525">
                <a:solidFill>
                  <a:schemeClr val="accent1"/>
                </a:solidFill>
                <a:prstDash val="solid"/>
                <a:round/>
                <a:headEnd len="sm" w="sm" type="none"/>
                <a:tailEnd len="sm" w="sm" type="none"/>
              </a:ln>
            </p:spPr>
          </p:sp>
          <p:sp>
            <p:nvSpPr>
              <p:cNvPr id="1849" name="Google Shape;1849;g3b499654e41_0_2571"/>
              <p:cNvSpPr/>
              <p:nvPr/>
            </p:nvSpPr>
            <p:spPr>
              <a:xfrm>
                <a:off x="340625" y="2654525"/>
                <a:ext cx="340625" cy="2596300"/>
              </a:xfrm>
              <a:custGeom>
                <a:rect b="b" l="l" r="r" t="t"/>
                <a:pathLst>
                  <a:path extrusionOk="0" h="103852" w="13625">
                    <a:moveTo>
                      <a:pt x="13625" y="103852"/>
                    </a:moveTo>
                    <a:lnTo>
                      <a:pt x="13625" y="82738"/>
                    </a:lnTo>
                    <a:lnTo>
                      <a:pt x="0" y="69112"/>
                    </a:lnTo>
                    <a:lnTo>
                      <a:pt x="0" y="0"/>
                    </a:lnTo>
                  </a:path>
                </a:pathLst>
              </a:custGeom>
              <a:noFill/>
              <a:ln cap="flat" cmpd="sng" w="9525">
                <a:solidFill>
                  <a:schemeClr val="accent1"/>
                </a:solidFill>
                <a:prstDash val="solid"/>
                <a:round/>
                <a:headEnd len="sm" w="sm" type="none"/>
                <a:tailEnd len="sm" w="sm" type="none"/>
              </a:ln>
            </p:spPr>
          </p:sp>
          <p:grpSp>
            <p:nvGrpSpPr>
              <p:cNvPr id="1850" name="Google Shape;1850;g3b499654e41_0_2571"/>
              <p:cNvGrpSpPr/>
              <p:nvPr/>
            </p:nvGrpSpPr>
            <p:grpSpPr>
              <a:xfrm>
                <a:off x="-1189524" y="3454366"/>
                <a:ext cx="1530153" cy="273510"/>
                <a:chOff x="-6675" y="2881558"/>
                <a:chExt cx="9140700" cy="2059567"/>
              </a:xfrm>
            </p:grpSpPr>
            <p:cxnSp>
              <p:nvCxnSpPr>
                <p:cNvPr id="1851" name="Google Shape;1851;g3b499654e41_0_257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52" name="Google Shape;1852;g3b499654e41_0_257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53" name="Google Shape;1853;g3b499654e41_0_257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54" name="Google Shape;1854;g3b499654e41_0_257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55" name="Google Shape;1855;g3b499654e41_0_257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856" name="Google Shape;1856;g3b499654e41_0_2571"/>
            <p:cNvGrpSpPr/>
            <p:nvPr/>
          </p:nvGrpSpPr>
          <p:grpSpPr>
            <a:xfrm rot="5400000">
              <a:off x="2331733" y="4765920"/>
              <a:ext cx="493320" cy="357312"/>
              <a:chOff x="1722354" y="229144"/>
              <a:chExt cx="1748743" cy="1266614"/>
            </a:xfrm>
          </p:grpSpPr>
          <p:sp>
            <p:nvSpPr>
              <p:cNvPr id="1857" name="Google Shape;1857;g3b499654e41_0_257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g3b499654e41_0_257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859" name="Shape 1859"/>
        <p:cNvGrpSpPr/>
        <p:nvPr/>
      </p:nvGrpSpPr>
      <p:grpSpPr>
        <a:xfrm>
          <a:off x="0" y="0"/>
          <a:ext cx="0" cy="0"/>
          <a:chOff x="0" y="0"/>
          <a:chExt cx="0" cy="0"/>
        </a:xfrm>
      </p:grpSpPr>
      <p:sp>
        <p:nvSpPr>
          <p:cNvPr id="1860" name="Google Shape;1860;g3b499654e41_0_259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861" name="Google Shape;1861;g3b499654e41_0_2597"/>
          <p:cNvGrpSpPr/>
          <p:nvPr/>
        </p:nvGrpSpPr>
        <p:grpSpPr>
          <a:xfrm>
            <a:off x="-116589" y="2639527"/>
            <a:ext cx="8996157" cy="1843388"/>
            <a:chOff x="-116589" y="2639527"/>
            <a:chExt cx="8996157" cy="1843388"/>
          </a:xfrm>
        </p:grpSpPr>
        <p:sp>
          <p:nvSpPr>
            <p:cNvPr id="1862" name="Google Shape;1862;g3b499654e41_0_2597"/>
            <p:cNvSpPr/>
            <p:nvPr/>
          </p:nvSpPr>
          <p:spPr>
            <a:xfrm flipH="1" rot="-5400000">
              <a:off x="399500" y="42238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g3b499654e41_0_2597"/>
            <p:cNvSpPr/>
            <p:nvPr/>
          </p:nvSpPr>
          <p:spPr>
            <a:xfrm flipH="1" rot="-5400000">
              <a:off x="99350" y="405013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64" name="Google Shape;1864;g3b499654e41_0_2597"/>
            <p:cNvGrpSpPr/>
            <p:nvPr/>
          </p:nvGrpSpPr>
          <p:grpSpPr>
            <a:xfrm flipH="1" rot="10800000">
              <a:off x="8672677" y="2639527"/>
              <a:ext cx="206891" cy="766144"/>
              <a:chOff x="8650702" y="3525402"/>
              <a:chExt cx="206891" cy="766144"/>
            </a:xfrm>
          </p:grpSpPr>
          <p:sp>
            <p:nvSpPr>
              <p:cNvPr id="1865" name="Google Shape;1865;g3b499654e41_0_2597"/>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g3b499654e41_0_2597"/>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867" name="Google Shape;1867;g3b499654e41_0_2597"/>
          <p:cNvGrpSpPr/>
          <p:nvPr/>
        </p:nvGrpSpPr>
        <p:grpSpPr>
          <a:xfrm>
            <a:off x="2729174" y="3358511"/>
            <a:ext cx="6150396" cy="1485586"/>
            <a:chOff x="2729174" y="3358511"/>
            <a:chExt cx="6150396" cy="1485586"/>
          </a:xfrm>
        </p:grpSpPr>
        <p:sp>
          <p:nvSpPr>
            <p:cNvPr id="1868" name="Google Shape;1868;g3b499654e41_0_2597"/>
            <p:cNvSpPr/>
            <p:nvPr/>
          </p:nvSpPr>
          <p:spPr>
            <a:xfrm flipH="1" rot="5400000">
              <a:off x="2929586" y="46036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g3b499654e41_0_2597"/>
            <p:cNvSpPr/>
            <p:nvPr/>
          </p:nvSpPr>
          <p:spPr>
            <a:xfrm flipH="1" rot="10800000">
              <a:off x="8839514" y="3358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0" name="Google Shape;1870;g3b499654e41_0_2597"/>
          <p:cNvGrpSpPr/>
          <p:nvPr/>
        </p:nvGrpSpPr>
        <p:grpSpPr>
          <a:xfrm>
            <a:off x="-1381309" y="-1875175"/>
            <a:ext cx="10981145" cy="7138446"/>
            <a:chOff x="-1381309" y="-1875175"/>
            <a:chExt cx="10981145" cy="7138446"/>
          </a:xfrm>
        </p:grpSpPr>
        <p:sp>
          <p:nvSpPr>
            <p:cNvPr id="1871" name="Google Shape;1871;g3b499654e41_0_2597"/>
            <p:cNvSpPr/>
            <p:nvPr/>
          </p:nvSpPr>
          <p:spPr>
            <a:xfrm flipH="1" rot="10800000">
              <a:off x="-1381309" y="4693337"/>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872" name="Google Shape;1872;g3b499654e41_0_2597"/>
            <p:cNvGrpSpPr/>
            <p:nvPr/>
          </p:nvGrpSpPr>
          <p:grpSpPr>
            <a:xfrm>
              <a:off x="8229051" y="-1875175"/>
              <a:ext cx="1370785" cy="4060575"/>
              <a:chOff x="8229051" y="-1875175"/>
              <a:chExt cx="1370785" cy="4060575"/>
            </a:xfrm>
          </p:grpSpPr>
          <p:grpSp>
            <p:nvGrpSpPr>
              <p:cNvPr id="1873" name="Google Shape;1873;g3b499654e41_0_2597"/>
              <p:cNvGrpSpPr/>
              <p:nvPr/>
            </p:nvGrpSpPr>
            <p:grpSpPr>
              <a:xfrm>
                <a:off x="8229051" y="-1875175"/>
                <a:ext cx="914953" cy="4060575"/>
                <a:chOff x="8229051" y="-1875175"/>
                <a:chExt cx="914953" cy="4060575"/>
              </a:xfrm>
            </p:grpSpPr>
            <p:grpSp>
              <p:nvGrpSpPr>
                <p:cNvPr id="1874" name="Google Shape;1874;g3b499654e41_0_2597"/>
                <p:cNvGrpSpPr/>
                <p:nvPr/>
              </p:nvGrpSpPr>
              <p:grpSpPr>
                <a:xfrm rot="-5400000">
                  <a:off x="8480363" y="1760084"/>
                  <a:ext cx="493320" cy="357312"/>
                  <a:chOff x="1722354" y="229144"/>
                  <a:chExt cx="1748743" cy="1266614"/>
                </a:xfrm>
              </p:grpSpPr>
              <p:sp>
                <p:nvSpPr>
                  <p:cNvPr id="1875" name="Google Shape;1875;g3b499654e41_0_259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g3b499654e41_0_259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77" name="Google Shape;1877;g3b499654e41_0_2597"/>
                <p:cNvSpPr/>
                <p:nvPr/>
              </p:nvSpPr>
              <p:spPr>
                <a:xfrm>
                  <a:off x="8229051" y="-1875175"/>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grpSp>
            <p:nvGrpSpPr>
              <p:cNvPr id="1878" name="Google Shape;1878;g3b499654e41_0_2597"/>
              <p:cNvGrpSpPr/>
              <p:nvPr/>
            </p:nvGrpSpPr>
            <p:grpSpPr>
              <a:xfrm rot="10800000">
                <a:off x="8634578" y="861418"/>
                <a:ext cx="965258" cy="273510"/>
                <a:chOff x="-6675" y="2881558"/>
                <a:chExt cx="9140700" cy="2059567"/>
              </a:xfrm>
            </p:grpSpPr>
            <p:cxnSp>
              <p:nvCxnSpPr>
                <p:cNvPr id="1879" name="Google Shape;1879;g3b499654e41_0_2597"/>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80" name="Google Shape;1880;g3b499654e41_0_2597"/>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81" name="Google Shape;1881;g3b499654e41_0_2597"/>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82" name="Google Shape;1882;g3b499654e41_0_2597"/>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883" name="Google Shape;1883;g3b499654e41_0_2597"/>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sp>
        <p:nvSpPr>
          <p:cNvPr id="1884" name="Google Shape;1884;g3b499654e41_0_259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885" name="Shape 1885"/>
        <p:cNvGrpSpPr/>
        <p:nvPr/>
      </p:nvGrpSpPr>
      <p:grpSpPr>
        <a:xfrm>
          <a:off x="0" y="0"/>
          <a:ext cx="0" cy="0"/>
          <a:chOff x="0" y="0"/>
          <a:chExt cx="0" cy="0"/>
        </a:xfrm>
      </p:grpSpPr>
      <p:sp>
        <p:nvSpPr>
          <p:cNvPr id="1886" name="Google Shape;1886;g3b499654e41_0_2623"/>
          <p:cNvSpPr txBox="1"/>
          <p:nvPr>
            <p:ph type="title"/>
          </p:nvPr>
        </p:nvSpPr>
        <p:spPr>
          <a:xfrm>
            <a:off x="1098475" y="834600"/>
            <a:ext cx="4448100" cy="97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4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87" name="Google Shape;1887;g3b499654e41_0_2623"/>
          <p:cNvSpPr txBox="1"/>
          <p:nvPr>
            <p:ph idx="1" type="subTitle"/>
          </p:nvPr>
        </p:nvSpPr>
        <p:spPr>
          <a:xfrm>
            <a:off x="1098425" y="1805100"/>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88" name="Google Shape;1888;g3b499654e41_0_2623"/>
          <p:cNvSpPr txBox="1"/>
          <p:nvPr/>
        </p:nvSpPr>
        <p:spPr>
          <a:xfrm>
            <a:off x="1098425" y="3459550"/>
            <a:ext cx="4945800" cy="5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Hanken Grotesk"/>
                <a:ea typeface="Hanken Grotesk"/>
                <a:cs typeface="Hanken Grotesk"/>
                <a:sym typeface="Hanken Grotesk"/>
              </a:rPr>
              <a:t>CREDITS:</a:t>
            </a:r>
            <a:r>
              <a:rPr b="0" i="0" lang="en" sz="1200" u="none" cap="none" strike="noStrike">
                <a:solidFill>
                  <a:schemeClr val="dk1"/>
                </a:solidFill>
                <a:latin typeface="Hanken Grotesk"/>
                <a:ea typeface="Hanken Grotesk"/>
                <a:cs typeface="Hanken Grotesk"/>
                <a:sym typeface="Hanken Grotesk"/>
              </a:rPr>
              <a:t> This presentation template was created by </a:t>
            </a:r>
            <a:r>
              <a:rPr b="1" i="0" lang="en" sz="1200" u="sng" cap="none" strike="noStrike">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b="0" i="0" lang="en" sz="1200" u="none" cap="none" strike="noStrike">
                <a:solidFill>
                  <a:schemeClr val="dk1"/>
                </a:solidFill>
                <a:latin typeface="Hanken Grotesk"/>
                <a:ea typeface="Hanken Grotesk"/>
                <a:cs typeface="Hanken Grotesk"/>
                <a:sym typeface="Hanken Grotesk"/>
              </a:rPr>
              <a:t>, and includes icons by </a:t>
            </a:r>
            <a:r>
              <a:rPr b="1" i="0" lang="en" sz="1200" u="sng" cap="none" strike="noStrike">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b="0" i="0" lang="en" sz="1200" u="none" cap="none" strike="noStrike">
                <a:solidFill>
                  <a:schemeClr val="dk1"/>
                </a:solidFill>
                <a:latin typeface="Hanken Grotesk"/>
                <a:ea typeface="Hanken Grotesk"/>
                <a:cs typeface="Hanken Grotesk"/>
                <a:sym typeface="Hanken Grotesk"/>
              </a:rPr>
              <a:t>, and infographics &amp; images by </a:t>
            </a:r>
            <a:r>
              <a:rPr b="1" i="0" lang="en" sz="1200" u="sng" cap="none" strike="noStrike">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b="0" i="0" lang="en" sz="1200" u="sng" cap="none" strike="noStrike">
                <a:solidFill>
                  <a:schemeClr val="dk1"/>
                </a:solidFill>
                <a:latin typeface="Hanken Grotesk"/>
                <a:ea typeface="Hanken Grotesk"/>
                <a:cs typeface="Hanken Grotesk"/>
                <a:sym typeface="Hanken Grotesk"/>
              </a:rPr>
              <a:t> </a:t>
            </a:r>
            <a:endParaRPr b="1" i="0" sz="1200" u="sng" cap="none" strike="noStrike">
              <a:solidFill>
                <a:schemeClr val="dk1"/>
              </a:solidFill>
              <a:latin typeface="Hanken Grotesk"/>
              <a:ea typeface="Hanken Grotesk"/>
              <a:cs typeface="Hanken Grotesk"/>
              <a:sym typeface="Hanken Grotesk"/>
            </a:endParaRPr>
          </a:p>
        </p:txBody>
      </p:sp>
      <p:sp>
        <p:nvSpPr>
          <p:cNvPr id="1889" name="Google Shape;1889;g3b499654e41_0_2623"/>
          <p:cNvSpPr/>
          <p:nvPr/>
        </p:nvSpPr>
        <p:spPr>
          <a:xfrm rot="5400000">
            <a:off x="8249111" y="1753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90" name="Google Shape;1890;g3b499654e41_0_2623"/>
          <p:cNvGrpSpPr/>
          <p:nvPr/>
        </p:nvGrpSpPr>
        <p:grpSpPr>
          <a:xfrm>
            <a:off x="-563925" y="0"/>
            <a:ext cx="7843827" cy="1111343"/>
            <a:chOff x="-563925" y="0"/>
            <a:chExt cx="7843827" cy="1111343"/>
          </a:xfrm>
        </p:grpSpPr>
        <p:grpSp>
          <p:nvGrpSpPr>
            <p:cNvPr id="1891" name="Google Shape;1891;g3b499654e41_0_2623"/>
            <p:cNvGrpSpPr/>
            <p:nvPr/>
          </p:nvGrpSpPr>
          <p:grpSpPr>
            <a:xfrm rot="5400000">
              <a:off x="6576232" y="-80607"/>
              <a:ext cx="247278" cy="1160061"/>
              <a:chOff x="1463894" y="1434556"/>
              <a:chExt cx="247278" cy="1160061"/>
            </a:xfrm>
          </p:grpSpPr>
          <p:sp>
            <p:nvSpPr>
              <p:cNvPr id="1892" name="Google Shape;1892;g3b499654e41_0_2623"/>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g3b499654e41_0_2623"/>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4" name="Google Shape;1894;g3b499654e41_0_2623"/>
            <p:cNvGrpSpPr/>
            <p:nvPr/>
          </p:nvGrpSpPr>
          <p:grpSpPr>
            <a:xfrm>
              <a:off x="-563925" y="0"/>
              <a:ext cx="1111343" cy="1111343"/>
              <a:chOff x="8307725" y="278700"/>
              <a:chExt cx="1111343" cy="1111343"/>
            </a:xfrm>
          </p:grpSpPr>
          <p:sp>
            <p:nvSpPr>
              <p:cNvPr id="1895" name="Google Shape;1895;g3b499654e41_0_2623"/>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g3b499654e41_0_2623"/>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97" name="Shape 1897"/>
        <p:cNvGrpSpPr/>
        <p:nvPr/>
      </p:nvGrpSpPr>
      <p:grpSpPr>
        <a:xfrm>
          <a:off x="0" y="0"/>
          <a:ext cx="0" cy="0"/>
          <a:chOff x="0" y="0"/>
          <a:chExt cx="0" cy="0"/>
        </a:xfrm>
      </p:grpSpPr>
      <p:grpSp>
        <p:nvGrpSpPr>
          <p:cNvPr id="1898" name="Google Shape;1898;g3b499654e41_0_2635"/>
          <p:cNvGrpSpPr/>
          <p:nvPr/>
        </p:nvGrpSpPr>
        <p:grpSpPr>
          <a:xfrm>
            <a:off x="247028" y="2099252"/>
            <a:ext cx="8667366" cy="1707744"/>
            <a:chOff x="247028" y="2099252"/>
            <a:chExt cx="8667366" cy="1707744"/>
          </a:xfrm>
        </p:grpSpPr>
        <p:sp>
          <p:nvSpPr>
            <p:cNvPr id="1899" name="Google Shape;1899;g3b499654e41_0_2635"/>
            <p:cNvSpPr/>
            <p:nvPr/>
          </p:nvSpPr>
          <p:spPr>
            <a:xfrm flipH="1" rot="10800000">
              <a:off x="410803" y="2099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g3b499654e41_0_2635"/>
            <p:cNvSpPr/>
            <p:nvPr/>
          </p:nvSpPr>
          <p:spPr>
            <a:xfrm flipH="1" rot="10800000">
              <a:off x="247028" y="2390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1" name="Google Shape;1901;g3b499654e41_0_2635"/>
            <p:cNvGrpSpPr/>
            <p:nvPr/>
          </p:nvGrpSpPr>
          <p:grpSpPr>
            <a:xfrm flipH="1">
              <a:off x="8707503" y="3040852"/>
              <a:ext cx="206891" cy="766144"/>
              <a:chOff x="8650702" y="3525402"/>
              <a:chExt cx="206891" cy="766144"/>
            </a:xfrm>
          </p:grpSpPr>
          <p:sp>
            <p:nvSpPr>
              <p:cNvPr id="1902" name="Google Shape;1902;g3b499654e41_0_263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g3b499654e41_0_263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904" name="Google Shape;1904;g3b499654e41_0_2635"/>
          <p:cNvGrpSpPr/>
          <p:nvPr/>
        </p:nvGrpSpPr>
        <p:grpSpPr>
          <a:xfrm>
            <a:off x="-796767" y="-1090157"/>
            <a:ext cx="11445399" cy="6549695"/>
            <a:chOff x="-796766" y="-1090157"/>
            <a:chExt cx="11445399" cy="6549695"/>
          </a:xfrm>
        </p:grpSpPr>
        <p:sp>
          <p:nvSpPr>
            <p:cNvPr id="1905" name="Google Shape;1905;g3b499654e41_0_2635"/>
            <p:cNvSpPr/>
            <p:nvPr/>
          </p:nvSpPr>
          <p:spPr>
            <a:xfrm flipH="1" rot="5400000">
              <a:off x="-365574" y="-152135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1906" name="Google Shape;1906;g3b499654e41_0_2635"/>
            <p:cNvGrpSpPr/>
            <p:nvPr/>
          </p:nvGrpSpPr>
          <p:grpSpPr>
            <a:xfrm rot="10800000">
              <a:off x="12" y="108546"/>
              <a:ext cx="493320" cy="357312"/>
              <a:chOff x="1722354" y="229144"/>
              <a:chExt cx="1748743" cy="1266614"/>
            </a:xfrm>
          </p:grpSpPr>
          <p:sp>
            <p:nvSpPr>
              <p:cNvPr id="1907" name="Google Shape;1907;g3b499654e41_0_263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g3b499654e41_0_263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9" name="Google Shape;1909;g3b499654e41_0_2635"/>
            <p:cNvSpPr/>
            <p:nvPr/>
          </p:nvSpPr>
          <p:spPr>
            <a:xfrm flipH="1" rot="-5400000">
              <a:off x="8788045" y="359895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1910" name="Google Shape;1910;g3b499654e41_0_2635"/>
            <p:cNvGrpSpPr/>
            <p:nvPr/>
          </p:nvGrpSpPr>
          <p:grpSpPr>
            <a:xfrm flipH="1" rot="-5400000">
              <a:off x="8489086" y="4163845"/>
              <a:ext cx="493320" cy="357312"/>
              <a:chOff x="1722354" y="229144"/>
              <a:chExt cx="1748743" cy="1266614"/>
            </a:xfrm>
          </p:grpSpPr>
          <p:sp>
            <p:nvSpPr>
              <p:cNvPr id="1911" name="Google Shape;1911;g3b499654e41_0_263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g3b499654e41_0_263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3" name="Google Shape;1913;g3b499654e41_0_2635"/>
            <p:cNvGrpSpPr/>
            <p:nvPr/>
          </p:nvGrpSpPr>
          <p:grpSpPr>
            <a:xfrm flipH="1" rot="5400000">
              <a:off x="765336" y="-239460"/>
              <a:ext cx="965258" cy="273510"/>
              <a:chOff x="-6675" y="2881558"/>
              <a:chExt cx="9140700" cy="2059567"/>
            </a:xfrm>
          </p:grpSpPr>
          <p:cxnSp>
            <p:nvCxnSpPr>
              <p:cNvPr id="1914" name="Google Shape;1914;g3b499654e41_0_263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15" name="Google Shape;1915;g3b499654e41_0_263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16" name="Google Shape;1916;g3b499654e41_0_263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17" name="Google Shape;1917;g3b499654e41_0_263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18" name="Google Shape;1918;g3b499654e41_0_263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1919" name="Google Shape;1919;g3b499654e41_0_2635"/>
          <p:cNvGrpSpPr/>
          <p:nvPr/>
        </p:nvGrpSpPr>
        <p:grpSpPr>
          <a:xfrm>
            <a:off x="248565" y="1658361"/>
            <a:ext cx="8665831" cy="946305"/>
            <a:chOff x="248565" y="1658361"/>
            <a:chExt cx="8665831" cy="946305"/>
          </a:xfrm>
        </p:grpSpPr>
        <p:sp>
          <p:nvSpPr>
            <p:cNvPr id="1920" name="Google Shape;1920;g3b499654e41_0_2635"/>
            <p:cNvSpPr/>
            <p:nvPr/>
          </p:nvSpPr>
          <p:spPr>
            <a:xfrm flipH="1" rot="10800000">
              <a:off x="248565" y="16583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g3b499654e41_0_2635"/>
            <p:cNvSpPr/>
            <p:nvPr/>
          </p:nvSpPr>
          <p:spPr>
            <a:xfrm flipH="1">
              <a:off x="8874340" y="21637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22" name="Google Shape;1922;g3b499654e41_0_263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923" name="Shape 1923"/>
        <p:cNvGrpSpPr/>
        <p:nvPr/>
      </p:nvGrpSpPr>
      <p:grpSpPr>
        <a:xfrm>
          <a:off x="0" y="0"/>
          <a:ext cx="0" cy="0"/>
          <a:chOff x="0" y="0"/>
          <a:chExt cx="0" cy="0"/>
        </a:xfrm>
      </p:grpSpPr>
      <p:grpSp>
        <p:nvGrpSpPr>
          <p:cNvPr id="1924" name="Google Shape;1924;g3b499654e41_0_2661"/>
          <p:cNvGrpSpPr/>
          <p:nvPr/>
        </p:nvGrpSpPr>
        <p:grpSpPr>
          <a:xfrm>
            <a:off x="248752" y="491529"/>
            <a:ext cx="8669349" cy="4596267"/>
            <a:chOff x="188277" y="445029"/>
            <a:chExt cx="8669349" cy="4596267"/>
          </a:xfrm>
        </p:grpSpPr>
        <p:sp>
          <p:nvSpPr>
            <p:cNvPr id="1925" name="Google Shape;1925;g3b499654e41_0_2661"/>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g3b499654e41_0_2661"/>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7" name="Google Shape;1927;g3b499654e41_0_2661"/>
            <p:cNvGrpSpPr/>
            <p:nvPr/>
          </p:nvGrpSpPr>
          <p:grpSpPr>
            <a:xfrm>
              <a:off x="188277" y="4275152"/>
              <a:ext cx="206891" cy="766144"/>
              <a:chOff x="8650702" y="3525402"/>
              <a:chExt cx="206891" cy="766144"/>
            </a:xfrm>
          </p:grpSpPr>
          <p:sp>
            <p:nvSpPr>
              <p:cNvPr id="1928" name="Google Shape;1928;g3b499654e41_0_2661"/>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g3b499654e41_0_2661"/>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930" name="Google Shape;1930;g3b499654e41_0_2661"/>
          <p:cNvGrpSpPr/>
          <p:nvPr/>
        </p:nvGrpSpPr>
        <p:grpSpPr>
          <a:xfrm>
            <a:off x="315625" y="1279781"/>
            <a:ext cx="8602485" cy="1562435"/>
            <a:chOff x="174750" y="1380581"/>
            <a:chExt cx="8602485" cy="1562435"/>
          </a:xfrm>
        </p:grpSpPr>
        <p:sp>
          <p:nvSpPr>
            <p:cNvPr id="1931" name="Google Shape;1931;g3b499654e41_0_2661"/>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g3b499654e41_0_2661"/>
            <p:cNvSpPr/>
            <p:nvPr/>
          </p:nvSpPr>
          <p:spPr>
            <a:xfrm rot="10800000">
              <a:off x="174750" y="25021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3" name="Google Shape;1933;g3b499654e41_0_2661"/>
          <p:cNvGrpSpPr/>
          <p:nvPr/>
        </p:nvGrpSpPr>
        <p:grpSpPr>
          <a:xfrm>
            <a:off x="355674" y="-567309"/>
            <a:ext cx="8751501" cy="5946659"/>
            <a:chOff x="251624" y="-534009"/>
            <a:chExt cx="8751501" cy="5946659"/>
          </a:xfrm>
        </p:grpSpPr>
        <p:grpSp>
          <p:nvGrpSpPr>
            <p:cNvPr id="1934" name="Google Shape;1934;g3b499654e41_0_2661"/>
            <p:cNvGrpSpPr/>
            <p:nvPr/>
          </p:nvGrpSpPr>
          <p:grpSpPr>
            <a:xfrm rot="10800000">
              <a:off x="251624" y="3645746"/>
              <a:ext cx="493320" cy="357312"/>
              <a:chOff x="1722354" y="229144"/>
              <a:chExt cx="1748743" cy="1266614"/>
            </a:xfrm>
          </p:grpSpPr>
          <p:sp>
            <p:nvSpPr>
              <p:cNvPr id="1935" name="Google Shape;1935;g3b499654e41_0_266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g3b499654e41_0_266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7" name="Google Shape;1937;g3b499654e41_0_2661"/>
            <p:cNvGrpSpPr/>
            <p:nvPr/>
          </p:nvGrpSpPr>
          <p:grpSpPr>
            <a:xfrm flipH="1" rot="5400000">
              <a:off x="7247711" y="-188135"/>
              <a:ext cx="965258" cy="273510"/>
              <a:chOff x="-6675" y="2881558"/>
              <a:chExt cx="9140700" cy="2059567"/>
            </a:xfrm>
          </p:grpSpPr>
          <p:cxnSp>
            <p:nvCxnSpPr>
              <p:cNvPr id="1938" name="Google Shape;1938;g3b499654e41_0_266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39" name="Google Shape;1939;g3b499654e41_0_266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40" name="Google Shape;1940;g3b499654e41_0_266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41" name="Google Shape;1941;g3b499654e41_0_266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42" name="Google Shape;1942;g3b499654e41_0_266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943" name="Google Shape;1943;g3b499654e41_0_2661"/>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1944" name="Google Shape;1944;g3b499654e41_0_2661"/>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sp>
        <p:nvSpPr>
          <p:cNvPr id="1945" name="Google Shape;1945;g3b499654e41_0_266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49" name="Shape 1949"/>
        <p:cNvGrpSpPr/>
        <p:nvPr/>
      </p:nvGrpSpPr>
      <p:grpSpPr>
        <a:xfrm>
          <a:off x="0" y="0"/>
          <a:ext cx="0" cy="0"/>
          <a:chOff x="0" y="0"/>
          <a:chExt cx="0" cy="0"/>
        </a:xfrm>
      </p:grpSpPr>
      <p:sp>
        <p:nvSpPr>
          <p:cNvPr id="1950" name="Google Shape;1950;g3b499654e41_0_348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51" name="Google Shape;1951;g3b499654e41_0_3484"/>
          <p:cNvSpPr txBox="1"/>
          <p:nvPr>
            <p:ph idx="1" type="subTitle"/>
          </p:nvPr>
        </p:nvSpPr>
        <p:spPr>
          <a:xfrm>
            <a:off x="10900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52" name="Google Shape;1952;g3b499654e41_0_3484"/>
          <p:cNvSpPr txBox="1"/>
          <p:nvPr>
            <p:ph idx="2" type="subTitle"/>
          </p:nvPr>
        </p:nvSpPr>
        <p:spPr>
          <a:xfrm>
            <a:off x="3501725"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53" name="Google Shape;1953;g3b499654e41_0_3484"/>
          <p:cNvSpPr txBox="1"/>
          <p:nvPr>
            <p:ph idx="3" type="subTitle"/>
          </p:nvPr>
        </p:nvSpPr>
        <p:spPr>
          <a:xfrm>
            <a:off x="5913431" y="2438273"/>
            <a:ext cx="2260200" cy="15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54" name="Google Shape;1954;g3b499654e41_0_3484"/>
          <p:cNvSpPr txBox="1"/>
          <p:nvPr>
            <p:ph idx="4" type="subTitle"/>
          </p:nvPr>
        </p:nvSpPr>
        <p:spPr>
          <a:xfrm>
            <a:off x="1090025"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955" name="Google Shape;1955;g3b499654e41_0_3484"/>
          <p:cNvSpPr txBox="1"/>
          <p:nvPr>
            <p:ph idx="5" type="subTitle"/>
          </p:nvPr>
        </p:nvSpPr>
        <p:spPr>
          <a:xfrm>
            <a:off x="3501728"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1956" name="Google Shape;1956;g3b499654e41_0_3484"/>
          <p:cNvSpPr txBox="1"/>
          <p:nvPr>
            <p:ph idx="6" type="subTitle"/>
          </p:nvPr>
        </p:nvSpPr>
        <p:spPr>
          <a:xfrm>
            <a:off x="5913432" y="2029925"/>
            <a:ext cx="2260200" cy="480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1957" name="Google Shape;1957;g3b499654e41_0_3484"/>
          <p:cNvGrpSpPr/>
          <p:nvPr/>
        </p:nvGrpSpPr>
        <p:grpSpPr>
          <a:xfrm>
            <a:off x="188277" y="445029"/>
            <a:ext cx="8669349" cy="4596267"/>
            <a:chOff x="188277" y="445029"/>
            <a:chExt cx="8669349" cy="4596267"/>
          </a:xfrm>
        </p:grpSpPr>
        <p:sp>
          <p:nvSpPr>
            <p:cNvPr id="1958" name="Google Shape;1958;g3b499654e41_0_3484"/>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g3b499654e41_0_3484"/>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60" name="Google Shape;1960;g3b499654e41_0_3484"/>
            <p:cNvGrpSpPr/>
            <p:nvPr/>
          </p:nvGrpSpPr>
          <p:grpSpPr>
            <a:xfrm>
              <a:off x="188277" y="4275152"/>
              <a:ext cx="206891" cy="766144"/>
              <a:chOff x="8650702" y="3525402"/>
              <a:chExt cx="206891" cy="766144"/>
            </a:xfrm>
          </p:grpSpPr>
          <p:sp>
            <p:nvSpPr>
              <p:cNvPr id="1961" name="Google Shape;1961;g3b499654e41_0_348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g3b499654e41_0_348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963" name="Google Shape;1963;g3b499654e41_0_3484"/>
          <p:cNvGrpSpPr/>
          <p:nvPr/>
        </p:nvGrpSpPr>
        <p:grpSpPr>
          <a:xfrm>
            <a:off x="478250" y="1380581"/>
            <a:ext cx="8298985" cy="1930685"/>
            <a:chOff x="478250" y="1380581"/>
            <a:chExt cx="8298985" cy="1930685"/>
          </a:xfrm>
        </p:grpSpPr>
        <p:sp>
          <p:nvSpPr>
            <p:cNvPr id="1964" name="Google Shape;1964;g3b499654e41_0_3484"/>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g3b499654e41_0_3484"/>
            <p:cNvSpPr/>
            <p:nvPr/>
          </p:nvSpPr>
          <p:spPr>
            <a:xfrm rot="10800000">
              <a:off x="478250" y="28703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6" name="Google Shape;1966;g3b499654e41_0_3484"/>
          <p:cNvGrpSpPr/>
          <p:nvPr/>
        </p:nvGrpSpPr>
        <p:grpSpPr>
          <a:xfrm>
            <a:off x="260199" y="-534009"/>
            <a:ext cx="8742926" cy="5946659"/>
            <a:chOff x="260199" y="-534009"/>
            <a:chExt cx="8742926" cy="5946659"/>
          </a:xfrm>
        </p:grpSpPr>
        <p:grpSp>
          <p:nvGrpSpPr>
            <p:cNvPr id="1967" name="Google Shape;1967;g3b499654e41_0_3484"/>
            <p:cNvGrpSpPr/>
            <p:nvPr/>
          </p:nvGrpSpPr>
          <p:grpSpPr>
            <a:xfrm flipH="1" rot="5400000">
              <a:off x="7247711" y="-188135"/>
              <a:ext cx="965258" cy="273510"/>
              <a:chOff x="-6675" y="2881558"/>
              <a:chExt cx="9140700" cy="2059567"/>
            </a:xfrm>
          </p:grpSpPr>
          <p:cxnSp>
            <p:nvCxnSpPr>
              <p:cNvPr id="1968" name="Google Shape;1968;g3b499654e41_0_3484"/>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69" name="Google Shape;1969;g3b499654e41_0_3484"/>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70" name="Google Shape;1970;g3b499654e41_0_3484"/>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71" name="Google Shape;1971;g3b499654e41_0_3484"/>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1972" name="Google Shape;1972;g3b499654e41_0_3484"/>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1973" name="Google Shape;1973;g3b499654e41_0_3484"/>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1974" name="Google Shape;1974;g3b499654e41_0_3484"/>
            <p:cNvGrpSpPr/>
            <p:nvPr/>
          </p:nvGrpSpPr>
          <p:grpSpPr>
            <a:xfrm>
              <a:off x="260199" y="3089575"/>
              <a:ext cx="493320" cy="2323075"/>
              <a:chOff x="260199" y="3089575"/>
              <a:chExt cx="493320" cy="2323075"/>
            </a:xfrm>
          </p:grpSpPr>
          <p:grpSp>
            <p:nvGrpSpPr>
              <p:cNvPr id="1975" name="Google Shape;1975;g3b499654e41_0_3484"/>
              <p:cNvGrpSpPr/>
              <p:nvPr/>
            </p:nvGrpSpPr>
            <p:grpSpPr>
              <a:xfrm rot="10800000">
                <a:off x="260199" y="3645746"/>
                <a:ext cx="493320" cy="357312"/>
                <a:chOff x="1722354" y="229144"/>
                <a:chExt cx="1748743" cy="1266614"/>
              </a:xfrm>
            </p:grpSpPr>
            <p:sp>
              <p:nvSpPr>
                <p:cNvPr id="1976" name="Google Shape;1976;g3b499654e41_0_348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g3b499654e41_0_348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78" name="Google Shape;1978;g3b499654e41_0_3484"/>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grpSp>
      <p:sp>
        <p:nvSpPr>
          <p:cNvPr id="1979" name="Google Shape;1979;g3b499654e41_0_348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80" name="Shape 1980"/>
        <p:cNvGrpSpPr/>
        <p:nvPr/>
      </p:nvGrpSpPr>
      <p:grpSpPr>
        <a:xfrm>
          <a:off x="0" y="0"/>
          <a:ext cx="0" cy="0"/>
          <a:chOff x="0" y="0"/>
          <a:chExt cx="0" cy="0"/>
        </a:xfrm>
      </p:grpSpPr>
      <p:sp>
        <p:nvSpPr>
          <p:cNvPr id="1981" name="Google Shape;1981;g3b499654e41_0_3374"/>
          <p:cNvSpPr txBox="1"/>
          <p:nvPr>
            <p:ph type="ctrTitle"/>
          </p:nvPr>
        </p:nvSpPr>
        <p:spPr>
          <a:xfrm>
            <a:off x="1115975" y="1999150"/>
            <a:ext cx="4384800" cy="169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34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982" name="Google Shape;1982;g3b499654e41_0_3374"/>
          <p:cNvSpPr txBox="1"/>
          <p:nvPr>
            <p:ph idx="1" type="subTitle"/>
          </p:nvPr>
        </p:nvSpPr>
        <p:spPr>
          <a:xfrm>
            <a:off x="1115975" y="3719650"/>
            <a:ext cx="4384800" cy="3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983" name="Google Shape;1983;g3b499654e41_0_3374"/>
          <p:cNvGrpSpPr/>
          <p:nvPr/>
        </p:nvGrpSpPr>
        <p:grpSpPr>
          <a:xfrm>
            <a:off x="7612300" y="-540750"/>
            <a:ext cx="1111343" cy="1111343"/>
            <a:chOff x="8307725" y="278700"/>
            <a:chExt cx="1111343" cy="1111343"/>
          </a:xfrm>
        </p:grpSpPr>
        <p:sp>
          <p:nvSpPr>
            <p:cNvPr id="1984" name="Google Shape;1984;g3b499654e41_0_3374"/>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g3b499654e41_0_3374"/>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6" name="Google Shape;1986;g3b499654e41_0_3374"/>
          <p:cNvGrpSpPr/>
          <p:nvPr/>
        </p:nvGrpSpPr>
        <p:grpSpPr>
          <a:xfrm>
            <a:off x="8208698" y="2109318"/>
            <a:ext cx="1160061" cy="247279"/>
            <a:chOff x="8208698" y="2109318"/>
            <a:chExt cx="1160061" cy="247279"/>
          </a:xfrm>
        </p:grpSpPr>
        <p:sp>
          <p:nvSpPr>
            <p:cNvPr id="1987" name="Google Shape;1987;g3b499654e41_0_3374"/>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g3b499654e41_0_3374"/>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9" name="Google Shape;1989;g3b499654e41_0_3374"/>
          <p:cNvGrpSpPr/>
          <p:nvPr/>
        </p:nvGrpSpPr>
        <p:grpSpPr>
          <a:xfrm flipH="1" rot="5400000">
            <a:off x="6933401" y="2759016"/>
            <a:ext cx="2550619" cy="3872400"/>
            <a:chOff x="1857762" y="2762827"/>
            <a:chExt cx="2550619" cy="3872400"/>
          </a:xfrm>
        </p:grpSpPr>
        <p:cxnSp>
          <p:nvCxnSpPr>
            <p:cNvPr id="1990" name="Google Shape;1990;g3b499654e41_0_3374"/>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1991" name="Google Shape;1991;g3b499654e41_0_3374"/>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1992" name="Google Shape;1992;g3b499654e41_0_3374"/>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3" name="Google Shape;1993;g3b499654e41_0_3374"/>
          <p:cNvGrpSpPr/>
          <p:nvPr/>
        </p:nvGrpSpPr>
        <p:grpSpPr>
          <a:xfrm rot="-5400000">
            <a:off x="8388339" y="1273397"/>
            <a:ext cx="493320" cy="357312"/>
            <a:chOff x="1722354" y="229144"/>
            <a:chExt cx="1748743" cy="1266614"/>
          </a:xfrm>
        </p:grpSpPr>
        <p:sp>
          <p:nvSpPr>
            <p:cNvPr id="1994" name="Google Shape;1994;g3b499654e41_0_337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g3b499654e41_0_337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96" name="Shape 1996"/>
        <p:cNvGrpSpPr/>
        <p:nvPr/>
      </p:nvGrpSpPr>
      <p:grpSpPr>
        <a:xfrm>
          <a:off x="0" y="0"/>
          <a:ext cx="0" cy="0"/>
          <a:chOff x="0" y="0"/>
          <a:chExt cx="0" cy="0"/>
        </a:xfrm>
      </p:grpSpPr>
      <p:sp>
        <p:nvSpPr>
          <p:cNvPr id="1997" name="Google Shape;1997;g3b499654e41_0_339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98" name="Google Shape;1998;g3b499654e41_0_3390"/>
          <p:cNvSpPr txBox="1"/>
          <p:nvPr>
            <p:ph idx="2" type="title"/>
          </p:nvPr>
        </p:nvSpPr>
        <p:spPr>
          <a:xfrm>
            <a:off x="3177356" y="1199529"/>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1999" name="Google Shape;1999;g3b499654e41_0_3390"/>
          <p:cNvSpPr txBox="1"/>
          <p:nvPr>
            <p:ph idx="3" type="title"/>
          </p:nvPr>
        </p:nvSpPr>
        <p:spPr>
          <a:xfrm>
            <a:off x="3177356" y="2902621"/>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000" name="Google Shape;2000;g3b499654e41_0_3390"/>
          <p:cNvSpPr txBox="1"/>
          <p:nvPr>
            <p:ph idx="4" type="title"/>
          </p:nvPr>
        </p:nvSpPr>
        <p:spPr>
          <a:xfrm>
            <a:off x="3177356" y="1767226"/>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001" name="Google Shape;2001;g3b499654e41_0_3390"/>
          <p:cNvSpPr txBox="1"/>
          <p:nvPr>
            <p:ph idx="5" type="title"/>
          </p:nvPr>
        </p:nvSpPr>
        <p:spPr>
          <a:xfrm>
            <a:off x="3177356" y="3470319"/>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002" name="Google Shape;2002;g3b499654e41_0_3390"/>
          <p:cNvSpPr txBox="1"/>
          <p:nvPr>
            <p:ph idx="6" type="title"/>
          </p:nvPr>
        </p:nvSpPr>
        <p:spPr>
          <a:xfrm>
            <a:off x="3177356" y="2334924"/>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003" name="Google Shape;2003;g3b499654e41_0_3390"/>
          <p:cNvSpPr txBox="1"/>
          <p:nvPr>
            <p:ph idx="7" type="title"/>
          </p:nvPr>
        </p:nvSpPr>
        <p:spPr>
          <a:xfrm>
            <a:off x="3177356" y="4038016"/>
            <a:ext cx="734700" cy="4938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algn="l">
              <a:lnSpc>
                <a:spcPct val="100000"/>
              </a:lnSpc>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p:txBody>
      </p:sp>
      <p:sp>
        <p:nvSpPr>
          <p:cNvPr id="2004" name="Google Shape;2004;g3b499654e41_0_3390"/>
          <p:cNvSpPr txBox="1"/>
          <p:nvPr>
            <p:ph idx="1" type="subTitle"/>
          </p:nvPr>
        </p:nvSpPr>
        <p:spPr>
          <a:xfrm>
            <a:off x="4010944" y="1201329"/>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05" name="Google Shape;2005;g3b499654e41_0_3390"/>
          <p:cNvSpPr txBox="1"/>
          <p:nvPr>
            <p:ph idx="8" type="subTitle"/>
          </p:nvPr>
        </p:nvSpPr>
        <p:spPr>
          <a:xfrm>
            <a:off x="4010944" y="1769028"/>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06" name="Google Shape;2006;g3b499654e41_0_3390"/>
          <p:cNvSpPr txBox="1"/>
          <p:nvPr>
            <p:ph idx="9" type="subTitle"/>
          </p:nvPr>
        </p:nvSpPr>
        <p:spPr>
          <a:xfrm>
            <a:off x="4010944" y="23367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07" name="Google Shape;2007;g3b499654e41_0_3390"/>
          <p:cNvSpPr txBox="1"/>
          <p:nvPr>
            <p:ph idx="13" type="subTitle"/>
          </p:nvPr>
        </p:nvSpPr>
        <p:spPr>
          <a:xfrm>
            <a:off x="4010941" y="2904427"/>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08" name="Google Shape;2008;g3b499654e41_0_3390"/>
          <p:cNvSpPr txBox="1"/>
          <p:nvPr>
            <p:ph idx="14" type="subTitle"/>
          </p:nvPr>
        </p:nvSpPr>
        <p:spPr>
          <a:xfrm>
            <a:off x="4010941" y="3472126"/>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09" name="Google Shape;2009;g3b499654e41_0_3390"/>
          <p:cNvSpPr txBox="1"/>
          <p:nvPr>
            <p:ph idx="15" type="subTitle"/>
          </p:nvPr>
        </p:nvSpPr>
        <p:spPr>
          <a:xfrm>
            <a:off x="4010941" y="4039825"/>
            <a:ext cx="2717700" cy="4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2010" name="Google Shape;2010;g3b499654e41_0_3390"/>
          <p:cNvGrpSpPr/>
          <p:nvPr/>
        </p:nvGrpSpPr>
        <p:grpSpPr>
          <a:xfrm>
            <a:off x="377427" y="204425"/>
            <a:ext cx="8916118" cy="4541546"/>
            <a:chOff x="377427" y="204425"/>
            <a:chExt cx="8916118" cy="4541546"/>
          </a:xfrm>
        </p:grpSpPr>
        <p:grpSp>
          <p:nvGrpSpPr>
            <p:cNvPr id="2011" name="Google Shape;2011;g3b499654e41_0_3390"/>
            <p:cNvGrpSpPr/>
            <p:nvPr/>
          </p:nvGrpSpPr>
          <p:grpSpPr>
            <a:xfrm>
              <a:off x="377427" y="3968227"/>
              <a:ext cx="200266" cy="777744"/>
              <a:chOff x="8153327" y="353177"/>
              <a:chExt cx="200266" cy="777744"/>
            </a:xfrm>
          </p:grpSpPr>
          <p:sp>
            <p:nvSpPr>
              <p:cNvPr id="2012" name="Google Shape;2012;g3b499654e41_0_3390"/>
              <p:cNvSpPr/>
              <p:nvPr/>
            </p:nvSpPr>
            <p:spPr>
              <a:xfrm rot="10800000">
                <a:off x="8153327" y="6559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g3b499654e41_0_3390"/>
              <p:cNvSpPr/>
              <p:nvPr/>
            </p:nvSpPr>
            <p:spPr>
              <a:xfrm rot="10800000">
                <a:off x="8310477" y="353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4" name="Google Shape;2014;g3b499654e41_0_3390"/>
            <p:cNvGrpSpPr/>
            <p:nvPr/>
          </p:nvGrpSpPr>
          <p:grpSpPr>
            <a:xfrm rot="-5400000">
              <a:off x="8807027" y="2115202"/>
              <a:ext cx="206891" cy="766144"/>
              <a:chOff x="8650702" y="1651177"/>
              <a:chExt cx="206891" cy="766144"/>
            </a:xfrm>
          </p:grpSpPr>
          <p:sp>
            <p:nvSpPr>
              <p:cNvPr id="2015" name="Google Shape;2015;g3b499654e41_0_3390"/>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g3b499654e41_0_3390"/>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7" name="Google Shape;2017;g3b499654e41_0_3390"/>
            <p:cNvGrpSpPr/>
            <p:nvPr/>
          </p:nvGrpSpPr>
          <p:grpSpPr>
            <a:xfrm>
              <a:off x="7437187" y="204425"/>
              <a:ext cx="862215" cy="240599"/>
              <a:chOff x="6903462" y="1158900"/>
              <a:chExt cx="862215" cy="240599"/>
            </a:xfrm>
          </p:grpSpPr>
          <p:sp>
            <p:nvSpPr>
              <p:cNvPr id="2018" name="Google Shape;2018;g3b499654e41_0_3390"/>
              <p:cNvSpPr/>
              <p:nvPr/>
            </p:nvSpPr>
            <p:spPr>
              <a:xfrm flipH="1">
                <a:off x="6903462" y="1158900"/>
                <a:ext cx="240599" cy="240599"/>
              </a:xfrm>
              <a:custGeom>
                <a:rect b="b" l="l" r="r" t="t"/>
                <a:pathLst>
                  <a:path extrusionOk="0" fill="none" h="1784" w="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g3b499654e41_0_3390"/>
              <p:cNvSpPr/>
              <p:nvPr/>
            </p:nvSpPr>
            <p:spPr>
              <a:xfrm flipH="1" rot="5400000">
                <a:off x="7506622" y="10417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20" name="Google Shape;2020;g3b499654e41_0_3390"/>
          <p:cNvGrpSpPr/>
          <p:nvPr/>
        </p:nvGrpSpPr>
        <p:grpSpPr>
          <a:xfrm>
            <a:off x="-556748" y="-57000"/>
            <a:ext cx="10429655" cy="3378450"/>
            <a:chOff x="-556748" y="-57000"/>
            <a:chExt cx="10429655" cy="3378450"/>
          </a:xfrm>
        </p:grpSpPr>
        <p:grpSp>
          <p:nvGrpSpPr>
            <p:cNvPr id="2021" name="Google Shape;2021;g3b499654e41_0_3390"/>
            <p:cNvGrpSpPr/>
            <p:nvPr/>
          </p:nvGrpSpPr>
          <p:grpSpPr>
            <a:xfrm flipH="1">
              <a:off x="8221608" y="1714746"/>
              <a:ext cx="493320" cy="357312"/>
              <a:chOff x="1722354" y="229144"/>
              <a:chExt cx="1748743" cy="1266614"/>
            </a:xfrm>
          </p:grpSpPr>
          <p:sp>
            <p:nvSpPr>
              <p:cNvPr id="2022" name="Google Shape;2022;g3b499654e41_0_339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g3b499654e41_0_339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24" name="Google Shape;2024;g3b499654e41_0_3390"/>
            <p:cNvSpPr/>
            <p:nvPr/>
          </p:nvSpPr>
          <p:spPr>
            <a:xfrm>
              <a:off x="8221600" y="-57000"/>
              <a:ext cx="1027600" cy="3378450"/>
            </a:xfrm>
            <a:custGeom>
              <a:rect b="b" l="l" r="r" t="t"/>
              <a:pathLst>
                <a:path extrusionOk="0" h="135138" w="41104">
                  <a:moveTo>
                    <a:pt x="41104" y="135138"/>
                  </a:moveTo>
                  <a:lnTo>
                    <a:pt x="0" y="111407"/>
                  </a:lnTo>
                  <a:lnTo>
                    <a:pt x="0" y="57500"/>
                  </a:lnTo>
                  <a:lnTo>
                    <a:pt x="12424" y="45076"/>
                  </a:lnTo>
                  <a:lnTo>
                    <a:pt x="12424" y="0"/>
                  </a:lnTo>
                </a:path>
              </a:pathLst>
            </a:custGeom>
            <a:noFill/>
            <a:ln cap="flat" cmpd="sng" w="9525">
              <a:solidFill>
                <a:schemeClr val="accent1"/>
              </a:solidFill>
              <a:prstDash val="solid"/>
              <a:round/>
              <a:headEnd len="sm" w="sm" type="none"/>
              <a:tailEnd len="sm" w="sm" type="none"/>
            </a:ln>
          </p:spPr>
        </p:sp>
        <p:grpSp>
          <p:nvGrpSpPr>
            <p:cNvPr id="2025" name="Google Shape;2025;g3b499654e41_0_3390"/>
            <p:cNvGrpSpPr/>
            <p:nvPr/>
          </p:nvGrpSpPr>
          <p:grpSpPr>
            <a:xfrm>
              <a:off x="8527396" y="539491"/>
              <a:ext cx="1345511" cy="273510"/>
              <a:chOff x="-6675" y="2881558"/>
              <a:chExt cx="9140700" cy="2059567"/>
            </a:xfrm>
          </p:grpSpPr>
          <p:cxnSp>
            <p:nvCxnSpPr>
              <p:cNvPr id="2026" name="Google Shape;2026;g3b499654e41_0_339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27" name="Google Shape;2027;g3b499654e41_0_339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28" name="Google Shape;2028;g3b499654e41_0_339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29" name="Google Shape;2029;g3b499654e41_0_339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30" name="Google Shape;2030;g3b499654e41_0_339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2031" name="Google Shape;2031;g3b499654e41_0_3390"/>
            <p:cNvGrpSpPr/>
            <p:nvPr/>
          </p:nvGrpSpPr>
          <p:grpSpPr>
            <a:xfrm rot="10800000">
              <a:off x="-556748" y="2551974"/>
              <a:ext cx="1029243" cy="273510"/>
              <a:chOff x="-6675" y="2881558"/>
              <a:chExt cx="9140700" cy="2059567"/>
            </a:xfrm>
          </p:grpSpPr>
          <p:cxnSp>
            <p:nvCxnSpPr>
              <p:cNvPr id="2032" name="Google Shape;2032;g3b499654e41_0_3390"/>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33" name="Google Shape;2033;g3b499654e41_0_3390"/>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34" name="Google Shape;2034;g3b499654e41_0_3390"/>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35" name="Google Shape;2035;g3b499654e41_0_3390"/>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36" name="Google Shape;2036;g3b499654e41_0_3390"/>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037" name="Google Shape;2037;g3b499654e41_0_3390"/>
          <p:cNvGrpSpPr/>
          <p:nvPr/>
        </p:nvGrpSpPr>
        <p:grpSpPr>
          <a:xfrm>
            <a:off x="-160350" y="1017736"/>
            <a:ext cx="9034618" cy="1344543"/>
            <a:chOff x="-160350" y="1017736"/>
            <a:chExt cx="9034618" cy="1344543"/>
          </a:xfrm>
        </p:grpSpPr>
        <p:sp>
          <p:nvSpPr>
            <p:cNvPr id="2038" name="Google Shape;2038;g3b499654e41_0_3390"/>
            <p:cNvSpPr/>
            <p:nvPr/>
          </p:nvSpPr>
          <p:spPr>
            <a:xfrm rot="10800000">
              <a:off x="8834212" y="1017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g3b499654e41_0_3390"/>
            <p:cNvSpPr/>
            <p:nvPr/>
          </p:nvSpPr>
          <p:spPr>
            <a:xfrm rot="5400000">
              <a:off x="40062" y="21218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40" name="Google Shape;2040;g3b499654e41_0_3390"/>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41" name="Shape 2041"/>
        <p:cNvGrpSpPr/>
        <p:nvPr/>
      </p:nvGrpSpPr>
      <p:grpSpPr>
        <a:xfrm>
          <a:off x="0" y="0"/>
          <a:ext cx="0" cy="0"/>
          <a:chOff x="0" y="0"/>
          <a:chExt cx="0" cy="0"/>
        </a:xfrm>
      </p:grpSpPr>
      <p:sp>
        <p:nvSpPr>
          <p:cNvPr id="2042" name="Google Shape;2042;g3b499654e41_0_3435"/>
          <p:cNvSpPr txBox="1"/>
          <p:nvPr>
            <p:ph type="title"/>
          </p:nvPr>
        </p:nvSpPr>
        <p:spPr>
          <a:xfrm>
            <a:off x="1136800" y="2325725"/>
            <a:ext cx="3653400" cy="989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43" name="Google Shape;2043;g3b499654e41_0_3435"/>
          <p:cNvSpPr txBox="1"/>
          <p:nvPr>
            <p:ph idx="2" type="title"/>
          </p:nvPr>
        </p:nvSpPr>
        <p:spPr>
          <a:xfrm>
            <a:off x="4790350" y="2279800"/>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grpSp>
        <p:nvGrpSpPr>
          <p:cNvPr id="2044" name="Google Shape;2044;g3b499654e41_0_3435"/>
          <p:cNvGrpSpPr/>
          <p:nvPr/>
        </p:nvGrpSpPr>
        <p:grpSpPr>
          <a:xfrm rot="-5400000">
            <a:off x="3860412" y="-1906049"/>
            <a:ext cx="3859204" cy="615399"/>
            <a:chOff x="-6675" y="307100"/>
            <a:chExt cx="9140700" cy="4634025"/>
          </a:xfrm>
        </p:grpSpPr>
        <p:cxnSp>
          <p:nvCxnSpPr>
            <p:cNvPr id="2045" name="Google Shape;2045;g3b499654e41_0_3435"/>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46" name="Google Shape;2046;g3b499654e41_0_3435"/>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47" name="Google Shape;2047;g3b499654e41_0_3435"/>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48" name="Google Shape;2048;g3b499654e41_0_3435"/>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49" name="Google Shape;2049;g3b499654e41_0_3435"/>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50" name="Google Shape;2050;g3b499654e41_0_343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51" name="Google Shape;2051;g3b499654e41_0_343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52" name="Google Shape;2052;g3b499654e41_0_343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53" name="Google Shape;2053;g3b499654e41_0_343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54" name="Google Shape;2054;g3b499654e41_0_343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2055" name="Google Shape;2055;g3b499654e41_0_3435"/>
          <p:cNvGrpSpPr/>
          <p:nvPr/>
        </p:nvGrpSpPr>
        <p:grpSpPr>
          <a:xfrm>
            <a:off x="-415272" y="538801"/>
            <a:ext cx="7636890" cy="5144942"/>
            <a:chOff x="-415272" y="538801"/>
            <a:chExt cx="7636890" cy="5144942"/>
          </a:xfrm>
        </p:grpSpPr>
        <p:grpSp>
          <p:nvGrpSpPr>
            <p:cNvPr id="2056" name="Google Shape;2056;g3b499654e41_0_3435"/>
            <p:cNvGrpSpPr/>
            <p:nvPr/>
          </p:nvGrpSpPr>
          <p:grpSpPr>
            <a:xfrm>
              <a:off x="6110275" y="4572400"/>
              <a:ext cx="1111343" cy="1111343"/>
              <a:chOff x="8307725" y="278700"/>
              <a:chExt cx="1111343" cy="1111343"/>
            </a:xfrm>
          </p:grpSpPr>
          <p:sp>
            <p:nvSpPr>
              <p:cNvPr id="2057" name="Google Shape;2057;g3b499654e41_0_3435"/>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g3b499654e41_0_3435"/>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9" name="Google Shape;2059;g3b499654e41_0_3435"/>
            <p:cNvGrpSpPr/>
            <p:nvPr/>
          </p:nvGrpSpPr>
          <p:grpSpPr>
            <a:xfrm>
              <a:off x="-415272" y="538801"/>
              <a:ext cx="2027056" cy="586283"/>
              <a:chOff x="-415272" y="538801"/>
              <a:chExt cx="2027056" cy="586283"/>
            </a:xfrm>
          </p:grpSpPr>
          <p:sp>
            <p:nvSpPr>
              <p:cNvPr id="2060" name="Google Shape;2060;g3b499654e41_0_3435"/>
              <p:cNvSpPr/>
              <p:nvPr/>
            </p:nvSpPr>
            <p:spPr>
              <a:xfrm rot="-5400000">
                <a:off x="1352729" y="32286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g3b499654e41_0_3435"/>
              <p:cNvSpPr/>
              <p:nvPr/>
            </p:nvSpPr>
            <p:spPr>
              <a:xfrm rot="-5400000">
                <a:off x="-39071" y="673783"/>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62" name="Shape 2062"/>
        <p:cNvGrpSpPr/>
        <p:nvPr/>
      </p:nvGrpSpPr>
      <p:grpSpPr>
        <a:xfrm>
          <a:off x="0" y="0"/>
          <a:ext cx="0" cy="0"/>
          <a:chOff x="0" y="0"/>
          <a:chExt cx="0" cy="0"/>
        </a:xfrm>
      </p:grpSpPr>
      <p:sp>
        <p:nvSpPr>
          <p:cNvPr id="2063" name="Google Shape;2063;g3b499654e41_0_34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2064" name="Google Shape;2064;g3b499654e41_0_3456"/>
          <p:cNvSpPr txBox="1"/>
          <p:nvPr>
            <p:ph idx="1" type="subTitle"/>
          </p:nvPr>
        </p:nvSpPr>
        <p:spPr>
          <a:xfrm>
            <a:off x="4861824"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65" name="Google Shape;2065;g3b499654e41_0_3456"/>
          <p:cNvSpPr txBox="1"/>
          <p:nvPr>
            <p:ph idx="2" type="subTitle"/>
          </p:nvPr>
        </p:nvSpPr>
        <p:spPr>
          <a:xfrm>
            <a:off x="1671269" y="2438075"/>
            <a:ext cx="2610900" cy="1469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66" name="Google Shape;2066;g3b499654e41_0_3456"/>
          <p:cNvSpPr txBox="1"/>
          <p:nvPr>
            <p:ph idx="3" type="subTitle"/>
          </p:nvPr>
        </p:nvSpPr>
        <p:spPr>
          <a:xfrm>
            <a:off x="1671269"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67" name="Google Shape;2067;g3b499654e41_0_3456"/>
          <p:cNvSpPr txBox="1"/>
          <p:nvPr>
            <p:ph idx="4" type="subTitle"/>
          </p:nvPr>
        </p:nvSpPr>
        <p:spPr>
          <a:xfrm>
            <a:off x="4861831" y="2041650"/>
            <a:ext cx="2610900" cy="48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2068" name="Google Shape;2068;g3b499654e41_0_3456"/>
          <p:cNvGrpSpPr/>
          <p:nvPr/>
        </p:nvGrpSpPr>
        <p:grpSpPr>
          <a:xfrm>
            <a:off x="188277" y="2438079"/>
            <a:ext cx="8669349" cy="1311292"/>
            <a:chOff x="188277" y="2438079"/>
            <a:chExt cx="8669349" cy="1311292"/>
          </a:xfrm>
        </p:grpSpPr>
        <p:sp>
          <p:nvSpPr>
            <p:cNvPr id="2069" name="Google Shape;2069;g3b499654e41_0_3456"/>
            <p:cNvSpPr/>
            <p:nvPr/>
          </p:nvSpPr>
          <p:spPr>
            <a:xfrm rot="10800000">
              <a:off x="8615635" y="29832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g3b499654e41_0_3456"/>
            <p:cNvSpPr/>
            <p:nvPr/>
          </p:nvSpPr>
          <p:spPr>
            <a:xfrm rot="10800000">
              <a:off x="8814510" y="24380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71" name="Google Shape;2071;g3b499654e41_0_3456"/>
            <p:cNvGrpSpPr/>
            <p:nvPr/>
          </p:nvGrpSpPr>
          <p:grpSpPr>
            <a:xfrm>
              <a:off x="188277" y="2983227"/>
              <a:ext cx="206891" cy="766144"/>
              <a:chOff x="8650702" y="3525402"/>
              <a:chExt cx="206891" cy="766144"/>
            </a:xfrm>
          </p:grpSpPr>
          <p:sp>
            <p:nvSpPr>
              <p:cNvPr id="2072" name="Google Shape;2072;g3b499654e41_0_3456"/>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g3b499654e41_0_3456"/>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74" name="Google Shape;2074;g3b499654e41_0_3456"/>
          <p:cNvGrpSpPr/>
          <p:nvPr/>
        </p:nvGrpSpPr>
        <p:grpSpPr>
          <a:xfrm>
            <a:off x="-2835749" y="5"/>
            <a:ext cx="12294865" cy="7634520"/>
            <a:chOff x="-2835749" y="5"/>
            <a:chExt cx="12294865" cy="7634520"/>
          </a:xfrm>
        </p:grpSpPr>
        <p:sp>
          <p:nvSpPr>
            <p:cNvPr id="2075" name="Google Shape;2075;g3b499654e41_0_3456"/>
            <p:cNvSpPr/>
            <p:nvPr/>
          </p:nvSpPr>
          <p:spPr>
            <a:xfrm flipH="1">
              <a:off x="-2835749" y="5"/>
              <a:ext cx="3174344" cy="5036488"/>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2076" name="Google Shape;2076;g3b499654e41_0_3456"/>
            <p:cNvGrpSpPr/>
            <p:nvPr/>
          </p:nvGrpSpPr>
          <p:grpSpPr>
            <a:xfrm rot="10800000">
              <a:off x="29437" y="1468071"/>
              <a:ext cx="493320" cy="357312"/>
              <a:chOff x="2199401" y="229144"/>
              <a:chExt cx="1748743" cy="1266614"/>
            </a:xfrm>
          </p:grpSpPr>
          <p:sp>
            <p:nvSpPr>
              <p:cNvPr id="2077" name="Google Shape;2077;g3b499654e41_0_3456"/>
              <p:cNvSpPr/>
              <p:nvPr/>
            </p:nvSpPr>
            <p:spPr>
              <a:xfrm rot="10800000">
                <a:off x="2716154"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g3b499654e41_0_3456"/>
              <p:cNvSpPr/>
              <p:nvPr/>
            </p:nvSpPr>
            <p:spPr>
              <a:xfrm rot="10800000">
                <a:off x="2199401"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79" name="Google Shape;2079;g3b499654e41_0_3456"/>
            <p:cNvSpPr/>
            <p:nvPr/>
          </p:nvSpPr>
          <p:spPr>
            <a:xfrm>
              <a:off x="8212964" y="3553070"/>
              <a:ext cx="1246152" cy="408145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2080" name="Google Shape;2080;g3b499654e41_0_3456"/>
            <p:cNvGrpSpPr/>
            <p:nvPr/>
          </p:nvGrpSpPr>
          <p:grpSpPr>
            <a:xfrm flipH="1">
              <a:off x="8212963" y="4702316"/>
              <a:ext cx="965258" cy="273510"/>
              <a:chOff x="-6675" y="2881558"/>
              <a:chExt cx="9140700" cy="2059567"/>
            </a:xfrm>
          </p:grpSpPr>
          <p:cxnSp>
            <p:nvCxnSpPr>
              <p:cNvPr id="2081" name="Google Shape;2081;g3b499654e41_0_3456"/>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82" name="Google Shape;2082;g3b499654e41_0_3456"/>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83" name="Google Shape;2083;g3b499654e41_0_3456"/>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84" name="Google Shape;2084;g3b499654e41_0_3456"/>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085" name="Google Shape;2085;g3b499654e41_0_3456"/>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086" name="Google Shape;2086;g3b499654e41_0_3456"/>
          <p:cNvGrpSpPr/>
          <p:nvPr/>
        </p:nvGrpSpPr>
        <p:grpSpPr>
          <a:xfrm>
            <a:off x="342875" y="2524661"/>
            <a:ext cx="8713622" cy="1947138"/>
            <a:chOff x="342875" y="2524661"/>
            <a:chExt cx="8713622" cy="1947138"/>
          </a:xfrm>
        </p:grpSpPr>
        <p:sp>
          <p:nvSpPr>
            <p:cNvPr id="2087" name="Google Shape;2087;g3b499654e41_0_3456"/>
            <p:cNvSpPr/>
            <p:nvPr/>
          </p:nvSpPr>
          <p:spPr>
            <a:xfrm rot="5400000">
              <a:off x="8816029" y="423133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g3b499654e41_0_3456"/>
            <p:cNvSpPr/>
            <p:nvPr/>
          </p:nvSpPr>
          <p:spPr>
            <a:xfrm rot="10800000">
              <a:off x="342875" y="2524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89" name="Google Shape;2089;g3b499654e41_0_345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090" name="Shape 2090"/>
        <p:cNvGrpSpPr/>
        <p:nvPr/>
      </p:nvGrpSpPr>
      <p:grpSpPr>
        <a:xfrm>
          <a:off x="0" y="0"/>
          <a:ext cx="0" cy="0"/>
          <a:chOff x="0" y="0"/>
          <a:chExt cx="0" cy="0"/>
        </a:xfrm>
      </p:grpSpPr>
      <p:sp>
        <p:nvSpPr>
          <p:cNvPr id="2091" name="Google Shape;2091;g3b499654e41_0_35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2092" name="Google Shape;2092;g3b499654e41_0_3515"/>
          <p:cNvSpPr txBox="1"/>
          <p:nvPr>
            <p:ph idx="1" type="subTitle"/>
          </p:nvPr>
        </p:nvSpPr>
        <p:spPr>
          <a:xfrm>
            <a:off x="1253224"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93" name="Google Shape;2093;g3b499654e41_0_3515"/>
          <p:cNvSpPr txBox="1"/>
          <p:nvPr>
            <p:ph idx="2" type="subTitle"/>
          </p:nvPr>
        </p:nvSpPr>
        <p:spPr>
          <a:xfrm>
            <a:off x="5079776" y="17701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94" name="Google Shape;2094;g3b499654e41_0_3515"/>
          <p:cNvSpPr txBox="1"/>
          <p:nvPr>
            <p:ph idx="3" type="subTitle"/>
          </p:nvPr>
        </p:nvSpPr>
        <p:spPr>
          <a:xfrm>
            <a:off x="1253224"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95" name="Google Shape;2095;g3b499654e41_0_3515"/>
          <p:cNvSpPr txBox="1"/>
          <p:nvPr>
            <p:ph idx="4" type="subTitle"/>
          </p:nvPr>
        </p:nvSpPr>
        <p:spPr>
          <a:xfrm>
            <a:off x="5079776" y="328170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96" name="Google Shape;2096;g3b499654e41_0_3515"/>
          <p:cNvSpPr txBox="1"/>
          <p:nvPr>
            <p:ph idx="5" type="subTitle"/>
          </p:nvPr>
        </p:nvSpPr>
        <p:spPr>
          <a:xfrm>
            <a:off x="1253225"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97" name="Google Shape;2097;g3b499654e41_0_3515"/>
          <p:cNvSpPr txBox="1"/>
          <p:nvPr>
            <p:ph idx="6" type="subTitle"/>
          </p:nvPr>
        </p:nvSpPr>
        <p:spPr>
          <a:xfrm>
            <a:off x="1253225"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98" name="Google Shape;2098;g3b499654e41_0_3515"/>
          <p:cNvSpPr txBox="1"/>
          <p:nvPr>
            <p:ph idx="7" type="subTitle"/>
          </p:nvPr>
        </p:nvSpPr>
        <p:spPr>
          <a:xfrm>
            <a:off x="5079750" y="1316050"/>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099" name="Google Shape;2099;g3b499654e41_0_3515"/>
          <p:cNvSpPr txBox="1"/>
          <p:nvPr>
            <p:ph idx="8" type="subTitle"/>
          </p:nvPr>
        </p:nvSpPr>
        <p:spPr>
          <a:xfrm>
            <a:off x="5079750" y="2827725"/>
            <a:ext cx="2811000" cy="516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2100" name="Google Shape;2100;g3b499654e41_0_3515"/>
          <p:cNvGrpSpPr/>
          <p:nvPr/>
        </p:nvGrpSpPr>
        <p:grpSpPr>
          <a:xfrm>
            <a:off x="487075" y="3743424"/>
            <a:ext cx="8733034" cy="1098996"/>
            <a:chOff x="487075" y="3743424"/>
            <a:chExt cx="8733034" cy="1098996"/>
          </a:xfrm>
        </p:grpSpPr>
        <p:sp>
          <p:nvSpPr>
            <p:cNvPr id="2101" name="Google Shape;2101;g3b499654e41_0_3515"/>
            <p:cNvSpPr/>
            <p:nvPr/>
          </p:nvSpPr>
          <p:spPr>
            <a:xfrm rot="5400000">
              <a:off x="8961054" y="37263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g3b499654e41_0_3515"/>
            <p:cNvSpPr/>
            <p:nvPr/>
          </p:nvSpPr>
          <p:spPr>
            <a:xfrm rot="5400000">
              <a:off x="8721654" y="35274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03" name="Google Shape;2103;g3b499654e41_0_3515"/>
            <p:cNvGrpSpPr/>
            <p:nvPr/>
          </p:nvGrpSpPr>
          <p:grpSpPr>
            <a:xfrm rot="5400000">
              <a:off x="766702" y="4355902"/>
              <a:ext cx="206891" cy="766144"/>
              <a:chOff x="8650702" y="3525402"/>
              <a:chExt cx="206891" cy="766144"/>
            </a:xfrm>
          </p:grpSpPr>
          <p:sp>
            <p:nvSpPr>
              <p:cNvPr id="2104" name="Google Shape;2104;g3b499654e41_0_351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g3b499654e41_0_351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06" name="Google Shape;2106;g3b499654e41_0_3515"/>
          <p:cNvGrpSpPr/>
          <p:nvPr/>
        </p:nvGrpSpPr>
        <p:grpSpPr>
          <a:xfrm>
            <a:off x="197650" y="1003129"/>
            <a:ext cx="8689510" cy="2910487"/>
            <a:chOff x="197650" y="1003129"/>
            <a:chExt cx="8689510" cy="2910487"/>
          </a:xfrm>
        </p:grpSpPr>
        <p:sp>
          <p:nvSpPr>
            <p:cNvPr id="2107" name="Google Shape;2107;g3b499654e41_0_3515"/>
            <p:cNvSpPr/>
            <p:nvPr/>
          </p:nvSpPr>
          <p:spPr>
            <a:xfrm>
              <a:off x="8847104" y="10031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g3b499654e41_0_3515"/>
            <p:cNvSpPr/>
            <p:nvPr/>
          </p:nvSpPr>
          <p:spPr>
            <a:xfrm rot="10800000">
              <a:off x="197650" y="3472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9" name="Google Shape;2109;g3b499654e41_0_3515"/>
          <p:cNvGrpSpPr/>
          <p:nvPr/>
        </p:nvGrpSpPr>
        <p:grpSpPr>
          <a:xfrm>
            <a:off x="-30950" y="-166792"/>
            <a:ext cx="9501942" cy="5231668"/>
            <a:chOff x="-30950" y="-166792"/>
            <a:chExt cx="9501942" cy="5231668"/>
          </a:xfrm>
        </p:grpSpPr>
        <p:grpSp>
          <p:nvGrpSpPr>
            <p:cNvPr id="2110" name="Google Shape;2110;g3b499654e41_0_3515"/>
            <p:cNvGrpSpPr/>
            <p:nvPr/>
          </p:nvGrpSpPr>
          <p:grpSpPr>
            <a:xfrm rot="-5400000">
              <a:off x="8362773" y="2998997"/>
              <a:ext cx="493320" cy="357312"/>
              <a:chOff x="1722354" y="229144"/>
              <a:chExt cx="1748743" cy="1266614"/>
            </a:xfrm>
          </p:grpSpPr>
          <p:sp>
            <p:nvSpPr>
              <p:cNvPr id="2111" name="Google Shape;2111;g3b499654e41_0_351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g3b499654e41_0_351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3" name="Google Shape;2113;g3b499654e41_0_3515"/>
            <p:cNvGrpSpPr/>
            <p:nvPr/>
          </p:nvGrpSpPr>
          <p:grpSpPr>
            <a:xfrm flipH="1" rot="10800000">
              <a:off x="8505734" y="1680043"/>
              <a:ext cx="965258" cy="273510"/>
              <a:chOff x="-6675" y="2881558"/>
              <a:chExt cx="9140700" cy="2059567"/>
            </a:xfrm>
          </p:grpSpPr>
          <p:cxnSp>
            <p:nvCxnSpPr>
              <p:cNvPr id="2114" name="Google Shape;2114;g3b499654e41_0_351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15" name="Google Shape;2115;g3b499654e41_0_351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16" name="Google Shape;2116;g3b499654e41_0_351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17" name="Google Shape;2117;g3b499654e41_0_351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18" name="Google Shape;2118;g3b499654e41_0_351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119" name="Google Shape;2119;g3b499654e41_0_3515"/>
            <p:cNvSpPr/>
            <p:nvPr/>
          </p:nvSpPr>
          <p:spPr>
            <a:xfrm rot="5400000">
              <a:off x="7121670" y="121727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2120" name="Google Shape;2120;g3b499654e41_0_3515"/>
            <p:cNvSpPr/>
            <p:nvPr/>
          </p:nvSpPr>
          <p:spPr>
            <a:xfrm>
              <a:off x="-30950" y="2650075"/>
              <a:ext cx="581550" cy="241480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2121" name="Google Shape;2121;g3b499654e41_0_351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22" name="Shape 2122"/>
        <p:cNvGrpSpPr/>
        <p:nvPr/>
      </p:nvGrpSpPr>
      <p:grpSpPr>
        <a:xfrm>
          <a:off x="0" y="0"/>
          <a:ext cx="0" cy="0"/>
          <a:chOff x="0" y="0"/>
          <a:chExt cx="0" cy="0"/>
        </a:xfrm>
      </p:grpSpPr>
      <p:sp>
        <p:nvSpPr>
          <p:cNvPr id="2123" name="Google Shape;2123;g3b499654e41_0_35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124" name="Google Shape;2124;g3b499654e41_0_3547"/>
          <p:cNvGrpSpPr/>
          <p:nvPr/>
        </p:nvGrpSpPr>
        <p:grpSpPr>
          <a:xfrm>
            <a:off x="-918332" y="-1192758"/>
            <a:ext cx="9848837" cy="7993544"/>
            <a:chOff x="-918332" y="-1192756"/>
            <a:chExt cx="9848837" cy="7993544"/>
          </a:xfrm>
        </p:grpSpPr>
        <p:grpSp>
          <p:nvGrpSpPr>
            <p:cNvPr id="2125" name="Google Shape;2125;g3b499654e41_0_3547"/>
            <p:cNvGrpSpPr/>
            <p:nvPr/>
          </p:nvGrpSpPr>
          <p:grpSpPr>
            <a:xfrm flipH="1" rot="5400000">
              <a:off x="-385150" y="4070828"/>
              <a:ext cx="2196777" cy="3263142"/>
              <a:chOff x="308728" y="2619343"/>
              <a:chExt cx="2007289" cy="2981400"/>
            </a:xfrm>
          </p:grpSpPr>
          <p:cxnSp>
            <p:nvCxnSpPr>
              <p:cNvPr id="2126" name="Google Shape;2126;g3b499654e41_0_3547"/>
              <p:cNvCxnSpPr/>
              <p:nvPr/>
            </p:nvCxnSpPr>
            <p:spPr>
              <a:xfrm>
                <a:off x="308728" y="2619343"/>
                <a:ext cx="0" cy="2981400"/>
              </a:xfrm>
              <a:prstGeom prst="straightConnector1">
                <a:avLst/>
              </a:prstGeom>
              <a:noFill/>
              <a:ln cap="flat" cmpd="sng" w="9525">
                <a:solidFill>
                  <a:schemeClr val="accent1"/>
                </a:solidFill>
                <a:prstDash val="solid"/>
                <a:round/>
                <a:headEnd len="sm" w="sm" type="none"/>
                <a:tailEnd len="sm" w="sm" type="none"/>
              </a:ln>
            </p:spPr>
          </p:cxnSp>
          <p:cxnSp>
            <p:nvCxnSpPr>
              <p:cNvPr id="2127" name="Google Shape;2127;g3b499654e41_0_3547"/>
              <p:cNvCxnSpPr/>
              <p:nvPr/>
            </p:nvCxnSpPr>
            <p:spPr>
              <a:xfrm rot="-5400000">
                <a:off x="1795201" y="3757993"/>
                <a:ext cx="357300" cy="346800"/>
              </a:xfrm>
              <a:prstGeom prst="straightConnector1">
                <a:avLst/>
              </a:prstGeom>
              <a:noFill/>
              <a:ln cap="flat" cmpd="sng" w="9525">
                <a:solidFill>
                  <a:schemeClr val="accent1"/>
                </a:solidFill>
                <a:prstDash val="solid"/>
                <a:round/>
                <a:headEnd len="sm" w="sm" type="none"/>
                <a:tailEnd len="sm" w="sm" type="none"/>
              </a:ln>
            </p:spPr>
          </p:cxnSp>
          <p:sp>
            <p:nvSpPr>
              <p:cNvPr id="2128" name="Google Shape;2128;g3b499654e41_0_3547"/>
              <p:cNvSpPr/>
              <p:nvPr/>
            </p:nvSpPr>
            <p:spPr>
              <a:xfrm>
                <a:off x="2122592" y="3591337"/>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29" name="Google Shape;2129;g3b499654e41_0_3547"/>
            <p:cNvGrpSpPr/>
            <p:nvPr/>
          </p:nvGrpSpPr>
          <p:grpSpPr>
            <a:xfrm>
              <a:off x="6549025" y="-95200"/>
              <a:ext cx="2381480" cy="750488"/>
              <a:chOff x="6549025" y="-95200"/>
              <a:chExt cx="2381480" cy="750488"/>
            </a:xfrm>
          </p:grpSpPr>
          <p:grpSp>
            <p:nvGrpSpPr>
              <p:cNvPr id="2130" name="Google Shape;2130;g3b499654e41_0_3547"/>
              <p:cNvGrpSpPr/>
              <p:nvPr/>
            </p:nvGrpSpPr>
            <p:grpSpPr>
              <a:xfrm rot="-5400000">
                <a:off x="8505189" y="229972"/>
                <a:ext cx="493320" cy="357312"/>
                <a:chOff x="1722354" y="229144"/>
                <a:chExt cx="1748743" cy="1266614"/>
              </a:xfrm>
            </p:grpSpPr>
            <p:sp>
              <p:nvSpPr>
                <p:cNvPr id="2131" name="Google Shape;2131;g3b499654e41_0_354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g3b499654e41_0_354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3" name="Google Shape;2133;g3b499654e41_0_3547"/>
              <p:cNvSpPr/>
              <p:nvPr/>
            </p:nvSpPr>
            <p:spPr>
              <a:xfrm>
                <a:off x="6549025" y="-95200"/>
                <a:ext cx="2381475" cy="429625"/>
              </a:xfrm>
              <a:custGeom>
                <a:rect b="b" l="l" r="r" t="t"/>
                <a:pathLst>
                  <a:path extrusionOk="0" h="17185" w="95259">
                    <a:moveTo>
                      <a:pt x="0" y="2455"/>
                    </a:moveTo>
                    <a:lnTo>
                      <a:pt x="14731" y="17185"/>
                    </a:lnTo>
                    <a:lnTo>
                      <a:pt x="65552" y="17185"/>
                    </a:lnTo>
                    <a:lnTo>
                      <a:pt x="72303" y="10434"/>
                    </a:lnTo>
                    <a:lnTo>
                      <a:pt x="95259" y="10434"/>
                    </a:lnTo>
                    <a:lnTo>
                      <a:pt x="95259" y="0"/>
                    </a:lnTo>
                  </a:path>
                </a:pathLst>
              </a:custGeom>
              <a:noFill/>
              <a:ln cap="flat" cmpd="sng" w="9525">
                <a:solidFill>
                  <a:schemeClr val="accent1"/>
                </a:solidFill>
                <a:prstDash val="solid"/>
                <a:round/>
                <a:headEnd len="sm" w="sm" type="none"/>
                <a:tailEnd len="sm" w="sm" type="none"/>
              </a:ln>
            </p:spPr>
          </p:sp>
        </p:grpSp>
        <p:grpSp>
          <p:nvGrpSpPr>
            <p:cNvPr id="2134" name="Google Shape;2134;g3b499654e41_0_3547"/>
            <p:cNvGrpSpPr/>
            <p:nvPr/>
          </p:nvGrpSpPr>
          <p:grpSpPr>
            <a:xfrm rot="5400000">
              <a:off x="6896425" y="-564435"/>
              <a:ext cx="1530153" cy="273510"/>
              <a:chOff x="-6675" y="2881558"/>
              <a:chExt cx="9140700" cy="2059567"/>
            </a:xfrm>
          </p:grpSpPr>
          <p:cxnSp>
            <p:nvCxnSpPr>
              <p:cNvPr id="2135" name="Google Shape;2135;g3b499654e41_0_3547"/>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36" name="Google Shape;2136;g3b499654e41_0_3547"/>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37" name="Google Shape;2137;g3b499654e41_0_3547"/>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38" name="Google Shape;2138;g3b499654e41_0_3547"/>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39" name="Google Shape;2139;g3b499654e41_0_3547"/>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140" name="Google Shape;2140;g3b499654e41_0_3547"/>
          <p:cNvGrpSpPr/>
          <p:nvPr/>
        </p:nvGrpSpPr>
        <p:grpSpPr>
          <a:xfrm>
            <a:off x="302565" y="1262597"/>
            <a:ext cx="9110252" cy="3563616"/>
            <a:chOff x="302565" y="1262597"/>
            <a:chExt cx="9110252" cy="3563616"/>
          </a:xfrm>
        </p:grpSpPr>
        <p:grpSp>
          <p:nvGrpSpPr>
            <p:cNvPr id="2141" name="Google Shape;2141;g3b499654e41_0_3547"/>
            <p:cNvGrpSpPr/>
            <p:nvPr/>
          </p:nvGrpSpPr>
          <p:grpSpPr>
            <a:xfrm rot="5400000">
              <a:off x="-153826" y="4122543"/>
              <a:ext cx="1160061" cy="247279"/>
              <a:chOff x="8000023" y="2164543"/>
              <a:chExt cx="1160061" cy="247279"/>
            </a:xfrm>
          </p:grpSpPr>
          <p:sp>
            <p:nvSpPr>
              <p:cNvPr id="2142" name="Google Shape;2142;g3b499654e41_0_3547"/>
              <p:cNvSpPr/>
              <p:nvPr/>
            </p:nvSpPr>
            <p:spPr>
              <a:xfrm rot="5400000">
                <a:off x="8215962" y="19486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g3b499654e41_0_3547"/>
              <p:cNvSpPr/>
              <p:nvPr/>
            </p:nvSpPr>
            <p:spPr>
              <a:xfrm rot="-5400000">
                <a:off x="8708783" y="19605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4" name="Google Shape;2144;g3b499654e41_0_3547"/>
            <p:cNvGrpSpPr/>
            <p:nvPr/>
          </p:nvGrpSpPr>
          <p:grpSpPr>
            <a:xfrm>
              <a:off x="8578107" y="1262597"/>
              <a:ext cx="834710" cy="226937"/>
              <a:chOff x="8541257" y="2281497"/>
              <a:chExt cx="834710" cy="226937"/>
            </a:xfrm>
          </p:grpSpPr>
          <p:sp>
            <p:nvSpPr>
              <p:cNvPr id="2145" name="Google Shape;2145;g3b499654e41_0_3547"/>
              <p:cNvSpPr/>
              <p:nvPr/>
            </p:nvSpPr>
            <p:spPr>
              <a:xfrm rot="5400000">
                <a:off x="9116912" y="2249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g3b499654e41_0_3547"/>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47" name="Google Shape;2147;g3b499654e41_0_3547"/>
          <p:cNvGrpSpPr/>
          <p:nvPr/>
        </p:nvGrpSpPr>
        <p:grpSpPr>
          <a:xfrm>
            <a:off x="597187" y="977673"/>
            <a:ext cx="8723593" cy="3964768"/>
            <a:chOff x="597187" y="977673"/>
            <a:chExt cx="8723593" cy="3964768"/>
          </a:xfrm>
        </p:grpSpPr>
        <p:sp>
          <p:nvSpPr>
            <p:cNvPr id="2148" name="Google Shape;2148;g3b499654e41_0_3547"/>
            <p:cNvSpPr/>
            <p:nvPr/>
          </p:nvSpPr>
          <p:spPr>
            <a:xfrm rot="5400000">
              <a:off x="9080312" y="7772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g3b499654e41_0_3547"/>
            <p:cNvSpPr/>
            <p:nvPr/>
          </p:nvSpPr>
          <p:spPr>
            <a:xfrm rot="10800000">
              <a:off x="597187" y="45015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50" name="Google Shape;2150;g3b499654e41_0_354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51" name="Shape 2151"/>
        <p:cNvGrpSpPr/>
        <p:nvPr/>
      </p:nvGrpSpPr>
      <p:grpSpPr>
        <a:xfrm>
          <a:off x="0" y="0"/>
          <a:ext cx="0" cy="0"/>
          <a:chOff x="0" y="0"/>
          <a:chExt cx="0" cy="0"/>
        </a:xfrm>
      </p:grpSpPr>
      <p:sp>
        <p:nvSpPr>
          <p:cNvPr id="2152" name="Google Shape;2152;g3b499654e41_0_3576"/>
          <p:cNvSpPr txBox="1"/>
          <p:nvPr>
            <p:ph hasCustomPrompt="1" type="title"/>
          </p:nvPr>
        </p:nvSpPr>
        <p:spPr>
          <a:xfrm>
            <a:off x="2405125" y="2040775"/>
            <a:ext cx="5307000" cy="9981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153" name="Google Shape;2153;g3b499654e41_0_3576"/>
          <p:cNvSpPr txBox="1"/>
          <p:nvPr>
            <p:ph idx="1" type="subTitle"/>
          </p:nvPr>
        </p:nvSpPr>
        <p:spPr>
          <a:xfrm>
            <a:off x="2405125" y="3038875"/>
            <a:ext cx="53070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154" name="Google Shape;2154;g3b499654e41_0_3576"/>
          <p:cNvGrpSpPr/>
          <p:nvPr/>
        </p:nvGrpSpPr>
        <p:grpSpPr>
          <a:xfrm>
            <a:off x="320869" y="892488"/>
            <a:ext cx="5247943" cy="4005530"/>
            <a:chOff x="320869" y="892488"/>
            <a:chExt cx="5247943" cy="4005530"/>
          </a:xfrm>
        </p:grpSpPr>
        <p:sp>
          <p:nvSpPr>
            <p:cNvPr id="2155" name="Google Shape;2155;g3b499654e41_0_3576"/>
            <p:cNvSpPr/>
            <p:nvPr/>
          </p:nvSpPr>
          <p:spPr>
            <a:xfrm rot="10800000">
              <a:off x="320869" y="8924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g3b499654e41_0_3576"/>
            <p:cNvSpPr/>
            <p:nvPr/>
          </p:nvSpPr>
          <p:spPr>
            <a:xfrm rot="5400000">
              <a:off x="5328344" y="4657550"/>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57" name="Google Shape;2157;g3b499654e41_0_3576"/>
          <p:cNvGrpSpPr/>
          <p:nvPr/>
        </p:nvGrpSpPr>
        <p:grpSpPr>
          <a:xfrm>
            <a:off x="1123153" y="-134519"/>
            <a:ext cx="5670106" cy="5849862"/>
            <a:chOff x="1123153" y="-134519"/>
            <a:chExt cx="5670106" cy="5849862"/>
          </a:xfrm>
        </p:grpSpPr>
        <p:grpSp>
          <p:nvGrpSpPr>
            <p:cNvPr id="2158" name="Google Shape;2158;g3b499654e41_0_3576"/>
            <p:cNvGrpSpPr/>
            <p:nvPr/>
          </p:nvGrpSpPr>
          <p:grpSpPr>
            <a:xfrm>
              <a:off x="1123153" y="-134519"/>
              <a:ext cx="5670106" cy="5032541"/>
              <a:chOff x="1123153" y="-134519"/>
              <a:chExt cx="5670106" cy="5032541"/>
            </a:xfrm>
          </p:grpSpPr>
          <p:sp>
            <p:nvSpPr>
              <p:cNvPr id="2159" name="Google Shape;2159;g3b499654e41_0_3576"/>
              <p:cNvSpPr/>
              <p:nvPr/>
            </p:nvSpPr>
            <p:spPr>
              <a:xfrm>
                <a:off x="1123153" y="-134519"/>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0" name="Google Shape;2160;g3b499654e41_0_3576"/>
              <p:cNvGrpSpPr/>
              <p:nvPr/>
            </p:nvGrpSpPr>
            <p:grpSpPr>
              <a:xfrm>
                <a:off x="5633198" y="4650743"/>
                <a:ext cx="1160061" cy="247279"/>
                <a:chOff x="8208698" y="2109318"/>
                <a:chExt cx="1160061" cy="247279"/>
              </a:xfrm>
            </p:grpSpPr>
            <p:sp>
              <p:nvSpPr>
                <p:cNvPr id="2161" name="Google Shape;2161;g3b499654e41_0_3576"/>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g3b499654e41_0_3576"/>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63" name="Google Shape;2163;g3b499654e41_0_3576"/>
            <p:cNvGrpSpPr/>
            <p:nvPr/>
          </p:nvGrpSpPr>
          <p:grpSpPr>
            <a:xfrm>
              <a:off x="3220925" y="4604000"/>
              <a:ext cx="1111343" cy="1111343"/>
              <a:chOff x="8307725" y="278700"/>
              <a:chExt cx="1111343" cy="1111343"/>
            </a:xfrm>
          </p:grpSpPr>
          <p:sp>
            <p:nvSpPr>
              <p:cNvPr id="2164" name="Google Shape;2164;g3b499654e41_0_3576"/>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g3b499654e41_0_3576"/>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66" name="Google Shape;2166;g3b499654e41_0_3576"/>
          <p:cNvGrpSpPr/>
          <p:nvPr/>
        </p:nvGrpSpPr>
        <p:grpSpPr>
          <a:xfrm>
            <a:off x="575287" y="-1805003"/>
            <a:ext cx="9569624" cy="9389960"/>
            <a:chOff x="575287" y="-1805003"/>
            <a:chExt cx="9569624" cy="9389960"/>
          </a:xfrm>
        </p:grpSpPr>
        <p:grpSp>
          <p:nvGrpSpPr>
            <p:cNvPr id="2167" name="Google Shape;2167;g3b499654e41_0_3576"/>
            <p:cNvGrpSpPr/>
            <p:nvPr/>
          </p:nvGrpSpPr>
          <p:grpSpPr>
            <a:xfrm>
              <a:off x="575287" y="-1805003"/>
              <a:ext cx="9569624" cy="7775529"/>
              <a:chOff x="575287" y="-1805003"/>
              <a:chExt cx="9569624" cy="7775529"/>
            </a:xfrm>
          </p:grpSpPr>
          <p:grpSp>
            <p:nvGrpSpPr>
              <p:cNvPr id="2168" name="Google Shape;2168;g3b499654e41_0_3576"/>
              <p:cNvGrpSpPr/>
              <p:nvPr/>
            </p:nvGrpSpPr>
            <p:grpSpPr>
              <a:xfrm>
                <a:off x="575287" y="-1805003"/>
                <a:ext cx="681217" cy="3360485"/>
                <a:chOff x="1121833" y="-3524490"/>
                <a:chExt cx="1498167" cy="7390555"/>
              </a:xfrm>
            </p:grpSpPr>
            <p:cxnSp>
              <p:nvCxnSpPr>
                <p:cNvPr id="2169" name="Google Shape;2169;g3b499654e41_0_3576"/>
                <p:cNvCxnSpPr/>
                <p:nvPr/>
              </p:nvCxnSpPr>
              <p:spPr>
                <a:xfrm rot="10800000">
                  <a:off x="1121833" y="-3524490"/>
                  <a:ext cx="0" cy="5870700"/>
                </a:xfrm>
                <a:prstGeom prst="straightConnector1">
                  <a:avLst/>
                </a:prstGeom>
                <a:noFill/>
                <a:ln cap="flat" cmpd="sng" w="9525">
                  <a:solidFill>
                    <a:schemeClr val="lt1"/>
                  </a:solidFill>
                  <a:prstDash val="solid"/>
                  <a:round/>
                  <a:headEnd len="sm" w="sm" type="none"/>
                  <a:tailEnd len="sm" w="sm" type="none"/>
                </a:ln>
              </p:spPr>
            </p:cxnSp>
            <p:cxnSp>
              <p:nvCxnSpPr>
                <p:cNvPr id="2170" name="Google Shape;2170;g3b499654e41_0_3576"/>
                <p:cNvCxnSpPr/>
                <p:nvPr/>
              </p:nvCxnSpPr>
              <p:spPr>
                <a:xfrm>
                  <a:off x="1121833" y="2348225"/>
                  <a:ext cx="1158600" cy="1141200"/>
                </a:xfrm>
                <a:prstGeom prst="straightConnector1">
                  <a:avLst/>
                </a:prstGeom>
                <a:noFill/>
                <a:ln cap="flat" cmpd="sng" w="9525">
                  <a:solidFill>
                    <a:schemeClr val="lt1"/>
                  </a:solidFill>
                  <a:prstDash val="solid"/>
                  <a:round/>
                  <a:headEnd len="sm" w="sm" type="none"/>
                  <a:tailEnd len="sm" w="sm" type="none"/>
                </a:ln>
              </p:spPr>
            </p:cxnSp>
            <p:sp>
              <p:nvSpPr>
                <p:cNvPr id="2171" name="Google Shape;2171;g3b499654e41_0_3576"/>
                <p:cNvSpPr/>
                <p:nvPr/>
              </p:nvSpPr>
              <p:spPr>
                <a:xfrm rot="5400000">
                  <a:off x="2196889" y="3442953"/>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2" name="Google Shape;2172;g3b499654e41_0_3576"/>
              <p:cNvGrpSpPr/>
              <p:nvPr/>
            </p:nvGrpSpPr>
            <p:grpSpPr>
              <a:xfrm flipH="1" rot="5400000">
                <a:off x="6933401" y="2759016"/>
                <a:ext cx="2550619" cy="3872400"/>
                <a:chOff x="1857762" y="2762827"/>
                <a:chExt cx="2550619" cy="3872400"/>
              </a:xfrm>
            </p:grpSpPr>
            <p:cxnSp>
              <p:nvCxnSpPr>
                <p:cNvPr id="2173" name="Google Shape;2173;g3b499654e41_0_3576"/>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174" name="Google Shape;2174;g3b499654e41_0_3576"/>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2175" name="Google Shape;2175;g3b499654e41_0_3576"/>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6" name="Google Shape;2176;g3b499654e41_0_3576"/>
              <p:cNvGrpSpPr/>
              <p:nvPr/>
            </p:nvGrpSpPr>
            <p:grpSpPr>
              <a:xfrm rot="-5400000">
                <a:off x="8362764" y="67997"/>
                <a:ext cx="493320" cy="357312"/>
                <a:chOff x="1722354" y="229144"/>
                <a:chExt cx="1748743" cy="1266614"/>
              </a:xfrm>
            </p:grpSpPr>
            <p:sp>
              <p:nvSpPr>
                <p:cNvPr id="2177" name="Google Shape;2177;g3b499654e41_0_357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g3b499654e41_0_357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79" name="Google Shape;2179;g3b499654e41_0_3576"/>
            <p:cNvGrpSpPr/>
            <p:nvPr/>
          </p:nvGrpSpPr>
          <p:grpSpPr>
            <a:xfrm rot="10800000">
              <a:off x="7090738" y="4224471"/>
              <a:ext cx="681216" cy="3360486"/>
              <a:chOff x="1337800" y="-2525590"/>
              <a:chExt cx="1498167" cy="7390555"/>
            </a:xfrm>
          </p:grpSpPr>
          <p:cxnSp>
            <p:nvCxnSpPr>
              <p:cNvPr id="2180" name="Google Shape;2180;g3b499654e41_0_3576"/>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181" name="Google Shape;2181;g3b499654e41_0_3576"/>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182" name="Google Shape;2182;g3b499654e41_0_3576"/>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83" name="Shape 2183"/>
        <p:cNvGrpSpPr/>
        <p:nvPr/>
      </p:nvGrpSpPr>
      <p:grpSpPr>
        <a:xfrm>
          <a:off x="0" y="0"/>
          <a:ext cx="0" cy="0"/>
          <a:chOff x="0" y="0"/>
          <a:chExt cx="0" cy="0"/>
        </a:xfrm>
      </p:grpSpPr>
      <p:sp>
        <p:nvSpPr>
          <p:cNvPr id="2184" name="Google Shape;2184;g3b499654e41_0_360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85" name="Google Shape;2185;g3b499654e41_0_3608"/>
          <p:cNvSpPr txBox="1"/>
          <p:nvPr>
            <p:ph idx="1" type="body"/>
          </p:nvPr>
        </p:nvSpPr>
        <p:spPr>
          <a:xfrm>
            <a:off x="720000" y="1056776"/>
            <a:ext cx="7704000" cy="4218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grpSp>
        <p:nvGrpSpPr>
          <p:cNvPr id="2186" name="Google Shape;2186;g3b499654e41_0_3608"/>
          <p:cNvGrpSpPr/>
          <p:nvPr/>
        </p:nvGrpSpPr>
        <p:grpSpPr>
          <a:xfrm>
            <a:off x="188277" y="1651177"/>
            <a:ext cx="8669316" cy="2098194"/>
            <a:chOff x="188277" y="1651177"/>
            <a:chExt cx="8669316" cy="2098194"/>
          </a:xfrm>
        </p:grpSpPr>
        <p:sp>
          <p:nvSpPr>
            <p:cNvPr id="2187" name="Google Shape;2187;g3b499654e41_0_3608"/>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g3b499654e41_0_3608"/>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89" name="Google Shape;2189;g3b499654e41_0_3608"/>
            <p:cNvGrpSpPr/>
            <p:nvPr/>
          </p:nvGrpSpPr>
          <p:grpSpPr>
            <a:xfrm>
              <a:off x="188277" y="2983227"/>
              <a:ext cx="206891" cy="766144"/>
              <a:chOff x="8650702" y="3525402"/>
              <a:chExt cx="206891" cy="766144"/>
            </a:xfrm>
          </p:grpSpPr>
          <p:sp>
            <p:nvSpPr>
              <p:cNvPr id="2190" name="Google Shape;2190;g3b499654e41_0_3608"/>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g3b499654e41_0_3608"/>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92" name="Google Shape;2192;g3b499654e41_0_3608"/>
          <p:cNvGrpSpPr/>
          <p:nvPr/>
        </p:nvGrpSpPr>
        <p:grpSpPr>
          <a:xfrm>
            <a:off x="-1181862" y="-331600"/>
            <a:ext cx="11020271" cy="5673388"/>
            <a:chOff x="-1181862" y="-331600"/>
            <a:chExt cx="11020271" cy="5673388"/>
          </a:xfrm>
        </p:grpSpPr>
        <p:grpSp>
          <p:nvGrpSpPr>
            <p:cNvPr id="2193" name="Google Shape;2193;g3b499654e41_0_3608"/>
            <p:cNvGrpSpPr/>
            <p:nvPr/>
          </p:nvGrpSpPr>
          <p:grpSpPr>
            <a:xfrm>
              <a:off x="8873150" y="1130916"/>
              <a:ext cx="965258" cy="273510"/>
              <a:chOff x="-6675" y="2881558"/>
              <a:chExt cx="9140700" cy="2059567"/>
            </a:xfrm>
          </p:grpSpPr>
          <p:cxnSp>
            <p:nvCxnSpPr>
              <p:cNvPr id="2194" name="Google Shape;2194;g3b499654e41_0_360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95" name="Google Shape;2195;g3b499654e41_0_360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96" name="Google Shape;2196;g3b499654e41_0_360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97" name="Google Shape;2197;g3b499654e41_0_360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198" name="Google Shape;2198;g3b499654e41_0_360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199" name="Google Shape;2199;g3b499654e41_0_3608"/>
            <p:cNvSpPr/>
            <p:nvPr/>
          </p:nvSpPr>
          <p:spPr>
            <a:xfrm>
              <a:off x="8095400" y="-33160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2200" name="Google Shape;2200;g3b499654e41_0_3608"/>
            <p:cNvGrpSpPr/>
            <p:nvPr/>
          </p:nvGrpSpPr>
          <p:grpSpPr>
            <a:xfrm flipH="1" rot="10800000">
              <a:off x="8650689" y="182196"/>
              <a:ext cx="493320" cy="357312"/>
              <a:chOff x="1722354" y="229144"/>
              <a:chExt cx="1748743" cy="1266614"/>
            </a:xfrm>
          </p:grpSpPr>
          <p:sp>
            <p:nvSpPr>
              <p:cNvPr id="2201" name="Google Shape;2201;g3b499654e41_0_360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g3b499654e41_0_360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3" name="Google Shape;2203;g3b499654e41_0_3608"/>
            <p:cNvSpPr/>
            <p:nvPr/>
          </p:nvSpPr>
          <p:spPr>
            <a:xfrm rot="5400000">
              <a:off x="-191675" y="348120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2204" name="Google Shape;2204;g3b499654e41_0_3608"/>
            <p:cNvGrpSpPr/>
            <p:nvPr/>
          </p:nvGrpSpPr>
          <p:grpSpPr>
            <a:xfrm flipH="1" rot="-5400000">
              <a:off x="159064" y="4046095"/>
              <a:ext cx="493320" cy="357312"/>
              <a:chOff x="1722354" y="229144"/>
              <a:chExt cx="1748743" cy="1266614"/>
            </a:xfrm>
          </p:grpSpPr>
          <p:sp>
            <p:nvSpPr>
              <p:cNvPr id="2205" name="Google Shape;2205;g3b499654e41_0_360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g3b499654e41_0_360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7" name="Google Shape;2207;g3b499654e41_0_3608"/>
            <p:cNvGrpSpPr/>
            <p:nvPr/>
          </p:nvGrpSpPr>
          <p:grpSpPr>
            <a:xfrm>
              <a:off x="-776975" y="4800516"/>
              <a:ext cx="965258" cy="273510"/>
              <a:chOff x="-6675" y="2881558"/>
              <a:chExt cx="9140700" cy="2059567"/>
            </a:xfrm>
          </p:grpSpPr>
          <p:cxnSp>
            <p:nvCxnSpPr>
              <p:cNvPr id="2208" name="Google Shape;2208;g3b499654e41_0_3608"/>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09" name="Google Shape;2209;g3b499654e41_0_3608"/>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10" name="Google Shape;2210;g3b499654e41_0_3608"/>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11" name="Google Shape;2211;g3b499654e41_0_3608"/>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12" name="Google Shape;2212;g3b499654e41_0_3608"/>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213" name="Google Shape;2213;g3b499654e41_0_3608"/>
          <p:cNvGrpSpPr/>
          <p:nvPr/>
        </p:nvGrpSpPr>
        <p:grpSpPr>
          <a:xfrm>
            <a:off x="-142612" y="-168664"/>
            <a:ext cx="7919030" cy="2888968"/>
            <a:chOff x="-142612" y="-168664"/>
            <a:chExt cx="7919030" cy="2888968"/>
          </a:xfrm>
        </p:grpSpPr>
        <p:sp>
          <p:nvSpPr>
            <p:cNvPr id="2214" name="Google Shape;2214;g3b499654e41_0_3608"/>
            <p:cNvSpPr/>
            <p:nvPr/>
          </p:nvSpPr>
          <p:spPr>
            <a:xfrm rot="10800000">
              <a:off x="7736362" y="-1686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g3b499654e41_0_3608"/>
            <p:cNvSpPr/>
            <p:nvPr/>
          </p:nvSpPr>
          <p:spPr>
            <a:xfrm rot="5400000">
              <a:off x="57800" y="2479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16" name="Google Shape;2216;g3b499654e41_0_360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17" name="Shape 2217"/>
        <p:cNvGrpSpPr/>
        <p:nvPr/>
      </p:nvGrpSpPr>
      <p:grpSpPr>
        <a:xfrm>
          <a:off x="0" y="0"/>
          <a:ext cx="0" cy="0"/>
          <a:chOff x="0" y="0"/>
          <a:chExt cx="0" cy="0"/>
        </a:xfrm>
      </p:grpSpPr>
      <p:sp>
        <p:nvSpPr>
          <p:cNvPr id="2218" name="Google Shape;2218;g3b499654e41_0_3642"/>
          <p:cNvSpPr txBox="1"/>
          <p:nvPr>
            <p:ph type="title"/>
          </p:nvPr>
        </p:nvSpPr>
        <p:spPr>
          <a:xfrm>
            <a:off x="1782650" y="711700"/>
            <a:ext cx="2893200" cy="90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19" name="Google Shape;2219;g3b499654e41_0_3642"/>
          <p:cNvSpPr txBox="1"/>
          <p:nvPr>
            <p:ph idx="1" type="subTitle"/>
          </p:nvPr>
        </p:nvSpPr>
        <p:spPr>
          <a:xfrm>
            <a:off x="1782650" y="1616297"/>
            <a:ext cx="2893200" cy="28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2220" name="Google Shape;2220;g3b499654e41_0_3642"/>
          <p:cNvSpPr/>
          <p:nvPr>
            <p:ph idx="2" type="pic"/>
          </p:nvPr>
        </p:nvSpPr>
        <p:spPr>
          <a:xfrm>
            <a:off x="4752038" y="824113"/>
            <a:ext cx="2787000" cy="3558300"/>
          </a:xfrm>
          <a:prstGeom prst="rect">
            <a:avLst/>
          </a:prstGeom>
          <a:noFill/>
          <a:ln>
            <a:noFill/>
          </a:ln>
        </p:spPr>
      </p:sp>
      <p:grpSp>
        <p:nvGrpSpPr>
          <p:cNvPr id="2221" name="Google Shape;2221;g3b499654e41_0_3642"/>
          <p:cNvGrpSpPr/>
          <p:nvPr/>
        </p:nvGrpSpPr>
        <p:grpSpPr>
          <a:xfrm>
            <a:off x="260189" y="195827"/>
            <a:ext cx="7049955" cy="4729917"/>
            <a:chOff x="260189" y="195827"/>
            <a:chExt cx="7049955" cy="4729917"/>
          </a:xfrm>
        </p:grpSpPr>
        <p:grpSp>
          <p:nvGrpSpPr>
            <p:cNvPr id="2222" name="Google Shape;2222;g3b499654e41_0_3642"/>
            <p:cNvGrpSpPr/>
            <p:nvPr/>
          </p:nvGrpSpPr>
          <p:grpSpPr>
            <a:xfrm rot="-5400000">
              <a:off x="6786639" y="4402239"/>
              <a:ext cx="177741" cy="869269"/>
              <a:chOff x="8535452" y="1548052"/>
              <a:chExt cx="177741" cy="869269"/>
            </a:xfrm>
          </p:grpSpPr>
          <p:sp>
            <p:nvSpPr>
              <p:cNvPr id="2223" name="Google Shape;2223;g3b499654e41_0_3642"/>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g3b499654e41_0_3642"/>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5" name="Google Shape;2225;g3b499654e41_0_3642"/>
            <p:cNvGrpSpPr/>
            <p:nvPr/>
          </p:nvGrpSpPr>
          <p:grpSpPr>
            <a:xfrm rot="10800000">
              <a:off x="260189" y="195827"/>
              <a:ext cx="177741" cy="687344"/>
              <a:chOff x="8535452" y="1335702"/>
              <a:chExt cx="177741" cy="687344"/>
            </a:xfrm>
          </p:grpSpPr>
          <p:sp>
            <p:nvSpPr>
              <p:cNvPr id="2226" name="Google Shape;2226;g3b499654e41_0_3642"/>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g3b499654e41_0_3642"/>
              <p:cNvSpPr/>
              <p:nvPr/>
            </p:nvSpPr>
            <p:spPr>
              <a:xfrm rot="10800000">
                <a:off x="85354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228" name="Google Shape;2228;g3b499654e41_0_3642"/>
          <p:cNvGrpSpPr/>
          <p:nvPr/>
        </p:nvGrpSpPr>
        <p:grpSpPr>
          <a:xfrm>
            <a:off x="-867949" y="-315450"/>
            <a:ext cx="10098949" cy="5241211"/>
            <a:chOff x="-867949" y="-315450"/>
            <a:chExt cx="10098949" cy="5241211"/>
          </a:xfrm>
        </p:grpSpPr>
        <p:sp>
          <p:nvSpPr>
            <p:cNvPr id="2229" name="Google Shape;2229;g3b499654e41_0_3642"/>
            <p:cNvSpPr/>
            <p:nvPr/>
          </p:nvSpPr>
          <p:spPr>
            <a:xfrm>
              <a:off x="6756300" y="4613375"/>
              <a:ext cx="2474700" cy="312375"/>
            </a:xfrm>
            <a:custGeom>
              <a:rect b="b" l="l" r="r" t="t"/>
              <a:pathLst>
                <a:path extrusionOk="0" h="12495" w="98988">
                  <a:moveTo>
                    <a:pt x="0" y="0"/>
                  </a:moveTo>
                  <a:lnTo>
                    <a:pt x="37363" y="0"/>
                  </a:lnTo>
                  <a:lnTo>
                    <a:pt x="49858" y="12495"/>
                  </a:lnTo>
                  <a:lnTo>
                    <a:pt x="98988" y="12495"/>
                  </a:lnTo>
                </a:path>
              </a:pathLst>
            </a:custGeom>
            <a:noFill/>
            <a:ln cap="flat" cmpd="sng" w="9525">
              <a:solidFill>
                <a:schemeClr val="accent1"/>
              </a:solidFill>
              <a:prstDash val="solid"/>
              <a:round/>
              <a:headEnd len="sm" w="sm" type="none"/>
              <a:tailEnd len="sm" w="sm" type="none"/>
            </a:ln>
          </p:spPr>
        </p:sp>
        <p:grpSp>
          <p:nvGrpSpPr>
            <p:cNvPr id="2230" name="Google Shape;2230;g3b499654e41_0_3642"/>
            <p:cNvGrpSpPr/>
            <p:nvPr/>
          </p:nvGrpSpPr>
          <p:grpSpPr>
            <a:xfrm flipH="1" rot="-5400000">
              <a:off x="8430782" y="4500445"/>
              <a:ext cx="493320" cy="357312"/>
              <a:chOff x="1722354" y="229144"/>
              <a:chExt cx="1748743" cy="1266614"/>
            </a:xfrm>
          </p:grpSpPr>
          <p:sp>
            <p:nvSpPr>
              <p:cNvPr id="2231" name="Google Shape;2231;g3b499654e41_0_364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g3b499654e41_0_364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3" name="Google Shape;2233;g3b499654e41_0_3642"/>
            <p:cNvSpPr/>
            <p:nvPr/>
          </p:nvSpPr>
          <p:spPr>
            <a:xfrm>
              <a:off x="-174975" y="-315450"/>
              <a:ext cx="1914059" cy="4400511"/>
            </a:xfrm>
            <a:custGeom>
              <a:rect b="b" l="l" r="r" t="t"/>
              <a:pathLst>
                <a:path extrusionOk="0" h="126889" w="55192">
                  <a:moveTo>
                    <a:pt x="0" y="126889"/>
                  </a:moveTo>
                  <a:lnTo>
                    <a:pt x="24140" y="102749"/>
                  </a:lnTo>
                  <a:lnTo>
                    <a:pt x="24140" y="42943"/>
                  </a:lnTo>
                  <a:lnTo>
                    <a:pt x="55192" y="25015"/>
                  </a:lnTo>
                  <a:lnTo>
                    <a:pt x="55192" y="0"/>
                  </a:lnTo>
                </a:path>
              </a:pathLst>
            </a:custGeom>
            <a:noFill/>
            <a:ln cap="flat" cmpd="sng" w="9525">
              <a:solidFill>
                <a:schemeClr val="accent1"/>
              </a:solidFill>
              <a:prstDash val="solid"/>
              <a:round/>
              <a:headEnd len="sm" w="sm" type="none"/>
              <a:tailEnd len="sm" w="sm" type="none"/>
            </a:ln>
          </p:spPr>
        </p:sp>
        <p:grpSp>
          <p:nvGrpSpPr>
            <p:cNvPr id="2234" name="Google Shape;2234;g3b499654e41_0_3642"/>
            <p:cNvGrpSpPr/>
            <p:nvPr/>
          </p:nvGrpSpPr>
          <p:grpSpPr>
            <a:xfrm rot="10800000">
              <a:off x="662658" y="2962921"/>
              <a:ext cx="493320" cy="357312"/>
              <a:chOff x="1722354" y="229144"/>
              <a:chExt cx="1748743" cy="1266614"/>
            </a:xfrm>
          </p:grpSpPr>
          <p:sp>
            <p:nvSpPr>
              <p:cNvPr id="2235" name="Google Shape;2235;g3b499654e41_0_364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g3b499654e41_0_364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7" name="Google Shape;2237;g3b499654e41_0_3642"/>
            <p:cNvGrpSpPr/>
            <p:nvPr/>
          </p:nvGrpSpPr>
          <p:grpSpPr>
            <a:xfrm>
              <a:off x="-867949" y="1748041"/>
              <a:ext cx="1530153" cy="273510"/>
              <a:chOff x="-6675" y="2881558"/>
              <a:chExt cx="9140700" cy="2059567"/>
            </a:xfrm>
          </p:grpSpPr>
          <p:cxnSp>
            <p:nvCxnSpPr>
              <p:cNvPr id="2238" name="Google Shape;2238;g3b499654e41_0_364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39" name="Google Shape;2239;g3b499654e41_0_364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40" name="Google Shape;2240;g3b499654e41_0_364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41" name="Google Shape;2241;g3b499654e41_0_364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42" name="Google Shape;2242;g3b499654e41_0_364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243" name="Google Shape;2243;g3b499654e41_0_3642"/>
          <p:cNvGrpSpPr/>
          <p:nvPr/>
        </p:nvGrpSpPr>
        <p:grpSpPr>
          <a:xfrm>
            <a:off x="609462" y="-114064"/>
            <a:ext cx="8313331" cy="4565380"/>
            <a:chOff x="609462" y="-114064"/>
            <a:chExt cx="8313331" cy="4565380"/>
          </a:xfrm>
        </p:grpSpPr>
        <p:sp>
          <p:nvSpPr>
            <p:cNvPr id="2244" name="Google Shape;2244;g3b499654e41_0_3642"/>
            <p:cNvSpPr/>
            <p:nvPr/>
          </p:nvSpPr>
          <p:spPr>
            <a:xfrm rot="10800000">
              <a:off x="8882737" y="40104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5" name="Google Shape;2245;g3b499654e41_0_3642"/>
            <p:cNvSpPr/>
            <p:nvPr/>
          </p:nvSpPr>
          <p:spPr>
            <a:xfrm rot="10800000">
              <a:off x="609462" y="-1140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46" name="Shape 2246"/>
        <p:cNvGrpSpPr/>
        <p:nvPr/>
      </p:nvGrpSpPr>
      <p:grpSpPr>
        <a:xfrm>
          <a:off x="0" y="0"/>
          <a:ext cx="0" cy="0"/>
          <a:chOff x="0" y="0"/>
          <a:chExt cx="0" cy="0"/>
        </a:xfrm>
      </p:grpSpPr>
      <p:sp>
        <p:nvSpPr>
          <p:cNvPr id="2247" name="Google Shape;2247;g3b499654e41_0_3671"/>
          <p:cNvSpPr txBox="1"/>
          <p:nvPr>
            <p:ph type="title"/>
          </p:nvPr>
        </p:nvSpPr>
        <p:spPr>
          <a:xfrm>
            <a:off x="2317950" y="1307100"/>
            <a:ext cx="4508100" cy="1883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2248" name="Google Shape;2248;g3b499654e41_0_3671"/>
          <p:cNvGrpSpPr/>
          <p:nvPr/>
        </p:nvGrpSpPr>
        <p:grpSpPr>
          <a:xfrm rot="10800000">
            <a:off x="7395131" y="2150405"/>
            <a:ext cx="2855469" cy="3872400"/>
            <a:chOff x="1857762" y="2762827"/>
            <a:chExt cx="2855469" cy="3872400"/>
          </a:xfrm>
        </p:grpSpPr>
        <p:cxnSp>
          <p:nvCxnSpPr>
            <p:cNvPr id="2249" name="Google Shape;2249;g3b499654e41_0_3671"/>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250" name="Google Shape;2250;g3b499654e41_0_3671"/>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2251" name="Google Shape;2251;g3b499654e41_0_3671"/>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2" name="Google Shape;2252;g3b499654e41_0_3671"/>
          <p:cNvGrpSpPr/>
          <p:nvPr/>
        </p:nvGrpSpPr>
        <p:grpSpPr>
          <a:xfrm>
            <a:off x="527082" y="3400311"/>
            <a:ext cx="8344568" cy="1243755"/>
            <a:chOff x="527082" y="3400311"/>
            <a:chExt cx="8344568" cy="1243755"/>
          </a:xfrm>
        </p:grpSpPr>
        <p:sp>
          <p:nvSpPr>
            <p:cNvPr id="2253" name="Google Shape;2253;g3b499654e41_0_3671"/>
            <p:cNvSpPr/>
            <p:nvPr/>
          </p:nvSpPr>
          <p:spPr>
            <a:xfrm flipH="1">
              <a:off x="527082" y="34003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g3b499654e41_0_3671"/>
            <p:cNvSpPr/>
            <p:nvPr/>
          </p:nvSpPr>
          <p:spPr>
            <a:xfrm flipH="1" rot="5400000">
              <a:off x="8631182" y="440359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5" name="Google Shape;2255;g3b499654e41_0_3671"/>
          <p:cNvGrpSpPr/>
          <p:nvPr/>
        </p:nvGrpSpPr>
        <p:grpSpPr>
          <a:xfrm>
            <a:off x="-3151463" y="-3408102"/>
            <a:ext cx="11831667" cy="9065208"/>
            <a:chOff x="-3151463" y="-3408102"/>
            <a:chExt cx="11831667" cy="9065208"/>
          </a:xfrm>
        </p:grpSpPr>
        <p:grpSp>
          <p:nvGrpSpPr>
            <p:cNvPr id="2256" name="Google Shape;2256;g3b499654e41_0_3671"/>
            <p:cNvGrpSpPr/>
            <p:nvPr/>
          </p:nvGrpSpPr>
          <p:grpSpPr>
            <a:xfrm flipH="1" rot="10800000">
              <a:off x="309699" y="2296619"/>
              <a:ext cx="681216" cy="3360486"/>
              <a:chOff x="1337800" y="-2525590"/>
              <a:chExt cx="1498167" cy="7390555"/>
            </a:xfrm>
          </p:grpSpPr>
          <p:cxnSp>
            <p:nvCxnSpPr>
              <p:cNvPr id="2257" name="Google Shape;2257;g3b499654e41_0_3671"/>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258" name="Google Shape;2258;g3b499654e41_0_3671"/>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259" name="Google Shape;2259;g3b499654e41_0_367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0" name="Google Shape;2260;g3b499654e41_0_3671"/>
            <p:cNvGrpSpPr/>
            <p:nvPr/>
          </p:nvGrpSpPr>
          <p:grpSpPr>
            <a:xfrm flipH="1">
              <a:off x="7998988" y="-1945430"/>
              <a:ext cx="681216" cy="3360486"/>
              <a:chOff x="1337800" y="-2525590"/>
              <a:chExt cx="1498167" cy="7390555"/>
            </a:xfrm>
          </p:grpSpPr>
          <p:cxnSp>
            <p:nvCxnSpPr>
              <p:cNvPr id="2261" name="Google Shape;2261;g3b499654e41_0_367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262" name="Google Shape;2262;g3b499654e41_0_367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263" name="Google Shape;2263;g3b499654e41_0_367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4" name="Google Shape;2264;g3b499654e41_0_3671"/>
            <p:cNvGrpSpPr/>
            <p:nvPr/>
          </p:nvGrpSpPr>
          <p:grpSpPr>
            <a:xfrm flipH="1" rot="-5400000">
              <a:off x="-12066" y="-1786200"/>
              <a:ext cx="3859204" cy="615399"/>
              <a:chOff x="-6675" y="307100"/>
              <a:chExt cx="9140700" cy="4634025"/>
            </a:xfrm>
          </p:grpSpPr>
          <p:cxnSp>
            <p:nvCxnSpPr>
              <p:cNvPr id="2265" name="Google Shape;2265;g3b499654e41_0_3671"/>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66" name="Google Shape;2266;g3b499654e41_0_3671"/>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67" name="Google Shape;2267;g3b499654e41_0_3671"/>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68" name="Google Shape;2268;g3b499654e41_0_3671"/>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69" name="Google Shape;2269;g3b499654e41_0_3671"/>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70" name="Google Shape;2270;g3b499654e41_0_367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71" name="Google Shape;2271;g3b499654e41_0_367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72" name="Google Shape;2272;g3b499654e41_0_367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73" name="Google Shape;2273;g3b499654e41_0_367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274" name="Google Shape;2274;g3b499654e41_0_367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275" name="Google Shape;2275;g3b499654e41_0_3671"/>
            <p:cNvSpPr/>
            <p:nvPr/>
          </p:nvSpPr>
          <p:spPr>
            <a:xfrm flipH="1">
              <a:off x="-3151463" y="4511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2276" name="Google Shape;2276;g3b499654e41_0_3671"/>
          <p:cNvGrpSpPr/>
          <p:nvPr/>
        </p:nvGrpSpPr>
        <p:grpSpPr>
          <a:xfrm>
            <a:off x="547096" y="974375"/>
            <a:ext cx="9244447" cy="3848385"/>
            <a:chOff x="547096" y="974375"/>
            <a:chExt cx="9244447" cy="3848385"/>
          </a:xfrm>
        </p:grpSpPr>
        <p:grpSp>
          <p:nvGrpSpPr>
            <p:cNvPr id="2277" name="Google Shape;2277;g3b499654e41_0_3671"/>
            <p:cNvGrpSpPr/>
            <p:nvPr/>
          </p:nvGrpSpPr>
          <p:grpSpPr>
            <a:xfrm>
              <a:off x="547096" y="3571493"/>
              <a:ext cx="9010768" cy="1251267"/>
              <a:chOff x="547096" y="3571493"/>
              <a:chExt cx="9010768" cy="1251267"/>
            </a:xfrm>
          </p:grpSpPr>
          <p:grpSp>
            <p:nvGrpSpPr>
              <p:cNvPr id="2278" name="Google Shape;2278;g3b499654e41_0_3671"/>
              <p:cNvGrpSpPr/>
              <p:nvPr/>
            </p:nvGrpSpPr>
            <p:grpSpPr>
              <a:xfrm>
                <a:off x="547096" y="3613321"/>
                <a:ext cx="269695" cy="1209439"/>
                <a:chOff x="803996" y="3613321"/>
                <a:chExt cx="269695" cy="1209439"/>
              </a:xfrm>
            </p:grpSpPr>
            <p:sp>
              <p:nvSpPr>
                <p:cNvPr id="2279" name="Google Shape;2279;g3b499654e41_0_3671"/>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g3b499654e41_0_3671"/>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1" name="Google Shape;2281;g3b499654e41_0_3671"/>
              <p:cNvGrpSpPr/>
              <p:nvPr/>
            </p:nvGrpSpPr>
            <p:grpSpPr>
              <a:xfrm rot="5400000">
                <a:off x="8818297" y="3101621"/>
                <a:ext cx="269695" cy="1209439"/>
                <a:chOff x="803996" y="3613321"/>
                <a:chExt cx="269695" cy="1209439"/>
              </a:xfrm>
            </p:grpSpPr>
            <p:sp>
              <p:nvSpPr>
                <p:cNvPr id="2282" name="Google Shape;2282;g3b499654e41_0_3671"/>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g3b499654e41_0_3671"/>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284" name="Google Shape;2284;g3b499654e41_0_3671"/>
            <p:cNvGrpSpPr/>
            <p:nvPr/>
          </p:nvGrpSpPr>
          <p:grpSpPr>
            <a:xfrm>
              <a:off x="8680200" y="974375"/>
              <a:ext cx="1111343" cy="1111343"/>
              <a:chOff x="8307725" y="278700"/>
              <a:chExt cx="1111343" cy="1111343"/>
            </a:xfrm>
          </p:grpSpPr>
          <p:sp>
            <p:nvSpPr>
              <p:cNvPr id="2285" name="Google Shape;2285;g3b499654e41_0_367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g3b499654e41_0_367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87" name="Shape 2287"/>
        <p:cNvGrpSpPr/>
        <p:nvPr/>
      </p:nvGrpSpPr>
      <p:grpSpPr>
        <a:xfrm>
          <a:off x="0" y="0"/>
          <a:ext cx="0" cy="0"/>
          <a:chOff x="0" y="0"/>
          <a:chExt cx="0" cy="0"/>
        </a:xfrm>
      </p:grpSpPr>
      <p:sp>
        <p:nvSpPr>
          <p:cNvPr id="2288" name="Google Shape;2288;g3b499654e41_0_3712"/>
          <p:cNvSpPr txBox="1"/>
          <p:nvPr>
            <p:ph type="title"/>
          </p:nvPr>
        </p:nvSpPr>
        <p:spPr>
          <a:xfrm>
            <a:off x="2135550" y="1857350"/>
            <a:ext cx="4872900" cy="124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000"/>
              <a:buNone/>
              <a:defRPr sz="7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289" name="Google Shape;2289;g3b499654e41_0_3712"/>
          <p:cNvSpPr txBox="1"/>
          <p:nvPr>
            <p:ph idx="1" type="subTitle"/>
          </p:nvPr>
        </p:nvSpPr>
        <p:spPr>
          <a:xfrm>
            <a:off x="2135550" y="3106975"/>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p:txBody>
      </p:sp>
      <p:sp>
        <p:nvSpPr>
          <p:cNvPr id="2290" name="Google Shape;2290;g3b499654e41_0_3712"/>
          <p:cNvSpPr/>
          <p:nvPr/>
        </p:nvSpPr>
        <p:spPr>
          <a:xfrm>
            <a:off x="9336712" y="713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91" name="Google Shape;2291;g3b499654e41_0_3712"/>
          <p:cNvGrpSpPr/>
          <p:nvPr/>
        </p:nvGrpSpPr>
        <p:grpSpPr>
          <a:xfrm>
            <a:off x="-2757425" y="-2776080"/>
            <a:ext cx="12134201" cy="9442910"/>
            <a:chOff x="-2757425" y="-2776080"/>
            <a:chExt cx="12134201" cy="9442910"/>
          </a:xfrm>
        </p:grpSpPr>
        <p:grpSp>
          <p:nvGrpSpPr>
            <p:cNvPr id="2292" name="Google Shape;2292;g3b499654e41_0_3712"/>
            <p:cNvGrpSpPr/>
            <p:nvPr/>
          </p:nvGrpSpPr>
          <p:grpSpPr>
            <a:xfrm flipH="1" rot="-5400000">
              <a:off x="-325952" y="151466"/>
              <a:ext cx="2855469" cy="3872400"/>
              <a:chOff x="1857762" y="2762827"/>
              <a:chExt cx="2855469" cy="3872400"/>
            </a:xfrm>
          </p:grpSpPr>
          <p:cxnSp>
            <p:nvCxnSpPr>
              <p:cNvPr id="2293" name="Google Shape;2293;g3b499654e41_0_3712"/>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294" name="Google Shape;2294;g3b499654e41_0_3712"/>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2295" name="Google Shape;2295;g3b499654e41_0_3712"/>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6" name="Google Shape;2296;g3b499654e41_0_3712"/>
            <p:cNvGrpSpPr/>
            <p:nvPr/>
          </p:nvGrpSpPr>
          <p:grpSpPr>
            <a:xfrm rot="10800000">
              <a:off x="8695560" y="3306344"/>
              <a:ext cx="681216" cy="3360486"/>
              <a:chOff x="1337800" y="-2525590"/>
              <a:chExt cx="1498167" cy="7390555"/>
            </a:xfrm>
          </p:grpSpPr>
          <p:cxnSp>
            <p:nvCxnSpPr>
              <p:cNvPr id="2297" name="Google Shape;2297;g3b499654e41_0_3712"/>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298" name="Google Shape;2298;g3b499654e41_0_3712"/>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299" name="Google Shape;2299;g3b499654e41_0_3712"/>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0" name="Google Shape;2300;g3b499654e41_0_3712"/>
            <p:cNvGrpSpPr/>
            <p:nvPr/>
          </p:nvGrpSpPr>
          <p:grpSpPr>
            <a:xfrm>
              <a:off x="146409" y="-2776080"/>
              <a:ext cx="681216" cy="3360486"/>
              <a:chOff x="1337800" y="-2525590"/>
              <a:chExt cx="1498167" cy="7390555"/>
            </a:xfrm>
          </p:grpSpPr>
          <p:cxnSp>
            <p:nvCxnSpPr>
              <p:cNvPr id="2301" name="Google Shape;2301;g3b499654e41_0_3712"/>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302" name="Google Shape;2302;g3b499654e41_0_3712"/>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303" name="Google Shape;2303;g3b499654e41_0_3712"/>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4" name="Google Shape;2304;g3b499654e41_0_3712"/>
            <p:cNvGrpSpPr/>
            <p:nvPr/>
          </p:nvGrpSpPr>
          <p:grpSpPr>
            <a:xfrm>
              <a:off x="-2757425" y="811862"/>
              <a:ext cx="3859204" cy="615399"/>
              <a:chOff x="-6675" y="307100"/>
              <a:chExt cx="9140700" cy="4634025"/>
            </a:xfrm>
          </p:grpSpPr>
          <p:cxnSp>
            <p:nvCxnSpPr>
              <p:cNvPr id="2305" name="Google Shape;2305;g3b499654e41_0_3712"/>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06" name="Google Shape;2306;g3b499654e41_0_3712"/>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07" name="Google Shape;2307;g3b499654e41_0_3712"/>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08" name="Google Shape;2308;g3b499654e41_0_3712"/>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09" name="Google Shape;2309;g3b499654e41_0_3712"/>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10" name="Google Shape;2310;g3b499654e41_0_371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11" name="Google Shape;2311;g3b499654e41_0_371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12" name="Google Shape;2312;g3b499654e41_0_371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13" name="Google Shape;2313;g3b499654e41_0_371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14" name="Google Shape;2314;g3b499654e41_0_371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315" name="Google Shape;2315;g3b499654e41_0_3712"/>
            <p:cNvSpPr/>
            <p:nvPr/>
          </p:nvSpPr>
          <p:spPr>
            <a:xfrm rot="5400000">
              <a:off x="5637675" y="29867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grpSp>
        <p:nvGrpSpPr>
          <p:cNvPr id="2316" name="Google Shape;2316;g3b499654e41_0_3712"/>
          <p:cNvGrpSpPr/>
          <p:nvPr/>
        </p:nvGrpSpPr>
        <p:grpSpPr>
          <a:xfrm>
            <a:off x="-157525" y="1684573"/>
            <a:ext cx="8689056" cy="440880"/>
            <a:chOff x="-157525" y="1684573"/>
            <a:chExt cx="8689056" cy="440880"/>
          </a:xfrm>
        </p:grpSpPr>
        <p:sp>
          <p:nvSpPr>
            <p:cNvPr id="2317" name="Google Shape;2317;g3b499654e41_0_3712"/>
            <p:cNvSpPr/>
            <p:nvPr/>
          </p:nvSpPr>
          <p:spPr>
            <a:xfrm>
              <a:off x="8491475" y="16845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8" name="Google Shape;2318;g3b499654e41_0_3712"/>
            <p:cNvSpPr/>
            <p:nvPr/>
          </p:nvSpPr>
          <p:spPr>
            <a:xfrm rot="-5400000">
              <a:off x="42887" y="1724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9" name="Google Shape;2319;g3b499654e41_0_3712"/>
          <p:cNvGrpSpPr/>
          <p:nvPr/>
        </p:nvGrpSpPr>
        <p:grpSpPr>
          <a:xfrm>
            <a:off x="-350826" y="649496"/>
            <a:ext cx="9280380" cy="5170922"/>
            <a:chOff x="-350826" y="649496"/>
            <a:chExt cx="9280380" cy="5170922"/>
          </a:xfrm>
        </p:grpSpPr>
        <p:grpSp>
          <p:nvGrpSpPr>
            <p:cNvPr id="2320" name="Google Shape;2320;g3b499654e41_0_3712"/>
            <p:cNvGrpSpPr/>
            <p:nvPr/>
          </p:nvGrpSpPr>
          <p:grpSpPr>
            <a:xfrm>
              <a:off x="-350826" y="649496"/>
              <a:ext cx="9280380" cy="1759405"/>
              <a:chOff x="-350826" y="649496"/>
              <a:chExt cx="9280380" cy="1759405"/>
            </a:xfrm>
          </p:grpSpPr>
          <p:sp>
            <p:nvSpPr>
              <p:cNvPr id="2321" name="Google Shape;2321;g3b499654e41_0_3712"/>
              <p:cNvSpPr/>
              <p:nvPr/>
            </p:nvSpPr>
            <p:spPr>
              <a:xfrm rot="10800000">
                <a:off x="8886438" y="12095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2" name="Google Shape;2322;g3b499654e41_0_3712"/>
              <p:cNvSpPr/>
              <p:nvPr/>
            </p:nvSpPr>
            <p:spPr>
              <a:xfrm rot="10800000">
                <a:off x="8695083" y="6494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3" name="Google Shape;2323;g3b499654e41_0_3712"/>
              <p:cNvSpPr/>
              <p:nvPr/>
            </p:nvSpPr>
            <p:spPr>
              <a:xfrm rot="5400000">
                <a:off x="425209" y="19584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4" name="Google Shape;2324;g3b499654e41_0_3712"/>
              <p:cNvSpPr/>
              <p:nvPr/>
            </p:nvSpPr>
            <p:spPr>
              <a:xfrm rot="5400000">
                <a:off x="25375" y="1957600"/>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5" name="Google Shape;2325;g3b499654e41_0_3712"/>
            <p:cNvGrpSpPr/>
            <p:nvPr/>
          </p:nvGrpSpPr>
          <p:grpSpPr>
            <a:xfrm>
              <a:off x="7280000" y="4709075"/>
              <a:ext cx="1111343" cy="1111343"/>
              <a:chOff x="8307725" y="278700"/>
              <a:chExt cx="1111343" cy="1111343"/>
            </a:xfrm>
          </p:grpSpPr>
          <p:sp>
            <p:nvSpPr>
              <p:cNvPr id="2326" name="Google Shape;2326;g3b499654e41_0_371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7" name="Google Shape;2327;g3b499654e41_0_371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328" name="Shape 2328"/>
        <p:cNvGrpSpPr/>
        <p:nvPr/>
      </p:nvGrpSpPr>
      <p:grpSpPr>
        <a:xfrm>
          <a:off x="0" y="0"/>
          <a:ext cx="0" cy="0"/>
          <a:chOff x="0" y="0"/>
          <a:chExt cx="0" cy="0"/>
        </a:xfrm>
      </p:grpSpPr>
      <p:sp>
        <p:nvSpPr>
          <p:cNvPr id="2329" name="Google Shape;2329;g3b499654e41_0_3753"/>
          <p:cNvSpPr txBox="1"/>
          <p:nvPr>
            <p:ph type="title"/>
          </p:nvPr>
        </p:nvSpPr>
        <p:spPr>
          <a:xfrm>
            <a:off x="720000" y="4014450"/>
            <a:ext cx="7704000" cy="5727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2330" name="Google Shape;2330;g3b499654e41_0_3753"/>
          <p:cNvGrpSpPr/>
          <p:nvPr/>
        </p:nvGrpSpPr>
        <p:grpSpPr>
          <a:xfrm>
            <a:off x="-530043" y="-2869459"/>
            <a:ext cx="9459677" cy="5795406"/>
            <a:chOff x="-530043" y="-2869459"/>
            <a:chExt cx="9459677" cy="5795406"/>
          </a:xfrm>
        </p:grpSpPr>
        <p:grpSp>
          <p:nvGrpSpPr>
            <p:cNvPr id="2331" name="Google Shape;2331;g3b499654e41_0_3753"/>
            <p:cNvGrpSpPr/>
            <p:nvPr/>
          </p:nvGrpSpPr>
          <p:grpSpPr>
            <a:xfrm>
              <a:off x="-530043" y="-946454"/>
              <a:ext cx="2550619" cy="3872400"/>
              <a:chOff x="1857762" y="2762827"/>
              <a:chExt cx="2550619" cy="3872400"/>
            </a:xfrm>
          </p:grpSpPr>
          <p:cxnSp>
            <p:nvCxnSpPr>
              <p:cNvPr id="2332" name="Google Shape;2332;g3b499654e41_0_3753"/>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333" name="Google Shape;2333;g3b499654e41_0_3753"/>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2334" name="Google Shape;2334;g3b499654e41_0_3753"/>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35" name="Google Shape;2335;g3b499654e41_0_3753"/>
            <p:cNvGrpSpPr/>
            <p:nvPr/>
          </p:nvGrpSpPr>
          <p:grpSpPr>
            <a:xfrm flipH="1" rot="5400000">
              <a:off x="-1083006" y="-1247557"/>
              <a:ext cx="3859204" cy="615399"/>
              <a:chOff x="-6675" y="307100"/>
              <a:chExt cx="9140700" cy="4634025"/>
            </a:xfrm>
          </p:grpSpPr>
          <p:cxnSp>
            <p:nvCxnSpPr>
              <p:cNvPr id="2336" name="Google Shape;2336;g3b499654e41_0_3753"/>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37" name="Google Shape;2337;g3b499654e41_0_3753"/>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38" name="Google Shape;2338;g3b499654e41_0_3753"/>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39" name="Google Shape;2339;g3b499654e41_0_3753"/>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40" name="Google Shape;2340;g3b499654e41_0_3753"/>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41" name="Google Shape;2341;g3b499654e41_0_375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42" name="Google Shape;2342;g3b499654e41_0_375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43" name="Google Shape;2343;g3b499654e41_0_375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44" name="Google Shape;2344;g3b499654e41_0_375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45" name="Google Shape;2345;g3b499654e41_0_375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nvGrpSpPr>
            <p:cNvPr id="2346" name="Google Shape;2346;g3b499654e41_0_3753"/>
            <p:cNvGrpSpPr/>
            <p:nvPr/>
          </p:nvGrpSpPr>
          <p:grpSpPr>
            <a:xfrm>
              <a:off x="8248399" y="-1632737"/>
              <a:ext cx="681235" cy="3360486"/>
              <a:chOff x="8248399" y="-1632737"/>
              <a:chExt cx="681235" cy="3360486"/>
            </a:xfrm>
          </p:grpSpPr>
          <p:grpSp>
            <p:nvGrpSpPr>
              <p:cNvPr id="2347" name="Google Shape;2347;g3b499654e41_0_3753"/>
              <p:cNvGrpSpPr/>
              <p:nvPr/>
            </p:nvGrpSpPr>
            <p:grpSpPr>
              <a:xfrm flipH="1">
                <a:off x="8248399" y="-1632737"/>
                <a:ext cx="681216" cy="3360486"/>
                <a:chOff x="1337800" y="-2525590"/>
                <a:chExt cx="1498167" cy="7390555"/>
              </a:xfrm>
            </p:grpSpPr>
            <p:cxnSp>
              <p:nvCxnSpPr>
                <p:cNvPr id="2348" name="Google Shape;2348;g3b499654e41_0_3753"/>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349" name="Google Shape;2349;g3b499654e41_0_3753"/>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350" name="Google Shape;2350;g3b499654e41_0_3753"/>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1" name="Google Shape;2351;g3b499654e41_0_3753"/>
              <p:cNvGrpSpPr/>
              <p:nvPr/>
            </p:nvGrpSpPr>
            <p:grpSpPr>
              <a:xfrm>
                <a:off x="8436314" y="360846"/>
                <a:ext cx="493320" cy="357312"/>
                <a:chOff x="1722354" y="229144"/>
                <a:chExt cx="1748743" cy="1266614"/>
              </a:xfrm>
            </p:grpSpPr>
            <p:sp>
              <p:nvSpPr>
                <p:cNvPr id="2352" name="Google Shape;2352;g3b499654e41_0_375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g3b499654e41_0_375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2354" name="Google Shape;2354;g3b499654e41_0_3753"/>
          <p:cNvGrpSpPr/>
          <p:nvPr/>
        </p:nvGrpSpPr>
        <p:grpSpPr>
          <a:xfrm>
            <a:off x="-150883" y="1137478"/>
            <a:ext cx="9080518" cy="813868"/>
            <a:chOff x="-150883" y="1137478"/>
            <a:chExt cx="9080518" cy="813868"/>
          </a:xfrm>
        </p:grpSpPr>
        <p:sp>
          <p:nvSpPr>
            <p:cNvPr id="2355" name="Google Shape;2355;g3b499654e41_0_3753"/>
            <p:cNvSpPr/>
            <p:nvPr/>
          </p:nvSpPr>
          <p:spPr>
            <a:xfrm flipH="1" rot="5400000">
              <a:off x="49529" y="9370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g3b499654e41_0_3753"/>
            <p:cNvSpPr/>
            <p:nvPr/>
          </p:nvSpPr>
          <p:spPr>
            <a:xfrm flipH="1">
              <a:off x="8889579" y="15104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7" name="Google Shape;2357;g3b499654e41_0_3753"/>
          <p:cNvGrpSpPr/>
          <p:nvPr/>
        </p:nvGrpSpPr>
        <p:grpSpPr>
          <a:xfrm>
            <a:off x="-201760" y="1366771"/>
            <a:ext cx="9923304" cy="3117922"/>
            <a:chOff x="-201760" y="1366771"/>
            <a:chExt cx="9923304" cy="3117922"/>
          </a:xfrm>
        </p:grpSpPr>
        <p:grpSp>
          <p:nvGrpSpPr>
            <p:cNvPr id="2358" name="Google Shape;2358;g3b499654e41_0_3753"/>
            <p:cNvGrpSpPr/>
            <p:nvPr/>
          </p:nvGrpSpPr>
          <p:grpSpPr>
            <a:xfrm>
              <a:off x="8610200" y="3373350"/>
              <a:ext cx="1111343" cy="1111343"/>
              <a:chOff x="8307725" y="278700"/>
              <a:chExt cx="1111343" cy="1111343"/>
            </a:xfrm>
          </p:grpSpPr>
          <p:sp>
            <p:nvSpPr>
              <p:cNvPr id="2359" name="Google Shape;2359;g3b499654e41_0_3753"/>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g3b499654e41_0_3753"/>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1" name="Google Shape;2361;g3b499654e41_0_3753"/>
            <p:cNvGrpSpPr/>
            <p:nvPr/>
          </p:nvGrpSpPr>
          <p:grpSpPr>
            <a:xfrm flipH="1">
              <a:off x="8674231" y="1727755"/>
              <a:ext cx="247278" cy="1160061"/>
              <a:chOff x="1463894" y="1434556"/>
              <a:chExt cx="247278" cy="1160061"/>
            </a:xfrm>
          </p:grpSpPr>
          <p:sp>
            <p:nvSpPr>
              <p:cNvPr id="2362" name="Google Shape;2362;g3b499654e41_0_3753"/>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3" name="Google Shape;2363;g3b499654e41_0_3753"/>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4" name="Google Shape;2364;g3b499654e41_0_3753"/>
            <p:cNvGrpSpPr/>
            <p:nvPr/>
          </p:nvGrpSpPr>
          <p:grpSpPr>
            <a:xfrm flipH="1" rot="5400000">
              <a:off x="254631" y="910380"/>
              <a:ext cx="247278" cy="1160061"/>
              <a:chOff x="1463894" y="1434556"/>
              <a:chExt cx="247278" cy="1160061"/>
            </a:xfrm>
          </p:grpSpPr>
          <p:sp>
            <p:nvSpPr>
              <p:cNvPr id="2365" name="Google Shape;2365;g3b499654e41_0_3753"/>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6" name="Google Shape;2366;g3b499654e41_0_3753"/>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2367" name="Shape 2367"/>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2368" name="Shape 2368"/>
        <p:cNvGrpSpPr/>
        <p:nvPr/>
      </p:nvGrpSpPr>
      <p:grpSpPr>
        <a:xfrm>
          <a:off x="0" y="0"/>
          <a:ext cx="0" cy="0"/>
          <a:chOff x="0" y="0"/>
          <a:chExt cx="0" cy="0"/>
        </a:xfrm>
      </p:grpSpPr>
      <p:sp>
        <p:nvSpPr>
          <p:cNvPr id="2369" name="Google Shape;2369;g3b499654e41_0_379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70" name="Google Shape;2370;g3b499654e41_0_3793"/>
          <p:cNvSpPr txBox="1"/>
          <p:nvPr>
            <p:ph idx="1" type="subTitle"/>
          </p:nvPr>
        </p:nvSpPr>
        <p:spPr>
          <a:xfrm>
            <a:off x="720000" y="1067776"/>
            <a:ext cx="7704000" cy="87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grpSp>
        <p:nvGrpSpPr>
          <p:cNvPr id="2371" name="Google Shape;2371;g3b499654e41_0_3793"/>
          <p:cNvGrpSpPr/>
          <p:nvPr/>
        </p:nvGrpSpPr>
        <p:grpSpPr>
          <a:xfrm>
            <a:off x="248963" y="1017730"/>
            <a:ext cx="8980468" cy="3860779"/>
            <a:chOff x="248963" y="1017730"/>
            <a:chExt cx="8980468" cy="3860779"/>
          </a:xfrm>
        </p:grpSpPr>
        <p:sp>
          <p:nvSpPr>
            <p:cNvPr id="2372" name="Google Shape;2372;g3b499654e41_0_3793"/>
            <p:cNvSpPr/>
            <p:nvPr/>
          </p:nvSpPr>
          <p:spPr>
            <a:xfrm>
              <a:off x="422688" y="131788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3" name="Google Shape;2373;g3b499654e41_0_3793"/>
            <p:cNvSpPr/>
            <p:nvPr/>
          </p:nvSpPr>
          <p:spPr>
            <a:xfrm>
              <a:off x="248963" y="101773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74" name="Google Shape;2374;g3b499654e41_0_3793"/>
            <p:cNvGrpSpPr/>
            <p:nvPr/>
          </p:nvGrpSpPr>
          <p:grpSpPr>
            <a:xfrm rot="-5400000">
              <a:off x="8742913" y="4391992"/>
              <a:ext cx="206891" cy="766144"/>
              <a:chOff x="8650702" y="3525402"/>
              <a:chExt cx="206891" cy="766144"/>
            </a:xfrm>
          </p:grpSpPr>
          <p:sp>
            <p:nvSpPr>
              <p:cNvPr id="2375" name="Google Shape;2375;g3b499654e41_0_3793"/>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6" name="Google Shape;2376;g3b499654e41_0_3793"/>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377" name="Google Shape;2377;g3b499654e41_0_3793"/>
          <p:cNvGrpSpPr/>
          <p:nvPr/>
        </p:nvGrpSpPr>
        <p:grpSpPr>
          <a:xfrm>
            <a:off x="250498" y="1721188"/>
            <a:ext cx="8259949" cy="2990485"/>
            <a:chOff x="250498" y="1721188"/>
            <a:chExt cx="8259949" cy="2990485"/>
          </a:xfrm>
        </p:grpSpPr>
        <p:sp>
          <p:nvSpPr>
            <p:cNvPr id="2378" name="Google Shape;2378;g3b499654e41_0_3793"/>
            <p:cNvSpPr/>
            <p:nvPr/>
          </p:nvSpPr>
          <p:spPr>
            <a:xfrm rot="10800000">
              <a:off x="250498" y="17211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9" name="Google Shape;2379;g3b499654e41_0_3793"/>
            <p:cNvSpPr/>
            <p:nvPr/>
          </p:nvSpPr>
          <p:spPr>
            <a:xfrm rot="-5400000">
              <a:off x="8269979" y="4471205"/>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80" name="Google Shape;2380;g3b499654e41_0_3793"/>
          <p:cNvGrpSpPr/>
          <p:nvPr/>
        </p:nvGrpSpPr>
        <p:grpSpPr>
          <a:xfrm>
            <a:off x="-2218609" y="-174950"/>
            <a:ext cx="12004520" cy="8522877"/>
            <a:chOff x="-2218609" y="-174950"/>
            <a:chExt cx="12004520" cy="8522877"/>
          </a:xfrm>
        </p:grpSpPr>
        <p:sp>
          <p:nvSpPr>
            <p:cNvPr id="2381" name="Google Shape;2381;g3b499654e41_0_3793"/>
            <p:cNvSpPr/>
            <p:nvPr/>
          </p:nvSpPr>
          <p:spPr>
            <a:xfrm>
              <a:off x="-2218609" y="-174950"/>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2382" name="Google Shape;2382;g3b499654e41_0_3793"/>
            <p:cNvGrpSpPr/>
            <p:nvPr/>
          </p:nvGrpSpPr>
          <p:grpSpPr>
            <a:xfrm flipH="1" rot="-5400000">
              <a:off x="7449713" y="4739626"/>
              <a:ext cx="493320" cy="357312"/>
              <a:chOff x="1722354" y="229144"/>
              <a:chExt cx="1748743" cy="1266614"/>
            </a:xfrm>
          </p:grpSpPr>
          <p:sp>
            <p:nvSpPr>
              <p:cNvPr id="2383" name="Google Shape;2383;g3b499654e41_0_379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4" name="Google Shape;2384;g3b499654e41_0_379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85" name="Google Shape;2385;g3b499654e41_0_3793"/>
            <p:cNvSpPr/>
            <p:nvPr/>
          </p:nvSpPr>
          <p:spPr>
            <a:xfrm flipH="1" rot="10800000">
              <a:off x="8147148" y="2028637"/>
              <a:ext cx="1521858" cy="631929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nvGrpSpPr>
            <p:cNvPr id="2386" name="Google Shape;2386;g3b499654e41_0_3793"/>
            <p:cNvGrpSpPr/>
            <p:nvPr/>
          </p:nvGrpSpPr>
          <p:grpSpPr>
            <a:xfrm flipH="1">
              <a:off x="8820653" y="3237868"/>
              <a:ext cx="965258" cy="273510"/>
              <a:chOff x="-6675" y="2881558"/>
              <a:chExt cx="9140700" cy="2059567"/>
            </a:xfrm>
          </p:grpSpPr>
          <p:cxnSp>
            <p:nvCxnSpPr>
              <p:cNvPr id="2387" name="Google Shape;2387;g3b499654e41_0_3793"/>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88" name="Google Shape;2388;g3b499654e41_0_3793"/>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89" name="Google Shape;2389;g3b499654e41_0_3793"/>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90" name="Google Shape;2390;g3b499654e41_0_3793"/>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391" name="Google Shape;2391;g3b499654e41_0_3793"/>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sp>
        <p:nvSpPr>
          <p:cNvPr id="2392" name="Google Shape;2392;g3b499654e41_0_379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_1">
    <p:spTree>
      <p:nvGrpSpPr>
        <p:cNvPr id="2393" name="Shape 2393"/>
        <p:cNvGrpSpPr/>
        <p:nvPr/>
      </p:nvGrpSpPr>
      <p:grpSpPr>
        <a:xfrm>
          <a:off x="0" y="0"/>
          <a:ext cx="0" cy="0"/>
          <a:chOff x="0" y="0"/>
          <a:chExt cx="0" cy="0"/>
        </a:xfrm>
      </p:grpSpPr>
      <p:sp>
        <p:nvSpPr>
          <p:cNvPr id="2394" name="Google Shape;2394;g3b499654e41_0_38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95" name="Google Shape;2395;g3b499654e41_0_3818"/>
          <p:cNvSpPr txBox="1"/>
          <p:nvPr>
            <p:ph idx="1" type="subTitle"/>
          </p:nvPr>
        </p:nvSpPr>
        <p:spPr>
          <a:xfrm>
            <a:off x="720000" y="1150950"/>
            <a:ext cx="7704000" cy="29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SzPts val="1200"/>
              <a:buFont typeface="Nunito Light"/>
              <a:buChar char="○"/>
              <a:defRPr/>
            </a:lvl2pPr>
            <a:lvl3pPr lvl="2" algn="ctr">
              <a:lnSpc>
                <a:spcPct val="100000"/>
              </a:lnSpc>
              <a:spcBef>
                <a:spcPts val="0"/>
              </a:spcBef>
              <a:spcAft>
                <a:spcPts val="0"/>
              </a:spcAft>
              <a:buSzPts val="1200"/>
              <a:buFont typeface="Nunito Light"/>
              <a:buChar char="■"/>
              <a:defRPr/>
            </a:lvl3pPr>
            <a:lvl4pPr lvl="3" algn="ctr">
              <a:lnSpc>
                <a:spcPct val="100000"/>
              </a:lnSpc>
              <a:spcBef>
                <a:spcPts val="0"/>
              </a:spcBef>
              <a:spcAft>
                <a:spcPts val="0"/>
              </a:spcAft>
              <a:buSzPts val="1200"/>
              <a:buFont typeface="Nunito Light"/>
              <a:buChar char="●"/>
              <a:defRPr/>
            </a:lvl4pPr>
            <a:lvl5pPr lvl="4" algn="ctr">
              <a:lnSpc>
                <a:spcPct val="100000"/>
              </a:lnSpc>
              <a:spcBef>
                <a:spcPts val="0"/>
              </a:spcBef>
              <a:spcAft>
                <a:spcPts val="0"/>
              </a:spcAft>
              <a:buSzPts val="1200"/>
              <a:buFont typeface="Nunito Light"/>
              <a:buChar char="○"/>
              <a:defRPr/>
            </a:lvl5pPr>
            <a:lvl6pPr lvl="5" algn="ctr">
              <a:lnSpc>
                <a:spcPct val="100000"/>
              </a:lnSpc>
              <a:spcBef>
                <a:spcPts val="0"/>
              </a:spcBef>
              <a:spcAft>
                <a:spcPts val="0"/>
              </a:spcAft>
              <a:buSzPts val="1200"/>
              <a:buFont typeface="Nunito Light"/>
              <a:buChar char="■"/>
              <a:defRPr/>
            </a:lvl6pPr>
            <a:lvl7pPr lvl="6" algn="ctr">
              <a:lnSpc>
                <a:spcPct val="100000"/>
              </a:lnSpc>
              <a:spcBef>
                <a:spcPts val="0"/>
              </a:spcBef>
              <a:spcAft>
                <a:spcPts val="0"/>
              </a:spcAft>
              <a:buSzPts val="1200"/>
              <a:buFont typeface="Nunito Light"/>
              <a:buChar char="●"/>
              <a:defRPr/>
            </a:lvl7pPr>
            <a:lvl8pPr lvl="7" algn="ctr">
              <a:lnSpc>
                <a:spcPct val="100000"/>
              </a:lnSpc>
              <a:spcBef>
                <a:spcPts val="0"/>
              </a:spcBef>
              <a:spcAft>
                <a:spcPts val="0"/>
              </a:spcAft>
              <a:buSzPts val="1200"/>
              <a:buFont typeface="Nunito Light"/>
              <a:buChar char="○"/>
              <a:defRPr/>
            </a:lvl8pPr>
            <a:lvl9pPr lvl="8" algn="ctr">
              <a:lnSpc>
                <a:spcPct val="100000"/>
              </a:lnSpc>
              <a:spcBef>
                <a:spcPts val="0"/>
              </a:spcBef>
              <a:spcAft>
                <a:spcPts val="0"/>
              </a:spcAft>
              <a:buSzPts val="1200"/>
              <a:buFont typeface="Nunito Light"/>
              <a:buChar char="■"/>
              <a:defRPr/>
            </a:lvl9pPr>
          </a:lstStyle>
          <a:p/>
        </p:txBody>
      </p:sp>
      <p:grpSp>
        <p:nvGrpSpPr>
          <p:cNvPr id="2396" name="Google Shape;2396;g3b499654e41_0_3818"/>
          <p:cNvGrpSpPr/>
          <p:nvPr/>
        </p:nvGrpSpPr>
        <p:grpSpPr>
          <a:xfrm>
            <a:off x="8393651" y="-1627766"/>
            <a:ext cx="614899" cy="2881847"/>
            <a:chOff x="1337784" y="-2525559"/>
            <a:chExt cx="1352318" cy="6337908"/>
          </a:xfrm>
        </p:grpSpPr>
        <p:cxnSp>
          <p:nvCxnSpPr>
            <p:cNvPr id="2397" name="Google Shape;2397;g3b499654e41_0_3818"/>
            <p:cNvCxnSpPr/>
            <p:nvPr/>
          </p:nvCxnSpPr>
          <p:spPr>
            <a:xfrm rot="10800000">
              <a:off x="1337784" y="-2525559"/>
              <a:ext cx="0" cy="4990500"/>
            </a:xfrm>
            <a:prstGeom prst="straightConnector1">
              <a:avLst/>
            </a:prstGeom>
            <a:noFill/>
            <a:ln cap="flat" cmpd="sng" w="9525">
              <a:solidFill>
                <a:schemeClr val="accent2"/>
              </a:solidFill>
              <a:prstDash val="solid"/>
              <a:round/>
              <a:headEnd len="sm" w="sm" type="none"/>
              <a:tailEnd len="sm" w="sm" type="none"/>
            </a:ln>
          </p:spPr>
        </p:cxnSp>
        <p:cxnSp>
          <p:nvCxnSpPr>
            <p:cNvPr id="2398" name="Google Shape;2398;g3b499654e41_0_3818"/>
            <p:cNvCxnSpPr/>
            <p:nvPr/>
          </p:nvCxnSpPr>
          <p:spPr>
            <a:xfrm>
              <a:off x="1337784" y="2466654"/>
              <a:ext cx="984900" cy="970200"/>
            </a:xfrm>
            <a:prstGeom prst="straightConnector1">
              <a:avLst/>
            </a:prstGeom>
            <a:noFill/>
            <a:ln cap="flat" cmpd="sng" w="9525">
              <a:solidFill>
                <a:schemeClr val="accent2"/>
              </a:solidFill>
              <a:prstDash val="solid"/>
              <a:round/>
              <a:headEnd len="sm" w="sm" type="none"/>
              <a:tailEnd len="sm" w="sm" type="none"/>
            </a:ln>
          </p:spPr>
        </p:cxnSp>
        <p:sp>
          <p:nvSpPr>
            <p:cNvPr id="2399" name="Google Shape;2399;g3b499654e41_0_3818"/>
            <p:cNvSpPr/>
            <p:nvPr/>
          </p:nvSpPr>
          <p:spPr>
            <a:xfrm rot="5400000">
              <a:off x="2266990" y="3389237"/>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0" name="Google Shape;2400;g3b499654e41_0_3818"/>
          <p:cNvGrpSpPr/>
          <p:nvPr/>
        </p:nvGrpSpPr>
        <p:grpSpPr>
          <a:xfrm>
            <a:off x="6485555" y="4129788"/>
            <a:ext cx="269696" cy="1209439"/>
            <a:chOff x="6933883" y="3613321"/>
            <a:chExt cx="269696" cy="1209439"/>
          </a:xfrm>
        </p:grpSpPr>
        <p:sp>
          <p:nvSpPr>
            <p:cNvPr id="2401" name="Google Shape;2401;g3b499654e41_0_3818"/>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g3b499654e41_0_3818"/>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03" name="Google Shape;2403;g3b499654e41_0_381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04" name="Shape 2404"/>
        <p:cNvGrpSpPr/>
        <p:nvPr/>
      </p:nvGrpSpPr>
      <p:grpSpPr>
        <a:xfrm>
          <a:off x="0" y="0"/>
          <a:ext cx="0" cy="0"/>
          <a:chOff x="0" y="0"/>
          <a:chExt cx="0" cy="0"/>
        </a:xfrm>
      </p:grpSpPr>
      <p:sp>
        <p:nvSpPr>
          <p:cNvPr id="2405" name="Google Shape;2405;g3b499654e41_0_38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2pPr>
            <a:lvl3pPr lvl="2"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3pPr>
            <a:lvl4pPr lvl="3"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4pPr>
            <a:lvl5pPr lvl="4"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5pPr>
            <a:lvl6pPr lvl="5"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6pPr>
            <a:lvl7pPr lvl="6"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7pPr>
            <a:lvl8pPr lvl="7"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8pPr>
            <a:lvl9pPr lvl="8" algn="l">
              <a:lnSpc>
                <a:spcPct val="100000"/>
              </a:lnSpc>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2406" name="Google Shape;2406;g3b499654e41_0_3829"/>
          <p:cNvSpPr txBox="1"/>
          <p:nvPr>
            <p:ph idx="1" type="subTitle"/>
          </p:nvPr>
        </p:nvSpPr>
        <p:spPr>
          <a:xfrm>
            <a:off x="1182950" y="1729925"/>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7" name="Google Shape;2407;g3b499654e41_0_3829"/>
          <p:cNvSpPr txBox="1"/>
          <p:nvPr>
            <p:ph idx="2" type="subTitle"/>
          </p:nvPr>
        </p:nvSpPr>
        <p:spPr>
          <a:xfrm>
            <a:off x="3580856"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8" name="Google Shape;2408;g3b499654e41_0_3829"/>
          <p:cNvSpPr txBox="1"/>
          <p:nvPr>
            <p:ph idx="3" type="subTitle"/>
          </p:nvPr>
        </p:nvSpPr>
        <p:spPr>
          <a:xfrm>
            <a:off x="11829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09" name="Google Shape;2409;g3b499654e41_0_3829"/>
          <p:cNvSpPr txBox="1"/>
          <p:nvPr>
            <p:ph idx="4" type="subTitle"/>
          </p:nvPr>
        </p:nvSpPr>
        <p:spPr>
          <a:xfrm>
            <a:off x="357900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10" name="Google Shape;2410;g3b499654e41_0_3829"/>
          <p:cNvSpPr txBox="1"/>
          <p:nvPr>
            <p:ph idx="5" type="subTitle"/>
          </p:nvPr>
        </p:nvSpPr>
        <p:spPr>
          <a:xfrm>
            <a:off x="5975050" y="1729934"/>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11" name="Google Shape;2411;g3b499654e41_0_3829"/>
          <p:cNvSpPr txBox="1"/>
          <p:nvPr>
            <p:ph idx="6" type="subTitle"/>
          </p:nvPr>
        </p:nvSpPr>
        <p:spPr>
          <a:xfrm>
            <a:off x="5975050" y="3419050"/>
            <a:ext cx="1986000" cy="100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12" name="Google Shape;2412;g3b499654e41_0_3829"/>
          <p:cNvSpPr txBox="1"/>
          <p:nvPr>
            <p:ph idx="7" type="subTitle"/>
          </p:nvPr>
        </p:nvSpPr>
        <p:spPr>
          <a:xfrm>
            <a:off x="1190750" y="1396451"/>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413" name="Google Shape;2413;g3b499654e41_0_3829"/>
          <p:cNvSpPr txBox="1"/>
          <p:nvPr>
            <p:ph idx="8" type="subTitle"/>
          </p:nvPr>
        </p:nvSpPr>
        <p:spPr>
          <a:xfrm>
            <a:off x="3584756"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414" name="Google Shape;2414;g3b499654e41_0_3829"/>
          <p:cNvSpPr txBox="1"/>
          <p:nvPr>
            <p:ph idx="9" type="subTitle"/>
          </p:nvPr>
        </p:nvSpPr>
        <p:spPr>
          <a:xfrm>
            <a:off x="5978950" y="1396458"/>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415" name="Google Shape;2415;g3b499654e41_0_3829"/>
          <p:cNvSpPr txBox="1"/>
          <p:nvPr>
            <p:ph idx="13" type="subTitle"/>
          </p:nvPr>
        </p:nvSpPr>
        <p:spPr>
          <a:xfrm>
            <a:off x="1182950" y="3082550"/>
            <a:ext cx="19860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416" name="Google Shape;2416;g3b499654e41_0_3829"/>
          <p:cNvSpPr txBox="1"/>
          <p:nvPr>
            <p:ph idx="14" type="subTitle"/>
          </p:nvPr>
        </p:nvSpPr>
        <p:spPr>
          <a:xfrm>
            <a:off x="358475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2417" name="Google Shape;2417;g3b499654e41_0_3829"/>
          <p:cNvSpPr txBox="1"/>
          <p:nvPr>
            <p:ph idx="15" type="subTitle"/>
          </p:nvPr>
        </p:nvSpPr>
        <p:spPr>
          <a:xfrm>
            <a:off x="5978948" y="3082550"/>
            <a:ext cx="1978200" cy="46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2418" name="Google Shape;2418;g3b499654e41_0_3829"/>
          <p:cNvGrpSpPr/>
          <p:nvPr/>
        </p:nvGrpSpPr>
        <p:grpSpPr>
          <a:xfrm>
            <a:off x="-173589" y="2054902"/>
            <a:ext cx="8977957" cy="875138"/>
            <a:chOff x="-173589" y="2054902"/>
            <a:chExt cx="8977957" cy="875138"/>
          </a:xfrm>
        </p:grpSpPr>
        <p:sp>
          <p:nvSpPr>
            <p:cNvPr id="2419" name="Google Shape;2419;g3b499654e41_0_3829"/>
            <p:cNvSpPr/>
            <p:nvPr/>
          </p:nvSpPr>
          <p:spPr>
            <a:xfrm flipH="1" rot="-5400000">
              <a:off x="157300" y="26709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0" name="Google Shape;2420;g3b499654e41_0_3829"/>
            <p:cNvSpPr/>
            <p:nvPr/>
          </p:nvSpPr>
          <p:spPr>
            <a:xfrm flipH="1" rot="-5400000">
              <a:off x="42350" y="24235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21" name="Google Shape;2421;g3b499654e41_0_3829"/>
            <p:cNvGrpSpPr/>
            <p:nvPr/>
          </p:nvGrpSpPr>
          <p:grpSpPr>
            <a:xfrm flipH="1" rot="10800000">
              <a:off x="8597477" y="2054902"/>
              <a:ext cx="206891" cy="766144"/>
              <a:chOff x="8650702" y="3525402"/>
              <a:chExt cx="206891" cy="766144"/>
            </a:xfrm>
          </p:grpSpPr>
          <p:sp>
            <p:nvSpPr>
              <p:cNvPr id="2422" name="Google Shape;2422;g3b499654e41_0_3829"/>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g3b499654e41_0_3829"/>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424" name="Google Shape;2424;g3b499654e41_0_3829"/>
          <p:cNvGrpSpPr/>
          <p:nvPr/>
        </p:nvGrpSpPr>
        <p:grpSpPr>
          <a:xfrm>
            <a:off x="756786" y="700836"/>
            <a:ext cx="8183234" cy="4589198"/>
            <a:chOff x="756786" y="700836"/>
            <a:chExt cx="8183234" cy="4589198"/>
          </a:xfrm>
        </p:grpSpPr>
        <p:sp>
          <p:nvSpPr>
            <p:cNvPr id="2425" name="Google Shape;2425;g3b499654e41_0_3829"/>
            <p:cNvSpPr/>
            <p:nvPr/>
          </p:nvSpPr>
          <p:spPr>
            <a:xfrm flipH="1">
              <a:off x="756786" y="484915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g3b499654e41_0_3829"/>
            <p:cNvSpPr/>
            <p:nvPr/>
          </p:nvSpPr>
          <p:spPr>
            <a:xfrm flipH="1" rot="10800000">
              <a:off x="8899964" y="700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7" name="Google Shape;2427;g3b499654e41_0_3829"/>
          <p:cNvGrpSpPr/>
          <p:nvPr/>
        </p:nvGrpSpPr>
        <p:grpSpPr>
          <a:xfrm>
            <a:off x="-418722" y="-549400"/>
            <a:ext cx="9906876" cy="5811597"/>
            <a:chOff x="-418722" y="-549400"/>
            <a:chExt cx="9906876" cy="5811597"/>
          </a:xfrm>
        </p:grpSpPr>
        <p:grpSp>
          <p:nvGrpSpPr>
            <p:cNvPr id="2428" name="Google Shape;2428;g3b499654e41_0_3829"/>
            <p:cNvGrpSpPr/>
            <p:nvPr/>
          </p:nvGrpSpPr>
          <p:grpSpPr>
            <a:xfrm flipH="1" rot="10800000">
              <a:off x="8269288" y="182196"/>
              <a:ext cx="493320" cy="357312"/>
              <a:chOff x="1722354" y="229144"/>
              <a:chExt cx="1748743" cy="1266614"/>
            </a:xfrm>
          </p:grpSpPr>
          <p:sp>
            <p:nvSpPr>
              <p:cNvPr id="2429" name="Google Shape;2429;g3b499654e41_0_382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g3b499654e41_0_382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1" name="Google Shape;2431;g3b499654e41_0_3829"/>
            <p:cNvGrpSpPr/>
            <p:nvPr/>
          </p:nvGrpSpPr>
          <p:grpSpPr>
            <a:xfrm rot="10800000">
              <a:off x="-418722" y="3973293"/>
              <a:ext cx="965258" cy="273510"/>
              <a:chOff x="-6675" y="2881558"/>
              <a:chExt cx="9140700" cy="2059567"/>
            </a:xfrm>
          </p:grpSpPr>
          <p:cxnSp>
            <p:nvCxnSpPr>
              <p:cNvPr id="2432" name="Google Shape;2432;g3b499654e41_0_382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433" name="Google Shape;2433;g3b499654e41_0_382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434" name="Google Shape;2434;g3b499654e41_0_382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435" name="Google Shape;2435;g3b499654e41_0_382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436" name="Google Shape;2436;g3b499654e41_0_382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437" name="Google Shape;2437;g3b499654e41_0_3829"/>
            <p:cNvSpPr/>
            <p:nvPr/>
          </p:nvSpPr>
          <p:spPr>
            <a:xfrm flipH="1" rot="-5400000">
              <a:off x="-642564" y="4073091"/>
              <a:ext cx="2068124" cy="310088"/>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2438" name="Google Shape;2438;g3b499654e41_0_3829"/>
            <p:cNvSpPr/>
            <p:nvPr/>
          </p:nvSpPr>
          <p:spPr>
            <a:xfrm flipH="1">
              <a:off x="8573201" y="-549400"/>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sp>
        <p:nvSpPr>
          <p:cNvPr id="2439" name="Google Shape;2439;g3b499654e41_0_3829"/>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40" name="Shape 2440"/>
        <p:cNvGrpSpPr/>
        <p:nvPr/>
      </p:nvGrpSpPr>
      <p:grpSpPr>
        <a:xfrm>
          <a:off x="0" y="0"/>
          <a:ext cx="0" cy="0"/>
          <a:chOff x="0" y="0"/>
          <a:chExt cx="0" cy="0"/>
        </a:xfrm>
      </p:grpSpPr>
      <p:sp>
        <p:nvSpPr>
          <p:cNvPr id="2441" name="Google Shape;2441;g3b499654e41_0_3865"/>
          <p:cNvSpPr txBox="1"/>
          <p:nvPr>
            <p:ph type="title"/>
          </p:nvPr>
        </p:nvSpPr>
        <p:spPr>
          <a:xfrm>
            <a:off x="1022225" y="296549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2442" name="Google Shape;2442;g3b499654e41_0_3865"/>
          <p:cNvSpPr txBox="1"/>
          <p:nvPr>
            <p:ph idx="1" type="subTitle"/>
          </p:nvPr>
        </p:nvSpPr>
        <p:spPr>
          <a:xfrm>
            <a:off x="1022225"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2443" name="Google Shape;2443;g3b499654e41_0_3865"/>
          <p:cNvSpPr txBox="1"/>
          <p:nvPr>
            <p:ph idx="2" type="title"/>
          </p:nvPr>
        </p:nvSpPr>
        <p:spPr>
          <a:xfrm>
            <a:off x="3035252" y="132017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2444" name="Google Shape;2444;g3b499654e41_0_3865"/>
          <p:cNvSpPr txBox="1"/>
          <p:nvPr>
            <p:ph idx="3" type="subTitle"/>
          </p:nvPr>
        </p:nvSpPr>
        <p:spPr>
          <a:xfrm>
            <a:off x="3035252" y="2095118"/>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2445" name="Google Shape;2445;g3b499654e41_0_3865"/>
          <p:cNvSpPr txBox="1"/>
          <p:nvPr>
            <p:ph idx="4" type="title"/>
          </p:nvPr>
        </p:nvSpPr>
        <p:spPr>
          <a:xfrm>
            <a:off x="5048280" y="2965495"/>
            <a:ext cx="3382500" cy="768900"/>
          </a:xfrm>
          <a:prstGeom prst="rect">
            <a:avLst/>
          </a:prstGeom>
          <a:solidFill>
            <a:srgbClr val="FFFFFF">
              <a:alpha val="7058"/>
            </a:srgbClr>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algn="ctr">
              <a:lnSpc>
                <a:spcPct val="100000"/>
              </a:lnSpc>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p:txBody>
      </p:sp>
      <p:sp>
        <p:nvSpPr>
          <p:cNvPr id="2446" name="Google Shape;2446;g3b499654e41_0_3865"/>
          <p:cNvSpPr txBox="1"/>
          <p:nvPr>
            <p:ph idx="5" type="subTitle"/>
          </p:nvPr>
        </p:nvSpPr>
        <p:spPr>
          <a:xfrm>
            <a:off x="5048280" y="3740150"/>
            <a:ext cx="3382500" cy="38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p:txBody>
      </p:sp>
      <p:sp>
        <p:nvSpPr>
          <p:cNvPr id="2447" name="Google Shape;2447;g3b499654e41_0_3865"/>
          <p:cNvSpPr/>
          <p:nvPr/>
        </p:nvSpPr>
        <p:spPr>
          <a:xfrm rot="5400000">
            <a:off x="9120511" y="6970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48" name="Google Shape;2448;g3b499654e41_0_3865"/>
          <p:cNvGrpSpPr/>
          <p:nvPr/>
        </p:nvGrpSpPr>
        <p:grpSpPr>
          <a:xfrm>
            <a:off x="-739800" y="415859"/>
            <a:ext cx="10142602" cy="2150259"/>
            <a:chOff x="-739800" y="415859"/>
            <a:chExt cx="10142602" cy="2150259"/>
          </a:xfrm>
        </p:grpSpPr>
        <p:grpSp>
          <p:nvGrpSpPr>
            <p:cNvPr id="2449" name="Google Shape;2449;g3b499654e41_0_3865"/>
            <p:cNvGrpSpPr/>
            <p:nvPr/>
          </p:nvGrpSpPr>
          <p:grpSpPr>
            <a:xfrm rot="5400000">
              <a:off x="8699132" y="-40532"/>
              <a:ext cx="247278" cy="1160061"/>
              <a:chOff x="1463894" y="1434556"/>
              <a:chExt cx="247278" cy="1160061"/>
            </a:xfrm>
          </p:grpSpPr>
          <p:sp>
            <p:nvSpPr>
              <p:cNvPr id="2450" name="Google Shape;2450;g3b499654e41_0_3865"/>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1" name="Google Shape;2451;g3b499654e41_0_3865"/>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2" name="Google Shape;2452;g3b499654e41_0_3865"/>
            <p:cNvGrpSpPr/>
            <p:nvPr/>
          </p:nvGrpSpPr>
          <p:grpSpPr>
            <a:xfrm>
              <a:off x="-739800" y="1454775"/>
              <a:ext cx="1111343" cy="1111343"/>
              <a:chOff x="8307725" y="278700"/>
              <a:chExt cx="1111343" cy="1111343"/>
            </a:xfrm>
          </p:grpSpPr>
          <p:sp>
            <p:nvSpPr>
              <p:cNvPr id="2453" name="Google Shape;2453;g3b499654e41_0_3865"/>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g3b499654e41_0_3865"/>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455" name="Google Shape;2455;g3b499654e41_0_3865"/>
          <p:cNvGrpSpPr/>
          <p:nvPr/>
        </p:nvGrpSpPr>
        <p:grpSpPr>
          <a:xfrm>
            <a:off x="-1303829" y="-3621215"/>
            <a:ext cx="10223939" cy="10252965"/>
            <a:chOff x="-1340979" y="-3183302"/>
            <a:chExt cx="10223939" cy="10252965"/>
          </a:xfrm>
        </p:grpSpPr>
        <p:grpSp>
          <p:nvGrpSpPr>
            <p:cNvPr id="2456" name="Google Shape;2456;g3b499654e41_0_3865"/>
            <p:cNvGrpSpPr/>
            <p:nvPr/>
          </p:nvGrpSpPr>
          <p:grpSpPr>
            <a:xfrm>
              <a:off x="1836073" y="2152994"/>
              <a:ext cx="7046888" cy="4916668"/>
              <a:chOff x="1836073" y="2152994"/>
              <a:chExt cx="7046888" cy="4916668"/>
            </a:xfrm>
          </p:grpSpPr>
          <p:grpSp>
            <p:nvGrpSpPr>
              <p:cNvPr id="2457" name="Google Shape;2457;g3b499654e41_0_3865"/>
              <p:cNvGrpSpPr/>
              <p:nvPr/>
            </p:nvGrpSpPr>
            <p:grpSpPr>
              <a:xfrm rot="10800000">
                <a:off x="8201744" y="2152994"/>
                <a:ext cx="681216" cy="3360486"/>
                <a:chOff x="1337800" y="-2525590"/>
                <a:chExt cx="1498167" cy="7390555"/>
              </a:xfrm>
            </p:grpSpPr>
            <p:cxnSp>
              <p:nvCxnSpPr>
                <p:cNvPr id="2458" name="Google Shape;2458;g3b499654e41_0_3865"/>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459" name="Google Shape;2459;g3b499654e41_0_3865"/>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460" name="Google Shape;2460;g3b499654e41_0_3865"/>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61" name="Google Shape;2461;g3b499654e41_0_3865"/>
              <p:cNvGrpSpPr/>
              <p:nvPr/>
            </p:nvGrpSpPr>
            <p:grpSpPr>
              <a:xfrm flipH="1" rot="5400000">
                <a:off x="2496963" y="3858153"/>
                <a:ext cx="2550619" cy="3872400"/>
                <a:chOff x="1857762" y="2762827"/>
                <a:chExt cx="2550619" cy="3872400"/>
              </a:xfrm>
            </p:grpSpPr>
            <p:cxnSp>
              <p:nvCxnSpPr>
                <p:cNvPr id="2462" name="Google Shape;2462;g3b499654e41_0_3865"/>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463" name="Google Shape;2463;g3b499654e41_0_3865"/>
                <p:cNvCxnSpPr/>
                <p:nvPr/>
              </p:nvCxnSpPr>
              <p:spPr>
                <a:xfrm rot="-5400000">
                  <a:off x="3788541" y="4241677"/>
                  <a:ext cx="464100" cy="450600"/>
                </a:xfrm>
                <a:prstGeom prst="straightConnector1">
                  <a:avLst/>
                </a:prstGeom>
                <a:noFill/>
                <a:ln cap="flat" cmpd="sng" w="9525">
                  <a:solidFill>
                    <a:schemeClr val="accent1"/>
                  </a:solidFill>
                  <a:prstDash val="solid"/>
                  <a:round/>
                  <a:headEnd len="sm" w="sm" type="none"/>
                  <a:tailEnd len="sm" w="sm" type="none"/>
                </a:ln>
              </p:spPr>
            </p:cxnSp>
            <p:sp>
              <p:nvSpPr>
                <p:cNvPr id="2464" name="Google Shape;2464;g3b499654e41_0_3865"/>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65" name="Google Shape;2465;g3b499654e41_0_3865"/>
            <p:cNvSpPr/>
            <p:nvPr/>
          </p:nvSpPr>
          <p:spPr>
            <a:xfrm flipH="1" rot="-5400000">
              <a:off x="229850" y="-2095662"/>
              <a:ext cx="1197198" cy="4338856"/>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466" name="Google Shape;2466;g3b499654e41_0_3865"/>
            <p:cNvGrpSpPr/>
            <p:nvPr/>
          </p:nvGrpSpPr>
          <p:grpSpPr>
            <a:xfrm rot="-5400000">
              <a:off x="1113139" y="743909"/>
              <a:ext cx="493320" cy="357312"/>
              <a:chOff x="1722354" y="229144"/>
              <a:chExt cx="1748743" cy="1266614"/>
            </a:xfrm>
          </p:grpSpPr>
          <p:sp>
            <p:nvSpPr>
              <p:cNvPr id="2467" name="Google Shape;2467;g3b499654e41_0_386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8" name="Google Shape;2468;g3b499654e41_0_386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69" name="Google Shape;2469;g3b499654e41_0_3865"/>
            <p:cNvGrpSpPr/>
            <p:nvPr/>
          </p:nvGrpSpPr>
          <p:grpSpPr>
            <a:xfrm rot="5400000">
              <a:off x="-1009099" y="-1561400"/>
              <a:ext cx="3859204" cy="615399"/>
              <a:chOff x="-6675" y="307100"/>
              <a:chExt cx="9140700" cy="4634025"/>
            </a:xfrm>
          </p:grpSpPr>
          <p:cxnSp>
            <p:nvCxnSpPr>
              <p:cNvPr id="2470" name="Google Shape;2470;g3b499654e41_0_3865"/>
              <p:cNvCxnSpPr/>
              <p:nvPr/>
            </p:nvCxnSpPr>
            <p:spPr>
              <a:xfrm>
                <a:off x="-6675" y="30710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1" name="Google Shape;2471;g3b499654e41_0_3865"/>
              <p:cNvCxnSpPr/>
              <p:nvPr/>
            </p:nvCxnSpPr>
            <p:spPr>
              <a:xfrm>
                <a:off x="-6675" y="133688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2" name="Google Shape;2472;g3b499654e41_0_3865"/>
              <p:cNvCxnSpPr/>
              <p:nvPr/>
            </p:nvCxnSpPr>
            <p:spPr>
              <a:xfrm>
                <a:off x="-6675" y="82199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3" name="Google Shape;2473;g3b499654e41_0_3865"/>
              <p:cNvCxnSpPr/>
              <p:nvPr/>
            </p:nvCxnSpPr>
            <p:spPr>
              <a:xfrm>
                <a:off x="-6675" y="1851775"/>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4" name="Google Shape;2474;g3b499654e41_0_3865"/>
              <p:cNvCxnSpPr/>
              <p:nvPr/>
            </p:nvCxnSpPr>
            <p:spPr>
              <a:xfrm>
                <a:off x="-6675" y="2366667"/>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5" name="Google Shape;2475;g3b499654e41_0_3865"/>
              <p:cNvCxnSpPr/>
              <p:nvPr/>
            </p:nvCxnSpPr>
            <p:spPr>
              <a:xfrm>
                <a:off x="-6675" y="2881558"/>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6" name="Google Shape;2476;g3b499654e41_0_3865"/>
              <p:cNvCxnSpPr/>
              <p:nvPr/>
            </p:nvCxnSpPr>
            <p:spPr>
              <a:xfrm>
                <a:off x="-6675" y="3396450"/>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7" name="Google Shape;2477;g3b499654e41_0_3865"/>
              <p:cNvCxnSpPr/>
              <p:nvPr/>
            </p:nvCxnSpPr>
            <p:spPr>
              <a:xfrm>
                <a:off x="-6675" y="3911342"/>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8" name="Google Shape;2478;g3b499654e41_0_3865"/>
              <p:cNvCxnSpPr/>
              <p:nvPr/>
            </p:nvCxnSpPr>
            <p:spPr>
              <a:xfrm>
                <a:off x="-6675" y="4426233"/>
                <a:ext cx="9140700" cy="0"/>
              </a:xfrm>
              <a:prstGeom prst="straightConnector1">
                <a:avLst/>
              </a:prstGeom>
              <a:noFill/>
              <a:ln cap="flat" cmpd="sng" w="9525">
                <a:solidFill>
                  <a:schemeClr val="accent2"/>
                </a:solidFill>
                <a:prstDash val="solid"/>
                <a:round/>
                <a:headEnd len="sm" w="sm" type="none"/>
                <a:tailEnd len="sm" w="sm" type="none"/>
              </a:ln>
            </p:spPr>
          </p:cxnSp>
          <p:cxnSp>
            <p:nvCxnSpPr>
              <p:cNvPr id="2479" name="Google Shape;2479;g3b499654e41_0_3865"/>
              <p:cNvCxnSpPr/>
              <p:nvPr/>
            </p:nvCxnSpPr>
            <p:spPr>
              <a:xfrm>
                <a:off x="-6675" y="4941125"/>
                <a:ext cx="9140700" cy="0"/>
              </a:xfrm>
              <a:prstGeom prst="straightConnector1">
                <a:avLst/>
              </a:prstGeom>
              <a:noFill/>
              <a:ln cap="flat" cmpd="sng" w="9525">
                <a:solidFill>
                  <a:schemeClr val="accent2"/>
                </a:solidFill>
                <a:prstDash val="solid"/>
                <a:round/>
                <a:headEnd len="sm" w="sm" type="none"/>
                <a:tailEnd len="sm" w="sm" type="none"/>
              </a:ln>
            </p:spPr>
          </p:cxnSp>
        </p:gr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480" name="Shape 2480"/>
        <p:cNvGrpSpPr/>
        <p:nvPr/>
      </p:nvGrpSpPr>
      <p:grpSpPr>
        <a:xfrm>
          <a:off x="0" y="0"/>
          <a:ext cx="0" cy="0"/>
          <a:chOff x="0" y="0"/>
          <a:chExt cx="0" cy="0"/>
        </a:xfrm>
      </p:grpSpPr>
      <p:sp>
        <p:nvSpPr>
          <p:cNvPr id="2481" name="Google Shape;2481;g3b499654e41_0_390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482" name="Google Shape;2482;g3b499654e41_0_3905"/>
          <p:cNvGrpSpPr/>
          <p:nvPr/>
        </p:nvGrpSpPr>
        <p:grpSpPr>
          <a:xfrm>
            <a:off x="998300" y="1868336"/>
            <a:ext cx="7850818" cy="2922793"/>
            <a:chOff x="998300" y="1868336"/>
            <a:chExt cx="7850818" cy="2922793"/>
          </a:xfrm>
        </p:grpSpPr>
        <p:sp>
          <p:nvSpPr>
            <p:cNvPr id="2483" name="Google Shape;2483;g3b499654e41_0_3905"/>
            <p:cNvSpPr/>
            <p:nvPr/>
          </p:nvSpPr>
          <p:spPr>
            <a:xfrm rot="10800000">
              <a:off x="8809062" y="18683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4" name="Google Shape;2484;g3b499654e41_0_3905"/>
            <p:cNvSpPr/>
            <p:nvPr/>
          </p:nvSpPr>
          <p:spPr>
            <a:xfrm rot="5400000">
              <a:off x="1198712" y="4550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85" name="Google Shape;2485;g3b499654e41_0_3905"/>
          <p:cNvGrpSpPr/>
          <p:nvPr/>
        </p:nvGrpSpPr>
        <p:grpSpPr>
          <a:xfrm>
            <a:off x="1588038" y="2433589"/>
            <a:ext cx="7438818" cy="2528056"/>
            <a:chOff x="1588038" y="2433589"/>
            <a:chExt cx="7438818" cy="2528056"/>
          </a:xfrm>
        </p:grpSpPr>
        <p:grpSp>
          <p:nvGrpSpPr>
            <p:cNvPr id="2486" name="Google Shape;2486;g3b499654e41_0_3905"/>
            <p:cNvGrpSpPr/>
            <p:nvPr/>
          </p:nvGrpSpPr>
          <p:grpSpPr>
            <a:xfrm>
              <a:off x="8849114" y="2433589"/>
              <a:ext cx="177741" cy="1555069"/>
              <a:chOff x="8535452" y="862252"/>
              <a:chExt cx="177741" cy="1555069"/>
            </a:xfrm>
          </p:grpSpPr>
          <p:sp>
            <p:nvSpPr>
              <p:cNvPr id="2487" name="Google Shape;2487;g3b499654e41_0_3905"/>
              <p:cNvSpPr/>
              <p:nvPr/>
            </p:nvSpPr>
            <p:spPr>
              <a:xfrm rot="10800000">
                <a:off x="8670077" y="862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g3b499654e41_0_3905"/>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89" name="Google Shape;2489;g3b499654e41_0_3905"/>
            <p:cNvGrpSpPr/>
            <p:nvPr/>
          </p:nvGrpSpPr>
          <p:grpSpPr>
            <a:xfrm rot="5400000">
              <a:off x="1804739" y="4491002"/>
              <a:ext cx="253941" cy="687344"/>
              <a:chOff x="8459252" y="1335702"/>
              <a:chExt cx="253941" cy="687344"/>
            </a:xfrm>
          </p:grpSpPr>
          <p:sp>
            <p:nvSpPr>
              <p:cNvPr id="2490" name="Google Shape;2490;g3b499654e41_0_3905"/>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g3b499654e41_0_3905"/>
              <p:cNvSpPr/>
              <p:nvPr/>
            </p:nvSpPr>
            <p:spPr>
              <a:xfrm rot="10800000">
                <a:off x="84592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92" name="Google Shape;2492;g3b499654e41_0_390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93" name="Google Shape;2493;g3b499654e41_0_3905"/>
          <p:cNvGrpSpPr/>
          <p:nvPr/>
        </p:nvGrpSpPr>
        <p:grpSpPr>
          <a:xfrm>
            <a:off x="-1189524" y="-111325"/>
            <a:ext cx="10408499" cy="5362150"/>
            <a:chOff x="-1189524" y="-111325"/>
            <a:chExt cx="10408499" cy="5362150"/>
          </a:xfrm>
        </p:grpSpPr>
        <p:grpSp>
          <p:nvGrpSpPr>
            <p:cNvPr id="2494" name="Google Shape;2494;g3b499654e41_0_3905"/>
            <p:cNvGrpSpPr/>
            <p:nvPr/>
          </p:nvGrpSpPr>
          <p:grpSpPr>
            <a:xfrm>
              <a:off x="-1189524" y="-111325"/>
              <a:ext cx="10408499" cy="5362150"/>
              <a:chOff x="-1189524" y="-111325"/>
              <a:chExt cx="10408499" cy="5362150"/>
            </a:xfrm>
          </p:grpSpPr>
          <p:sp>
            <p:nvSpPr>
              <p:cNvPr id="2495" name="Google Shape;2495;g3b499654e41_0_3905"/>
              <p:cNvSpPr/>
              <p:nvPr/>
            </p:nvSpPr>
            <p:spPr>
              <a:xfrm>
                <a:off x="8138725" y="-111325"/>
                <a:ext cx="1080250" cy="3643550"/>
              </a:xfrm>
              <a:custGeom>
                <a:rect b="b" l="l" r="r" t="t"/>
                <a:pathLst>
                  <a:path extrusionOk="0" h="145742" w="43210">
                    <a:moveTo>
                      <a:pt x="43210" y="145742"/>
                    </a:moveTo>
                    <a:lnTo>
                      <a:pt x="19027" y="121559"/>
                    </a:lnTo>
                    <a:lnTo>
                      <a:pt x="19027" y="73316"/>
                    </a:lnTo>
                    <a:lnTo>
                      <a:pt x="29523" y="62820"/>
                    </a:lnTo>
                    <a:lnTo>
                      <a:pt x="29523" y="27405"/>
                    </a:lnTo>
                    <a:lnTo>
                      <a:pt x="2117" y="0"/>
                    </a:lnTo>
                    <a:lnTo>
                      <a:pt x="0" y="2117"/>
                    </a:lnTo>
                  </a:path>
                </a:pathLst>
              </a:custGeom>
              <a:noFill/>
              <a:ln cap="flat" cmpd="sng" w="9525">
                <a:solidFill>
                  <a:schemeClr val="accent1"/>
                </a:solidFill>
                <a:prstDash val="solid"/>
                <a:round/>
                <a:headEnd len="sm" w="sm" type="none"/>
                <a:tailEnd len="sm" w="sm" type="none"/>
              </a:ln>
            </p:spPr>
          </p:sp>
          <p:sp>
            <p:nvSpPr>
              <p:cNvPr id="2496" name="Google Shape;2496;g3b499654e41_0_3905"/>
              <p:cNvSpPr/>
              <p:nvPr/>
            </p:nvSpPr>
            <p:spPr>
              <a:xfrm>
                <a:off x="340625" y="2654525"/>
                <a:ext cx="340625" cy="2596300"/>
              </a:xfrm>
              <a:custGeom>
                <a:rect b="b" l="l" r="r" t="t"/>
                <a:pathLst>
                  <a:path extrusionOk="0" h="103852" w="13625">
                    <a:moveTo>
                      <a:pt x="13625" y="103852"/>
                    </a:moveTo>
                    <a:lnTo>
                      <a:pt x="13625" y="82738"/>
                    </a:lnTo>
                    <a:lnTo>
                      <a:pt x="0" y="69112"/>
                    </a:lnTo>
                    <a:lnTo>
                      <a:pt x="0" y="0"/>
                    </a:lnTo>
                  </a:path>
                </a:pathLst>
              </a:custGeom>
              <a:noFill/>
              <a:ln cap="flat" cmpd="sng" w="9525">
                <a:solidFill>
                  <a:schemeClr val="accent1"/>
                </a:solidFill>
                <a:prstDash val="solid"/>
                <a:round/>
                <a:headEnd len="sm" w="sm" type="none"/>
                <a:tailEnd len="sm" w="sm" type="none"/>
              </a:ln>
            </p:spPr>
          </p:sp>
          <p:grpSp>
            <p:nvGrpSpPr>
              <p:cNvPr id="2497" name="Google Shape;2497;g3b499654e41_0_3905"/>
              <p:cNvGrpSpPr/>
              <p:nvPr/>
            </p:nvGrpSpPr>
            <p:grpSpPr>
              <a:xfrm>
                <a:off x="-1189524" y="3454366"/>
                <a:ext cx="1530153" cy="273510"/>
                <a:chOff x="-6675" y="2881558"/>
                <a:chExt cx="9140700" cy="2059567"/>
              </a:xfrm>
            </p:grpSpPr>
            <p:cxnSp>
              <p:nvCxnSpPr>
                <p:cNvPr id="2498" name="Google Shape;2498;g3b499654e41_0_390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499" name="Google Shape;2499;g3b499654e41_0_390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00" name="Google Shape;2500;g3b499654e41_0_390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01" name="Google Shape;2501;g3b499654e41_0_390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02" name="Google Shape;2502;g3b499654e41_0_390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503" name="Google Shape;2503;g3b499654e41_0_3905"/>
            <p:cNvGrpSpPr/>
            <p:nvPr/>
          </p:nvGrpSpPr>
          <p:grpSpPr>
            <a:xfrm rot="5400000">
              <a:off x="2331733" y="4765920"/>
              <a:ext cx="493320" cy="357312"/>
              <a:chOff x="1722354" y="229144"/>
              <a:chExt cx="1748743" cy="1266614"/>
            </a:xfrm>
          </p:grpSpPr>
          <p:sp>
            <p:nvSpPr>
              <p:cNvPr id="2504" name="Google Shape;2504;g3b499654e41_0_390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g3b499654e41_0_390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506" name="Shape 2506"/>
        <p:cNvGrpSpPr/>
        <p:nvPr/>
      </p:nvGrpSpPr>
      <p:grpSpPr>
        <a:xfrm>
          <a:off x="0" y="0"/>
          <a:ext cx="0" cy="0"/>
          <a:chOff x="0" y="0"/>
          <a:chExt cx="0" cy="0"/>
        </a:xfrm>
      </p:grpSpPr>
      <p:sp>
        <p:nvSpPr>
          <p:cNvPr id="2507" name="Google Shape;2507;g3b499654e41_0_39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508" name="Google Shape;2508;g3b499654e41_0_3931"/>
          <p:cNvGrpSpPr/>
          <p:nvPr/>
        </p:nvGrpSpPr>
        <p:grpSpPr>
          <a:xfrm>
            <a:off x="-116589" y="2639527"/>
            <a:ext cx="8996157" cy="1843388"/>
            <a:chOff x="-116589" y="2639527"/>
            <a:chExt cx="8996157" cy="1843388"/>
          </a:xfrm>
        </p:grpSpPr>
        <p:sp>
          <p:nvSpPr>
            <p:cNvPr id="2509" name="Google Shape;2509;g3b499654e41_0_3931"/>
            <p:cNvSpPr/>
            <p:nvPr/>
          </p:nvSpPr>
          <p:spPr>
            <a:xfrm flipH="1" rot="-5400000">
              <a:off x="399500" y="42238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0" name="Google Shape;2510;g3b499654e41_0_3931"/>
            <p:cNvSpPr/>
            <p:nvPr/>
          </p:nvSpPr>
          <p:spPr>
            <a:xfrm flipH="1" rot="-5400000">
              <a:off x="99350" y="405013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11" name="Google Shape;2511;g3b499654e41_0_3931"/>
            <p:cNvGrpSpPr/>
            <p:nvPr/>
          </p:nvGrpSpPr>
          <p:grpSpPr>
            <a:xfrm flipH="1" rot="10800000">
              <a:off x="8672677" y="2639527"/>
              <a:ext cx="206891" cy="766144"/>
              <a:chOff x="8650702" y="3525402"/>
              <a:chExt cx="206891" cy="766144"/>
            </a:xfrm>
          </p:grpSpPr>
          <p:sp>
            <p:nvSpPr>
              <p:cNvPr id="2512" name="Google Shape;2512;g3b499654e41_0_3931"/>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3" name="Google Shape;2513;g3b499654e41_0_3931"/>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14" name="Google Shape;2514;g3b499654e41_0_3931"/>
          <p:cNvGrpSpPr/>
          <p:nvPr/>
        </p:nvGrpSpPr>
        <p:grpSpPr>
          <a:xfrm>
            <a:off x="2729174" y="3358511"/>
            <a:ext cx="6150396" cy="1485586"/>
            <a:chOff x="2729174" y="3358511"/>
            <a:chExt cx="6150396" cy="1485586"/>
          </a:xfrm>
        </p:grpSpPr>
        <p:sp>
          <p:nvSpPr>
            <p:cNvPr id="2515" name="Google Shape;2515;g3b499654e41_0_3931"/>
            <p:cNvSpPr/>
            <p:nvPr/>
          </p:nvSpPr>
          <p:spPr>
            <a:xfrm flipH="1" rot="5400000">
              <a:off x="2929586" y="46036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6" name="Google Shape;2516;g3b499654e41_0_3931"/>
            <p:cNvSpPr/>
            <p:nvPr/>
          </p:nvSpPr>
          <p:spPr>
            <a:xfrm flipH="1" rot="10800000">
              <a:off x="8839514" y="3358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7" name="Google Shape;2517;g3b499654e41_0_3931"/>
          <p:cNvGrpSpPr/>
          <p:nvPr/>
        </p:nvGrpSpPr>
        <p:grpSpPr>
          <a:xfrm>
            <a:off x="-1381309" y="-1875175"/>
            <a:ext cx="10981145" cy="7138446"/>
            <a:chOff x="-1381309" y="-1875175"/>
            <a:chExt cx="10981145" cy="7138446"/>
          </a:xfrm>
        </p:grpSpPr>
        <p:sp>
          <p:nvSpPr>
            <p:cNvPr id="2518" name="Google Shape;2518;g3b499654e41_0_3931"/>
            <p:cNvSpPr/>
            <p:nvPr/>
          </p:nvSpPr>
          <p:spPr>
            <a:xfrm flipH="1" rot="10800000">
              <a:off x="-1381309" y="4693337"/>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grpSp>
          <p:nvGrpSpPr>
            <p:cNvPr id="2519" name="Google Shape;2519;g3b499654e41_0_3931"/>
            <p:cNvGrpSpPr/>
            <p:nvPr/>
          </p:nvGrpSpPr>
          <p:grpSpPr>
            <a:xfrm>
              <a:off x="8229051" y="-1875175"/>
              <a:ext cx="1370785" cy="4060575"/>
              <a:chOff x="8229051" y="-1875175"/>
              <a:chExt cx="1370785" cy="4060575"/>
            </a:xfrm>
          </p:grpSpPr>
          <p:grpSp>
            <p:nvGrpSpPr>
              <p:cNvPr id="2520" name="Google Shape;2520;g3b499654e41_0_3931"/>
              <p:cNvGrpSpPr/>
              <p:nvPr/>
            </p:nvGrpSpPr>
            <p:grpSpPr>
              <a:xfrm>
                <a:off x="8229051" y="-1875175"/>
                <a:ext cx="914953" cy="4060575"/>
                <a:chOff x="8229051" y="-1875175"/>
                <a:chExt cx="914953" cy="4060575"/>
              </a:xfrm>
            </p:grpSpPr>
            <p:grpSp>
              <p:nvGrpSpPr>
                <p:cNvPr id="2521" name="Google Shape;2521;g3b499654e41_0_3931"/>
                <p:cNvGrpSpPr/>
                <p:nvPr/>
              </p:nvGrpSpPr>
              <p:grpSpPr>
                <a:xfrm rot="-5400000">
                  <a:off x="8480363" y="1760084"/>
                  <a:ext cx="493320" cy="357312"/>
                  <a:chOff x="1722354" y="229144"/>
                  <a:chExt cx="1748743" cy="1266614"/>
                </a:xfrm>
              </p:grpSpPr>
              <p:sp>
                <p:nvSpPr>
                  <p:cNvPr id="2522" name="Google Shape;2522;g3b499654e41_0_393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3" name="Google Shape;2523;g3b499654e41_0_393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24" name="Google Shape;2524;g3b499654e41_0_3931"/>
                <p:cNvSpPr/>
                <p:nvPr/>
              </p:nvSpPr>
              <p:spPr>
                <a:xfrm>
                  <a:off x="8229051" y="-1875175"/>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sm" w="sm" type="none"/>
                  <a:tailEnd len="sm" w="sm" type="none"/>
                </a:ln>
              </p:spPr>
            </p:sp>
          </p:grpSp>
          <p:grpSp>
            <p:nvGrpSpPr>
              <p:cNvPr id="2525" name="Google Shape;2525;g3b499654e41_0_3931"/>
              <p:cNvGrpSpPr/>
              <p:nvPr/>
            </p:nvGrpSpPr>
            <p:grpSpPr>
              <a:xfrm rot="10800000">
                <a:off x="8634578" y="861418"/>
                <a:ext cx="965258" cy="273510"/>
                <a:chOff x="-6675" y="2881558"/>
                <a:chExt cx="9140700" cy="2059567"/>
              </a:xfrm>
            </p:grpSpPr>
            <p:cxnSp>
              <p:nvCxnSpPr>
                <p:cNvPr id="2526" name="Google Shape;2526;g3b499654e41_0_393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27" name="Google Shape;2527;g3b499654e41_0_393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28" name="Google Shape;2528;g3b499654e41_0_393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29" name="Google Shape;2529;g3b499654e41_0_393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30" name="Google Shape;2530;g3b499654e41_0_393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sp>
        <p:nvSpPr>
          <p:cNvPr id="2531" name="Google Shape;2531;g3b499654e41_0_393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32" name="Shape 2532"/>
        <p:cNvGrpSpPr/>
        <p:nvPr/>
      </p:nvGrpSpPr>
      <p:grpSpPr>
        <a:xfrm>
          <a:off x="0" y="0"/>
          <a:ext cx="0" cy="0"/>
          <a:chOff x="0" y="0"/>
          <a:chExt cx="0" cy="0"/>
        </a:xfrm>
      </p:grpSpPr>
      <p:sp>
        <p:nvSpPr>
          <p:cNvPr id="2533" name="Google Shape;2533;g3b499654e41_0_3957"/>
          <p:cNvSpPr txBox="1"/>
          <p:nvPr>
            <p:ph type="title"/>
          </p:nvPr>
        </p:nvSpPr>
        <p:spPr>
          <a:xfrm>
            <a:off x="1098475" y="834600"/>
            <a:ext cx="4448100" cy="97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sz="4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534" name="Google Shape;2534;g3b499654e41_0_3957"/>
          <p:cNvSpPr txBox="1"/>
          <p:nvPr>
            <p:ph idx="1" type="subTitle"/>
          </p:nvPr>
        </p:nvSpPr>
        <p:spPr>
          <a:xfrm>
            <a:off x="1098425" y="1805100"/>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35" name="Google Shape;2535;g3b499654e41_0_3957"/>
          <p:cNvSpPr txBox="1"/>
          <p:nvPr/>
        </p:nvSpPr>
        <p:spPr>
          <a:xfrm>
            <a:off x="1098425" y="3459550"/>
            <a:ext cx="4945800" cy="5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Hanken Grotesk"/>
                <a:ea typeface="Hanken Grotesk"/>
                <a:cs typeface="Hanken Grotesk"/>
                <a:sym typeface="Hanken Grotesk"/>
              </a:rPr>
              <a:t>CREDITS:</a:t>
            </a:r>
            <a:r>
              <a:rPr b="0" i="0" lang="en" sz="1200" u="none" cap="none" strike="noStrike">
                <a:solidFill>
                  <a:schemeClr val="dk1"/>
                </a:solidFill>
                <a:latin typeface="Hanken Grotesk"/>
                <a:ea typeface="Hanken Grotesk"/>
                <a:cs typeface="Hanken Grotesk"/>
                <a:sym typeface="Hanken Grotesk"/>
              </a:rPr>
              <a:t> This presentation template was created by </a:t>
            </a:r>
            <a:r>
              <a:rPr b="1" i="0" lang="en" sz="1200" u="sng" cap="none" strike="noStrike">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b="0" i="0" lang="en" sz="1200" u="none" cap="none" strike="noStrike">
                <a:solidFill>
                  <a:schemeClr val="dk1"/>
                </a:solidFill>
                <a:latin typeface="Hanken Grotesk"/>
                <a:ea typeface="Hanken Grotesk"/>
                <a:cs typeface="Hanken Grotesk"/>
                <a:sym typeface="Hanken Grotesk"/>
              </a:rPr>
              <a:t>, and includes icons by </a:t>
            </a:r>
            <a:r>
              <a:rPr b="1" i="0" lang="en" sz="1200" u="sng" cap="none" strike="noStrike">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b="0" i="0" lang="en" sz="1200" u="none" cap="none" strike="noStrike">
                <a:solidFill>
                  <a:schemeClr val="dk1"/>
                </a:solidFill>
                <a:latin typeface="Hanken Grotesk"/>
                <a:ea typeface="Hanken Grotesk"/>
                <a:cs typeface="Hanken Grotesk"/>
                <a:sym typeface="Hanken Grotesk"/>
              </a:rPr>
              <a:t>, and infographics &amp; images by </a:t>
            </a:r>
            <a:r>
              <a:rPr b="1" i="0" lang="en" sz="1200" u="sng" cap="none" strike="noStrike">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b="0" i="0" lang="en" sz="1200" u="sng" cap="none" strike="noStrike">
                <a:solidFill>
                  <a:schemeClr val="dk1"/>
                </a:solidFill>
                <a:latin typeface="Hanken Grotesk"/>
                <a:ea typeface="Hanken Grotesk"/>
                <a:cs typeface="Hanken Grotesk"/>
                <a:sym typeface="Hanken Grotesk"/>
              </a:rPr>
              <a:t> </a:t>
            </a:r>
            <a:endParaRPr b="1" i="0" sz="1200" u="sng" cap="none" strike="noStrike">
              <a:solidFill>
                <a:schemeClr val="dk1"/>
              </a:solidFill>
              <a:latin typeface="Hanken Grotesk"/>
              <a:ea typeface="Hanken Grotesk"/>
              <a:cs typeface="Hanken Grotesk"/>
              <a:sym typeface="Hanken Grotesk"/>
            </a:endParaRPr>
          </a:p>
        </p:txBody>
      </p:sp>
      <p:sp>
        <p:nvSpPr>
          <p:cNvPr id="2536" name="Google Shape;2536;g3b499654e41_0_3957"/>
          <p:cNvSpPr/>
          <p:nvPr/>
        </p:nvSpPr>
        <p:spPr>
          <a:xfrm rot="5400000">
            <a:off x="8249111" y="1753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37" name="Google Shape;2537;g3b499654e41_0_3957"/>
          <p:cNvGrpSpPr/>
          <p:nvPr/>
        </p:nvGrpSpPr>
        <p:grpSpPr>
          <a:xfrm>
            <a:off x="-563925" y="0"/>
            <a:ext cx="7843827" cy="1111343"/>
            <a:chOff x="-563925" y="0"/>
            <a:chExt cx="7843827" cy="1111343"/>
          </a:xfrm>
        </p:grpSpPr>
        <p:grpSp>
          <p:nvGrpSpPr>
            <p:cNvPr id="2538" name="Google Shape;2538;g3b499654e41_0_3957"/>
            <p:cNvGrpSpPr/>
            <p:nvPr/>
          </p:nvGrpSpPr>
          <p:grpSpPr>
            <a:xfrm rot="5400000">
              <a:off x="6576232" y="-80607"/>
              <a:ext cx="247278" cy="1160061"/>
              <a:chOff x="1463894" y="1434556"/>
              <a:chExt cx="247278" cy="1160061"/>
            </a:xfrm>
          </p:grpSpPr>
          <p:sp>
            <p:nvSpPr>
              <p:cNvPr id="2539" name="Google Shape;2539;g3b499654e41_0_3957"/>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0" name="Google Shape;2540;g3b499654e41_0_3957"/>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1" name="Google Shape;2541;g3b499654e41_0_3957"/>
            <p:cNvGrpSpPr/>
            <p:nvPr/>
          </p:nvGrpSpPr>
          <p:grpSpPr>
            <a:xfrm>
              <a:off x="-563925" y="0"/>
              <a:ext cx="1111343" cy="1111343"/>
              <a:chOff x="8307725" y="278700"/>
              <a:chExt cx="1111343" cy="1111343"/>
            </a:xfrm>
          </p:grpSpPr>
          <p:sp>
            <p:nvSpPr>
              <p:cNvPr id="2542" name="Google Shape;2542;g3b499654e41_0_3957"/>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3" name="Google Shape;2543;g3b499654e41_0_3957"/>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544" name="Shape 2544"/>
        <p:cNvGrpSpPr/>
        <p:nvPr/>
      </p:nvGrpSpPr>
      <p:grpSpPr>
        <a:xfrm>
          <a:off x="0" y="0"/>
          <a:ext cx="0" cy="0"/>
          <a:chOff x="0" y="0"/>
          <a:chExt cx="0" cy="0"/>
        </a:xfrm>
      </p:grpSpPr>
      <p:grpSp>
        <p:nvGrpSpPr>
          <p:cNvPr id="2545" name="Google Shape;2545;g3b499654e41_0_3969"/>
          <p:cNvGrpSpPr/>
          <p:nvPr/>
        </p:nvGrpSpPr>
        <p:grpSpPr>
          <a:xfrm>
            <a:off x="247028" y="2099252"/>
            <a:ext cx="8667366" cy="1707744"/>
            <a:chOff x="247028" y="2099252"/>
            <a:chExt cx="8667366" cy="1707744"/>
          </a:xfrm>
        </p:grpSpPr>
        <p:sp>
          <p:nvSpPr>
            <p:cNvPr id="2546" name="Google Shape;2546;g3b499654e41_0_3969"/>
            <p:cNvSpPr/>
            <p:nvPr/>
          </p:nvSpPr>
          <p:spPr>
            <a:xfrm flipH="1" rot="10800000">
              <a:off x="410803" y="2099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7" name="Google Shape;2547;g3b499654e41_0_3969"/>
            <p:cNvSpPr/>
            <p:nvPr/>
          </p:nvSpPr>
          <p:spPr>
            <a:xfrm flipH="1" rot="10800000">
              <a:off x="247028" y="2390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48" name="Google Shape;2548;g3b499654e41_0_3969"/>
            <p:cNvGrpSpPr/>
            <p:nvPr/>
          </p:nvGrpSpPr>
          <p:grpSpPr>
            <a:xfrm flipH="1">
              <a:off x="8707503" y="3040852"/>
              <a:ext cx="206891" cy="766144"/>
              <a:chOff x="8650702" y="3525402"/>
              <a:chExt cx="206891" cy="766144"/>
            </a:xfrm>
          </p:grpSpPr>
          <p:sp>
            <p:nvSpPr>
              <p:cNvPr id="2549" name="Google Shape;2549;g3b499654e41_0_3969"/>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g3b499654e41_0_3969"/>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51" name="Google Shape;2551;g3b499654e41_0_3969"/>
          <p:cNvGrpSpPr/>
          <p:nvPr/>
        </p:nvGrpSpPr>
        <p:grpSpPr>
          <a:xfrm>
            <a:off x="-796767" y="-1090157"/>
            <a:ext cx="11445399" cy="6549695"/>
            <a:chOff x="-796766" y="-1090157"/>
            <a:chExt cx="11445399" cy="6549695"/>
          </a:xfrm>
        </p:grpSpPr>
        <p:sp>
          <p:nvSpPr>
            <p:cNvPr id="2552" name="Google Shape;2552;g3b499654e41_0_3969"/>
            <p:cNvSpPr/>
            <p:nvPr/>
          </p:nvSpPr>
          <p:spPr>
            <a:xfrm flipH="1" rot="5400000">
              <a:off x="-365574" y="-152135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sm" w="sm" type="none"/>
              <a:tailEnd len="sm" w="sm" type="none"/>
            </a:ln>
          </p:spPr>
        </p:sp>
        <p:grpSp>
          <p:nvGrpSpPr>
            <p:cNvPr id="2553" name="Google Shape;2553;g3b499654e41_0_3969"/>
            <p:cNvGrpSpPr/>
            <p:nvPr/>
          </p:nvGrpSpPr>
          <p:grpSpPr>
            <a:xfrm rot="10800000">
              <a:off x="12" y="108546"/>
              <a:ext cx="493320" cy="357312"/>
              <a:chOff x="1722354" y="229144"/>
              <a:chExt cx="1748743" cy="1266614"/>
            </a:xfrm>
          </p:grpSpPr>
          <p:sp>
            <p:nvSpPr>
              <p:cNvPr id="2554" name="Google Shape;2554;g3b499654e41_0_396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g3b499654e41_0_396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56" name="Google Shape;2556;g3b499654e41_0_3969"/>
            <p:cNvSpPr/>
            <p:nvPr/>
          </p:nvSpPr>
          <p:spPr>
            <a:xfrm flipH="1" rot="-5400000">
              <a:off x="8788045" y="359895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sm" w="sm" type="none"/>
              <a:tailEnd len="sm" w="sm" type="none"/>
            </a:ln>
          </p:spPr>
        </p:sp>
        <p:grpSp>
          <p:nvGrpSpPr>
            <p:cNvPr id="2557" name="Google Shape;2557;g3b499654e41_0_3969"/>
            <p:cNvGrpSpPr/>
            <p:nvPr/>
          </p:nvGrpSpPr>
          <p:grpSpPr>
            <a:xfrm flipH="1" rot="-5400000">
              <a:off x="8489086" y="4163845"/>
              <a:ext cx="493320" cy="357312"/>
              <a:chOff x="1722354" y="229144"/>
              <a:chExt cx="1748743" cy="1266614"/>
            </a:xfrm>
          </p:grpSpPr>
          <p:sp>
            <p:nvSpPr>
              <p:cNvPr id="2558" name="Google Shape;2558;g3b499654e41_0_396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g3b499654e41_0_396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0" name="Google Shape;2560;g3b499654e41_0_3969"/>
            <p:cNvGrpSpPr/>
            <p:nvPr/>
          </p:nvGrpSpPr>
          <p:grpSpPr>
            <a:xfrm flipH="1" rot="5400000">
              <a:off x="765336" y="-239460"/>
              <a:ext cx="965258" cy="273510"/>
              <a:chOff x="-6675" y="2881558"/>
              <a:chExt cx="9140700" cy="2059567"/>
            </a:xfrm>
          </p:grpSpPr>
          <p:cxnSp>
            <p:nvCxnSpPr>
              <p:cNvPr id="2561" name="Google Shape;2561;g3b499654e41_0_3969"/>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62" name="Google Shape;2562;g3b499654e41_0_3969"/>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63" name="Google Shape;2563;g3b499654e41_0_3969"/>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64" name="Google Shape;2564;g3b499654e41_0_3969"/>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65" name="Google Shape;2565;g3b499654e41_0_3969"/>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grpSp>
      <p:grpSp>
        <p:nvGrpSpPr>
          <p:cNvPr id="2566" name="Google Shape;2566;g3b499654e41_0_3969"/>
          <p:cNvGrpSpPr/>
          <p:nvPr/>
        </p:nvGrpSpPr>
        <p:grpSpPr>
          <a:xfrm>
            <a:off x="248565" y="1658361"/>
            <a:ext cx="8665831" cy="946305"/>
            <a:chOff x="248565" y="1658361"/>
            <a:chExt cx="8665831" cy="946305"/>
          </a:xfrm>
        </p:grpSpPr>
        <p:sp>
          <p:nvSpPr>
            <p:cNvPr id="2567" name="Google Shape;2567;g3b499654e41_0_3969"/>
            <p:cNvSpPr/>
            <p:nvPr/>
          </p:nvSpPr>
          <p:spPr>
            <a:xfrm flipH="1" rot="10800000">
              <a:off x="248565" y="16583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g3b499654e41_0_3969"/>
            <p:cNvSpPr/>
            <p:nvPr/>
          </p:nvSpPr>
          <p:spPr>
            <a:xfrm flipH="1">
              <a:off x="8874340" y="21637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69" name="Google Shape;2569;g3b499654e41_0_3969"/>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570" name="Shape 2570"/>
        <p:cNvGrpSpPr/>
        <p:nvPr/>
      </p:nvGrpSpPr>
      <p:grpSpPr>
        <a:xfrm>
          <a:off x="0" y="0"/>
          <a:ext cx="0" cy="0"/>
          <a:chOff x="0" y="0"/>
          <a:chExt cx="0" cy="0"/>
        </a:xfrm>
      </p:grpSpPr>
      <p:grpSp>
        <p:nvGrpSpPr>
          <p:cNvPr id="2571" name="Google Shape;2571;g3b499654e41_0_3995"/>
          <p:cNvGrpSpPr/>
          <p:nvPr/>
        </p:nvGrpSpPr>
        <p:grpSpPr>
          <a:xfrm>
            <a:off x="248752" y="491529"/>
            <a:ext cx="8669349" cy="4596267"/>
            <a:chOff x="188277" y="445029"/>
            <a:chExt cx="8669349" cy="4596267"/>
          </a:xfrm>
        </p:grpSpPr>
        <p:sp>
          <p:nvSpPr>
            <p:cNvPr id="2572" name="Google Shape;2572;g3b499654e41_0_3995"/>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g3b499654e41_0_3995"/>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74" name="Google Shape;2574;g3b499654e41_0_3995"/>
            <p:cNvGrpSpPr/>
            <p:nvPr/>
          </p:nvGrpSpPr>
          <p:grpSpPr>
            <a:xfrm>
              <a:off x="188277" y="4275152"/>
              <a:ext cx="206891" cy="766144"/>
              <a:chOff x="8650702" y="3525402"/>
              <a:chExt cx="206891" cy="766144"/>
            </a:xfrm>
          </p:grpSpPr>
          <p:sp>
            <p:nvSpPr>
              <p:cNvPr id="2575" name="Google Shape;2575;g3b499654e41_0_399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6" name="Google Shape;2576;g3b499654e41_0_399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77" name="Google Shape;2577;g3b499654e41_0_3995"/>
          <p:cNvGrpSpPr/>
          <p:nvPr/>
        </p:nvGrpSpPr>
        <p:grpSpPr>
          <a:xfrm>
            <a:off x="315625" y="1279781"/>
            <a:ext cx="8602485" cy="1562435"/>
            <a:chOff x="174750" y="1380581"/>
            <a:chExt cx="8602485" cy="1562435"/>
          </a:xfrm>
        </p:grpSpPr>
        <p:sp>
          <p:nvSpPr>
            <p:cNvPr id="2578" name="Google Shape;2578;g3b499654e41_0_3995"/>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g3b499654e41_0_3995"/>
            <p:cNvSpPr/>
            <p:nvPr/>
          </p:nvSpPr>
          <p:spPr>
            <a:xfrm rot="10800000">
              <a:off x="174750" y="25021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0" name="Google Shape;2580;g3b499654e41_0_3995"/>
          <p:cNvGrpSpPr/>
          <p:nvPr/>
        </p:nvGrpSpPr>
        <p:grpSpPr>
          <a:xfrm>
            <a:off x="355674" y="-567309"/>
            <a:ext cx="8751501" cy="5946659"/>
            <a:chOff x="251624" y="-534009"/>
            <a:chExt cx="8751501" cy="5946659"/>
          </a:xfrm>
        </p:grpSpPr>
        <p:grpSp>
          <p:nvGrpSpPr>
            <p:cNvPr id="2581" name="Google Shape;2581;g3b499654e41_0_3995"/>
            <p:cNvGrpSpPr/>
            <p:nvPr/>
          </p:nvGrpSpPr>
          <p:grpSpPr>
            <a:xfrm rot="10800000">
              <a:off x="251624" y="3645746"/>
              <a:ext cx="493320" cy="357312"/>
              <a:chOff x="1722354" y="229144"/>
              <a:chExt cx="1748743" cy="1266614"/>
            </a:xfrm>
          </p:grpSpPr>
          <p:sp>
            <p:nvSpPr>
              <p:cNvPr id="2582" name="Google Shape;2582;g3b499654e41_0_3995"/>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g3b499654e41_0_3995"/>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4" name="Google Shape;2584;g3b499654e41_0_3995"/>
            <p:cNvGrpSpPr/>
            <p:nvPr/>
          </p:nvGrpSpPr>
          <p:grpSpPr>
            <a:xfrm flipH="1" rot="5400000">
              <a:off x="7247711" y="-188135"/>
              <a:ext cx="965258" cy="273510"/>
              <a:chOff x="-6675" y="2881558"/>
              <a:chExt cx="9140700" cy="2059567"/>
            </a:xfrm>
          </p:grpSpPr>
          <p:cxnSp>
            <p:nvCxnSpPr>
              <p:cNvPr id="2585" name="Google Shape;2585;g3b499654e41_0_3995"/>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86" name="Google Shape;2586;g3b499654e41_0_3995"/>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87" name="Google Shape;2587;g3b499654e41_0_3995"/>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88" name="Google Shape;2588;g3b499654e41_0_3995"/>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589" name="Google Shape;2589;g3b499654e41_0_3995"/>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590" name="Google Shape;2590;g3b499654e41_0_3995"/>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sm" w="sm" type="none"/>
              <a:tailEnd len="sm" w="sm" type="none"/>
            </a:ln>
          </p:spPr>
        </p:sp>
        <p:sp>
          <p:nvSpPr>
            <p:cNvPr id="2591" name="Google Shape;2591;g3b499654e41_0_3995"/>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sm" w="sm" type="none"/>
              <a:tailEnd len="sm" w="sm" type="none"/>
            </a:ln>
          </p:spPr>
        </p:sp>
      </p:grpSp>
      <p:sp>
        <p:nvSpPr>
          <p:cNvPr id="2592" name="Google Shape;2592;g3b499654e41_0_399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22" Type="http://schemas.openxmlformats.org/officeDocument/2006/relationships/slideLayout" Target="../slideLayouts/slideLayout45.xml"/><Relationship Id="rId10" Type="http://schemas.openxmlformats.org/officeDocument/2006/relationships/slideLayout" Target="../slideLayouts/slideLayout33.xml"/><Relationship Id="rId21" Type="http://schemas.openxmlformats.org/officeDocument/2006/relationships/slideLayout" Target="../slideLayouts/slideLayout44.xml"/><Relationship Id="rId13" Type="http://schemas.openxmlformats.org/officeDocument/2006/relationships/slideLayout" Target="../slideLayouts/slideLayout36.xml"/><Relationship Id="rId24" Type="http://schemas.openxmlformats.org/officeDocument/2006/relationships/theme" Target="../theme/theme3.xml"/><Relationship Id="rId12" Type="http://schemas.openxmlformats.org/officeDocument/2006/relationships/slideLayout" Target="../slideLayouts/slideLayout35.xml"/><Relationship Id="rId23" Type="http://schemas.openxmlformats.org/officeDocument/2006/relationships/slideLayout" Target="../slideLayouts/slideLayout46.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6.xml"/><Relationship Id="rId11" Type="http://schemas.openxmlformats.org/officeDocument/2006/relationships/slideLayout" Target="../slideLayouts/slideLayout57.xml"/><Relationship Id="rId22" Type="http://schemas.openxmlformats.org/officeDocument/2006/relationships/slideLayout" Target="../slideLayouts/slideLayout68.xml"/><Relationship Id="rId10" Type="http://schemas.openxmlformats.org/officeDocument/2006/relationships/slideLayout" Target="../slideLayouts/slideLayout56.xml"/><Relationship Id="rId21" Type="http://schemas.openxmlformats.org/officeDocument/2006/relationships/slideLayout" Target="../slideLayouts/slideLayout67.xml"/><Relationship Id="rId13" Type="http://schemas.openxmlformats.org/officeDocument/2006/relationships/slideLayout" Target="../slideLayouts/slideLayout59.xml"/><Relationship Id="rId24" Type="http://schemas.openxmlformats.org/officeDocument/2006/relationships/theme" Target="../theme/theme5.xml"/><Relationship Id="rId12" Type="http://schemas.openxmlformats.org/officeDocument/2006/relationships/slideLayout" Target="../slideLayouts/slideLayout58.xml"/><Relationship Id="rId23" Type="http://schemas.openxmlformats.org/officeDocument/2006/relationships/slideLayout" Target="../slideLayouts/slideLayout69.xml"/><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5" Type="http://schemas.openxmlformats.org/officeDocument/2006/relationships/slideLayout" Target="../slideLayouts/slideLayout61.xml"/><Relationship Id="rId14" Type="http://schemas.openxmlformats.org/officeDocument/2006/relationships/slideLayout" Target="../slideLayouts/slideLayout60.xml"/><Relationship Id="rId17" Type="http://schemas.openxmlformats.org/officeDocument/2006/relationships/slideLayout" Target="../slideLayouts/slideLayout63.xml"/><Relationship Id="rId16" Type="http://schemas.openxmlformats.org/officeDocument/2006/relationships/slideLayout" Target="../slideLayouts/slideLayout62.xml"/><Relationship Id="rId5" Type="http://schemas.openxmlformats.org/officeDocument/2006/relationships/slideLayout" Target="../slideLayouts/slideLayout51.xml"/><Relationship Id="rId19" Type="http://schemas.openxmlformats.org/officeDocument/2006/relationships/slideLayout" Target="../slideLayouts/slideLayout65.xml"/><Relationship Id="rId6" Type="http://schemas.openxmlformats.org/officeDocument/2006/relationships/slideLayout" Target="../slideLayouts/slideLayout52.xml"/><Relationship Id="rId18" Type="http://schemas.openxmlformats.org/officeDocument/2006/relationships/slideLayout" Target="../slideLayouts/slideLayout64.xml"/><Relationship Id="rId7" Type="http://schemas.openxmlformats.org/officeDocument/2006/relationships/slideLayout" Target="../slideLayouts/slideLayout53.xml"/><Relationship Id="rId8"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9.xml"/><Relationship Id="rId11" Type="http://schemas.openxmlformats.org/officeDocument/2006/relationships/slideLayout" Target="../slideLayouts/slideLayout80.xml"/><Relationship Id="rId22" Type="http://schemas.openxmlformats.org/officeDocument/2006/relationships/slideLayout" Target="../slideLayouts/slideLayout91.xml"/><Relationship Id="rId10" Type="http://schemas.openxmlformats.org/officeDocument/2006/relationships/slideLayout" Target="../slideLayouts/slideLayout79.xml"/><Relationship Id="rId21" Type="http://schemas.openxmlformats.org/officeDocument/2006/relationships/slideLayout" Target="../slideLayouts/slideLayout90.xml"/><Relationship Id="rId13" Type="http://schemas.openxmlformats.org/officeDocument/2006/relationships/slideLayout" Target="../slideLayouts/slideLayout82.xml"/><Relationship Id="rId24" Type="http://schemas.openxmlformats.org/officeDocument/2006/relationships/theme" Target="../theme/theme4.xml"/><Relationship Id="rId12" Type="http://schemas.openxmlformats.org/officeDocument/2006/relationships/slideLayout" Target="../slideLayouts/slideLayout81.xml"/><Relationship Id="rId23" Type="http://schemas.openxmlformats.org/officeDocument/2006/relationships/slideLayout" Target="../slideLayouts/slideLayout92.xml"/><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5" Type="http://schemas.openxmlformats.org/officeDocument/2006/relationships/slideLayout" Target="../slideLayouts/slideLayout84.xml"/><Relationship Id="rId14" Type="http://schemas.openxmlformats.org/officeDocument/2006/relationships/slideLayout" Target="../slideLayouts/slideLayout83.xml"/><Relationship Id="rId17" Type="http://schemas.openxmlformats.org/officeDocument/2006/relationships/slideLayout" Target="../slideLayouts/slideLayout86.xml"/><Relationship Id="rId16" Type="http://schemas.openxmlformats.org/officeDocument/2006/relationships/slideLayout" Target="../slideLayouts/slideLayout85.xml"/><Relationship Id="rId5" Type="http://schemas.openxmlformats.org/officeDocument/2006/relationships/slideLayout" Target="../slideLayouts/slideLayout74.xml"/><Relationship Id="rId19" Type="http://schemas.openxmlformats.org/officeDocument/2006/relationships/slideLayout" Target="../slideLayouts/slideLayout88.xml"/><Relationship Id="rId6" Type="http://schemas.openxmlformats.org/officeDocument/2006/relationships/slideLayout" Target="../slideLayouts/slideLayout75.xml"/><Relationship Id="rId18" Type="http://schemas.openxmlformats.org/officeDocument/2006/relationships/slideLayout" Target="../slideLayouts/slideLayout87.xml"/><Relationship Id="rId7" Type="http://schemas.openxmlformats.org/officeDocument/2006/relationships/slideLayout" Target="../slideLayouts/slideLayout76.xml"/><Relationship Id="rId8"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Raleway Black"/>
              <a:buNone/>
              <a:defRPr b="0" i="0" sz="2600" u="none" cap="none" strike="noStrike">
                <a:solidFill>
                  <a:schemeClr val="dk1"/>
                </a:solidFill>
                <a:latin typeface="Raleway Black"/>
                <a:ea typeface="Raleway Black"/>
                <a:cs typeface="Raleway Black"/>
                <a:sym typeface="Raleway Black"/>
              </a:defRPr>
            </a:lvl1pPr>
            <a:lvl2pPr lvl="1"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9pPr>
          </a:lstStyle>
          <a:p/>
        </p:txBody>
      </p:sp>
      <p:sp>
        <p:nvSpPr>
          <p:cNvPr id="7" name="Google Shape;7;p2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1pPr>
            <a:lvl2pPr indent="-304800" lvl="1" marL="914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2pPr>
            <a:lvl3pPr indent="-304800" lvl="2" marL="1371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3pPr>
            <a:lvl4pPr indent="-304800" lvl="3" marL="1828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4pPr>
            <a:lvl5pPr indent="-304800" lvl="4" marL="22860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5pPr>
            <a:lvl6pPr indent="-304800" lvl="5" marL="2743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6pPr>
            <a:lvl7pPr indent="-304800" lvl="6" marL="3200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7pPr>
            <a:lvl8pPr indent="-304800" lvl="7" marL="3657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8pPr>
            <a:lvl9pPr indent="-304800" lvl="8" marL="4114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652" name="Shape 652"/>
        <p:cNvGrpSpPr/>
        <p:nvPr/>
      </p:nvGrpSpPr>
      <p:grpSpPr>
        <a:xfrm>
          <a:off x="0" y="0"/>
          <a:ext cx="0" cy="0"/>
          <a:chOff x="0" y="0"/>
          <a:chExt cx="0" cy="0"/>
        </a:xfrm>
      </p:grpSpPr>
      <p:sp>
        <p:nvSpPr>
          <p:cNvPr id="653" name="Google Shape;653;g3b499654e41_0_67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Raleway Black"/>
              <a:buNone/>
              <a:defRPr b="0" i="0" sz="2600" u="none" cap="none" strike="noStrike">
                <a:solidFill>
                  <a:schemeClr val="dk1"/>
                </a:solidFill>
                <a:latin typeface="Raleway Black"/>
                <a:ea typeface="Raleway Black"/>
                <a:cs typeface="Raleway Black"/>
                <a:sym typeface="Raleway Black"/>
              </a:defRPr>
            </a:lvl1pPr>
            <a:lvl2pPr lvl="1"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9pPr>
          </a:lstStyle>
          <a:p/>
        </p:txBody>
      </p:sp>
      <p:sp>
        <p:nvSpPr>
          <p:cNvPr id="654" name="Google Shape;654;g3b499654e41_0_67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1pPr>
            <a:lvl2pPr indent="-304800" lvl="1" marL="914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2pPr>
            <a:lvl3pPr indent="-304800" lvl="2" marL="1371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3pPr>
            <a:lvl4pPr indent="-304800" lvl="3" marL="1828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4pPr>
            <a:lvl5pPr indent="-304800" lvl="4" marL="22860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5pPr>
            <a:lvl6pPr indent="-304800" lvl="5" marL="2743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6pPr>
            <a:lvl7pPr indent="-304800" lvl="6" marL="3200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7pPr>
            <a:lvl8pPr indent="-304800" lvl="7" marL="3657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8pPr>
            <a:lvl9pPr indent="-304800" lvl="8" marL="4114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1299" name="Shape 1299"/>
        <p:cNvGrpSpPr/>
        <p:nvPr/>
      </p:nvGrpSpPr>
      <p:grpSpPr>
        <a:xfrm>
          <a:off x="0" y="0"/>
          <a:ext cx="0" cy="0"/>
          <a:chOff x="0" y="0"/>
          <a:chExt cx="0" cy="0"/>
        </a:xfrm>
      </p:grpSpPr>
      <p:sp>
        <p:nvSpPr>
          <p:cNvPr id="1300" name="Google Shape;1300;g3b499654e41_0_203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Raleway Black"/>
              <a:buNone/>
              <a:defRPr b="0" i="0" sz="2600" u="none" cap="none" strike="noStrike">
                <a:solidFill>
                  <a:schemeClr val="dk1"/>
                </a:solidFill>
                <a:latin typeface="Raleway Black"/>
                <a:ea typeface="Raleway Black"/>
                <a:cs typeface="Raleway Black"/>
                <a:sym typeface="Raleway Black"/>
              </a:defRPr>
            </a:lvl1pPr>
            <a:lvl2pPr lvl="1"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9pPr>
          </a:lstStyle>
          <a:p/>
        </p:txBody>
      </p:sp>
      <p:sp>
        <p:nvSpPr>
          <p:cNvPr id="1301" name="Google Shape;1301;g3b499654e41_0_203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1pPr>
            <a:lvl2pPr indent="-304800" lvl="1" marL="914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2pPr>
            <a:lvl3pPr indent="-304800" lvl="2" marL="1371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3pPr>
            <a:lvl4pPr indent="-304800" lvl="3" marL="1828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4pPr>
            <a:lvl5pPr indent="-304800" lvl="4" marL="22860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5pPr>
            <a:lvl6pPr indent="-304800" lvl="5" marL="2743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6pPr>
            <a:lvl7pPr indent="-304800" lvl="6" marL="3200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7pPr>
            <a:lvl8pPr indent="-304800" lvl="7" marL="3657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8pPr>
            <a:lvl9pPr indent="-304800" lvl="8" marL="4114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1946" name="Shape 1946"/>
        <p:cNvGrpSpPr/>
        <p:nvPr/>
      </p:nvGrpSpPr>
      <p:grpSpPr>
        <a:xfrm>
          <a:off x="0" y="0"/>
          <a:ext cx="0" cy="0"/>
          <a:chOff x="0" y="0"/>
          <a:chExt cx="0" cy="0"/>
        </a:xfrm>
      </p:grpSpPr>
      <p:sp>
        <p:nvSpPr>
          <p:cNvPr id="1947" name="Google Shape;1947;g3b499654e41_0_337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Raleway Black"/>
              <a:buNone/>
              <a:defRPr b="0" i="0" sz="2600" u="none" cap="none" strike="noStrike">
                <a:solidFill>
                  <a:schemeClr val="dk1"/>
                </a:solidFill>
                <a:latin typeface="Raleway Black"/>
                <a:ea typeface="Raleway Black"/>
                <a:cs typeface="Raleway Black"/>
                <a:sym typeface="Raleway Black"/>
              </a:defRPr>
            </a:lvl1pPr>
            <a:lvl2pPr lvl="1"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9pPr>
          </a:lstStyle>
          <a:p/>
        </p:txBody>
      </p:sp>
      <p:sp>
        <p:nvSpPr>
          <p:cNvPr id="1948" name="Google Shape;1948;g3b499654e41_0_337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1pPr>
            <a:lvl2pPr indent="-304800" lvl="1" marL="914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2pPr>
            <a:lvl3pPr indent="-304800" lvl="2" marL="1371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3pPr>
            <a:lvl4pPr indent="-304800" lvl="3" marL="1828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4pPr>
            <a:lvl5pPr indent="-304800" lvl="4" marL="22860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5pPr>
            <a:lvl6pPr indent="-304800" lvl="5" marL="27432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6pPr>
            <a:lvl7pPr indent="-304800" lvl="6" marL="32004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7pPr>
            <a:lvl8pPr indent="-304800" lvl="7" marL="36576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8pPr>
            <a:lvl9pPr indent="-304800" lvl="8" marL="4114800" marR="0" rtl="0" algn="l">
              <a:lnSpc>
                <a:spcPct val="100000"/>
              </a:lnSpc>
              <a:spcBef>
                <a:spcPts val="0"/>
              </a:spcBef>
              <a:spcAft>
                <a:spcPts val="0"/>
              </a:spcAft>
              <a:buClr>
                <a:schemeClr val="dk1"/>
              </a:buClr>
              <a:buSzPts val="1200"/>
              <a:buFont typeface="Hanken Grotesk"/>
              <a:buChar char="■"/>
              <a:defRPr b="0" i="0" sz="1200" u="none" cap="none" strike="noStrike">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596" name="Shape 2596"/>
        <p:cNvGrpSpPr/>
        <p:nvPr/>
      </p:nvGrpSpPr>
      <p:grpSpPr>
        <a:xfrm>
          <a:off x="0" y="0"/>
          <a:ext cx="0" cy="0"/>
          <a:chOff x="0" y="0"/>
          <a:chExt cx="0" cy="0"/>
        </a:xfrm>
      </p:grpSpPr>
      <p:grpSp>
        <p:nvGrpSpPr>
          <p:cNvPr id="2597" name="Google Shape;2597;p1"/>
          <p:cNvGrpSpPr/>
          <p:nvPr/>
        </p:nvGrpSpPr>
        <p:grpSpPr>
          <a:xfrm>
            <a:off x="6777434" y="2296620"/>
            <a:ext cx="1033834" cy="3360485"/>
            <a:chOff x="6777434" y="2296620"/>
            <a:chExt cx="1033834" cy="3360485"/>
          </a:xfrm>
        </p:grpSpPr>
        <p:grpSp>
          <p:nvGrpSpPr>
            <p:cNvPr id="2598" name="Google Shape;2598;p1"/>
            <p:cNvGrpSpPr/>
            <p:nvPr/>
          </p:nvGrpSpPr>
          <p:grpSpPr>
            <a:xfrm rot="10800000">
              <a:off x="6777434" y="2296620"/>
              <a:ext cx="681217" cy="3360485"/>
              <a:chOff x="1337800" y="-2525590"/>
              <a:chExt cx="1498167" cy="7390555"/>
            </a:xfrm>
          </p:grpSpPr>
          <p:cxnSp>
            <p:nvCxnSpPr>
              <p:cNvPr id="2599" name="Google Shape;2599;p1"/>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600" name="Google Shape;2600;p1"/>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601" name="Google Shape;2601;p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02" name="Google Shape;2602;p1"/>
            <p:cNvSpPr/>
            <p:nvPr/>
          </p:nvSpPr>
          <p:spPr>
            <a:xfrm>
              <a:off x="7771212" y="2972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p1"/>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p1"/>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05" name="Google Shape;2605;p1"/>
          <p:cNvSpPr/>
          <p:nvPr/>
        </p:nvSpPr>
        <p:spPr>
          <a:xfrm>
            <a:off x="-196650" y="4631450"/>
            <a:ext cx="9537300" cy="564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606" name="Google Shape;2606;p1"/>
          <p:cNvSpPr txBox="1"/>
          <p:nvPr>
            <p:ph type="ctrTitle"/>
          </p:nvPr>
        </p:nvSpPr>
        <p:spPr>
          <a:xfrm>
            <a:off x="699400" y="1483750"/>
            <a:ext cx="6532500" cy="1858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3700"/>
              <a:t>ONTOLOGY ALIGNMENT</a:t>
            </a:r>
            <a:r>
              <a:rPr lang="en" sz="3600"/>
              <a:t> </a:t>
            </a:r>
            <a:r>
              <a:rPr lang="en" sz="3800">
                <a:solidFill>
                  <a:schemeClr val="lt1"/>
                </a:solidFill>
              </a:rPr>
              <a:t>CLASSIFIER</a:t>
            </a:r>
            <a:r>
              <a:rPr lang="en" sz="3800"/>
              <a:t> </a:t>
            </a:r>
            <a:endParaRPr sz="3800"/>
          </a:p>
          <a:p>
            <a:pPr indent="0" lvl="0" marL="0" rtl="0" algn="l">
              <a:lnSpc>
                <a:spcPct val="100000"/>
              </a:lnSpc>
              <a:spcBef>
                <a:spcPts val="0"/>
              </a:spcBef>
              <a:spcAft>
                <a:spcPts val="0"/>
              </a:spcAft>
              <a:buSzPts val="5200"/>
              <a:buNone/>
            </a:pPr>
            <a:r>
              <a:rPr b="1" lang="en" sz="2500">
                <a:solidFill>
                  <a:schemeClr val="accent2"/>
                </a:solidFill>
                <a:latin typeface="Raleway"/>
                <a:ea typeface="Raleway"/>
                <a:cs typeface="Raleway"/>
                <a:sym typeface="Raleway"/>
              </a:rPr>
              <a:t>BASED ON NLP</a:t>
            </a:r>
            <a:endParaRPr b="1" sz="2500">
              <a:solidFill>
                <a:schemeClr val="accent2"/>
              </a:solidFill>
              <a:latin typeface="Raleway"/>
              <a:ea typeface="Raleway"/>
              <a:cs typeface="Raleway"/>
              <a:sym typeface="Raleway"/>
            </a:endParaRPr>
          </a:p>
        </p:txBody>
      </p:sp>
      <p:sp>
        <p:nvSpPr>
          <p:cNvPr id="2607" name="Google Shape;2607;p1"/>
          <p:cNvSpPr txBox="1"/>
          <p:nvPr>
            <p:ph idx="1" type="subTitle"/>
          </p:nvPr>
        </p:nvSpPr>
        <p:spPr>
          <a:xfrm>
            <a:off x="791650" y="1162525"/>
            <a:ext cx="4384800" cy="37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solidFill>
                  <a:schemeClr val="lt1"/>
                </a:solidFill>
                <a:latin typeface="Raleway"/>
                <a:ea typeface="Raleway"/>
                <a:cs typeface="Raleway"/>
                <a:sym typeface="Raleway"/>
              </a:rPr>
              <a:t>APPLIED DATA SCIENCE</a:t>
            </a:r>
            <a:endParaRPr b="1">
              <a:solidFill>
                <a:schemeClr val="lt1"/>
              </a:solidFill>
              <a:latin typeface="Raleway"/>
              <a:ea typeface="Raleway"/>
              <a:cs typeface="Raleway"/>
              <a:sym typeface="Raleway"/>
            </a:endParaRPr>
          </a:p>
        </p:txBody>
      </p:sp>
      <p:grpSp>
        <p:nvGrpSpPr>
          <p:cNvPr id="2608" name="Google Shape;2608;p1"/>
          <p:cNvGrpSpPr/>
          <p:nvPr/>
        </p:nvGrpSpPr>
        <p:grpSpPr>
          <a:xfrm>
            <a:off x="6262859" y="-2197955"/>
            <a:ext cx="681217" cy="3360485"/>
            <a:chOff x="1337800" y="-2525590"/>
            <a:chExt cx="1498167" cy="7390555"/>
          </a:xfrm>
        </p:grpSpPr>
        <p:cxnSp>
          <p:nvCxnSpPr>
            <p:cNvPr id="2609" name="Google Shape;2609;p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610" name="Google Shape;2610;p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611" name="Google Shape;2611;p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12" name="Google Shape;2612;p1"/>
          <p:cNvSpPr/>
          <p:nvPr/>
        </p:nvSpPr>
        <p:spPr>
          <a:xfrm rot="-5400000">
            <a:off x="8215875" y="8055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13" name="Google Shape;2613;p1"/>
          <p:cNvGrpSpPr/>
          <p:nvPr/>
        </p:nvGrpSpPr>
        <p:grpSpPr>
          <a:xfrm flipH="1" rot="10800000">
            <a:off x="-155138" y="-1813995"/>
            <a:ext cx="2855469" cy="3872400"/>
            <a:chOff x="1857762" y="2762827"/>
            <a:chExt cx="2855469" cy="3872400"/>
          </a:xfrm>
        </p:grpSpPr>
        <p:cxnSp>
          <p:nvCxnSpPr>
            <p:cNvPr id="2614" name="Google Shape;2614;p1"/>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615" name="Google Shape;2615;p1"/>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2616" name="Google Shape;2616;p1"/>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7" name="Google Shape;2617;p1"/>
          <p:cNvGrpSpPr/>
          <p:nvPr/>
        </p:nvGrpSpPr>
        <p:grpSpPr>
          <a:xfrm>
            <a:off x="3329300" y="-3035952"/>
            <a:ext cx="6471825" cy="4623428"/>
            <a:chOff x="3329300" y="-3035952"/>
            <a:chExt cx="6471825" cy="4623428"/>
          </a:xfrm>
        </p:grpSpPr>
        <p:grpSp>
          <p:nvGrpSpPr>
            <p:cNvPr id="2618" name="Google Shape;2618;p1"/>
            <p:cNvGrpSpPr/>
            <p:nvPr/>
          </p:nvGrpSpPr>
          <p:grpSpPr>
            <a:xfrm rot="5400000">
              <a:off x="2802525" y="-1414050"/>
              <a:ext cx="3859204" cy="615399"/>
              <a:chOff x="-6675" y="307100"/>
              <a:chExt cx="9140700" cy="4634025"/>
            </a:xfrm>
          </p:grpSpPr>
          <p:cxnSp>
            <p:nvCxnSpPr>
              <p:cNvPr id="2619" name="Google Shape;2619;p1"/>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0" name="Google Shape;2620;p1"/>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1" name="Google Shape;2621;p1"/>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2" name="Google Shape;2622;p1"/>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3" name="Google Shape;2623;p1"/>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4" name="Google Shape;2624;p1"/>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5" name="Google Shape;2625;p1"/>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6" name="Google Shape;2626;p1"/>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7" name="Google Shape;2627;p1"/>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2628" name="Google Shape;2628;p1"/>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2629" name="Google Shape;2629;p1"/>
            <p:cNvSpPr/>
            <p:nvPr/>
          </p:nvSpPr>
          <p:spPr>
            <a:xfrm>
              <a:off x="3329300" y="82325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grpSp>
      <p:pic>
        <p:nvPicPr>
          <p:cNvPr id="2630" name="Google Shape;2630;p1" title="polito_logo_2021_blu-removebg-preview.png"/>
          <p:cNvPicPr preferRelativeResize="0"/>
          <p:nvPr/>
        </p:nvPicPr>
        <p:blipFill rotWithShape="1">
          <a:blip r:embed="rId3">
            <a:alphaModFix/>
          </a:blip>
          <a:srcRect b="0" l="0" r="0" t="0"/>
          <a:stretch/>
        </p:blipFill>
        <p:spPr>
          <a:xfrm>
            <a:off x="0" y="4547938"/>
            <a:ext cx="1033850" cy="731013"/>
          </a:xfrm>
          <a:prstGeom prst="rect">
            <a:avLst/>
          </a:prstGeom>
          <a:noFill/>
          <a:ln>
            <a:noFill/>
          </a:ln>
        </p:spPr>
      </p:pic>
      <p:sp>
        <p:nvSpPr>
          <p:cNvPr id="2631" name="Google Shape;2631;p1"/>
          <p:cNvSpPr txBox="1"/>
          <p:nvPr/>
        </p:nvSpPr>
        <p:spPr>
          <a:xfrm>
            <a:off x="791650" y="3779675"/>
            <a:ext cx="25377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EEF0F2"/>
                </a:solidFill>
                <a:latin typeface="Raleway Medium"/>
                <a:ea typeface="Raleway Medium"/>
                <a:cs typeface="Raleway Medium"/>
                <a:sym typeface="Raleway Medium"/>
              </a:rPr>
              <a:t>Era Alcani</a:t>
            </a:r>
            <a:endParaRPr b="0" i="0" sz="1100" u="none" cap="none" strike="noStrike">
              <a:solidFill>
                <a:srgbClr val="EEF0F2"/>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EEF0F2"/>
                </a:solidFill>
                <a:latin typeface="Raleway Medium"/>
                <a:ea typeface="Raleway Medium"/>
                <a:cs typeface="Raleway Medium"/>
                <a:sym typeface="Raleway Medium"/>
              </a:rPr>
              <a:t>Francesco Dal Cero</a:t>
            </a:r>
            <a:endParaRPr b="0" i="0" sz="1100" u="none" cap="none" strike="noStrike">
              <a:solidFill>
                <a:srgbClr val="EEF0F2"/>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EEF0F2"/>
                </a:solidFill>
                <a:latin typeface="Raleway Medium"/>
                <a:ea typeface="Raleway Medium"/>
                <a:cs typeface="Raleway Medium"/>
                <a:sym typeface="Raleway Medium"/>
              </a:rPr>
              <a:t>Francesco Mastrosimone</a:t>
            </a:r>
            <a:endParaRPr b="0" i="0" sz="1100" u="none" cap="none" strike="noStrike">
              <a:solidFill>
                <a:srgbClr val="EEF0F2"/>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EEF0F2"/>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EEF0F2"/>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EEF0F2"/>
              </a:solidFill>
              <a:latin typeface="Raleway Medium"/>
              <a:ea typeface="Raleway Medium"/>
              <a:cs typeface="Raleway Medium"/>
              <a:sym typeface="Raleway Medium"/>
            </a:endParaRPr>
          </a:p>
        </p:txBody>
      </p:sp>
      <p:pic>
        <p:nvPicPr>
          <p:cNvPr id="2632" name="Google Shape;2632;p1" title="Screenshot_2025-11-12_at_10.01.36-removebg-preview.png"/>
          <p:cNvPicPr preferRelativeResize="0"/>
          <p:nvPr/>
        </p:nvPicPr>
        <p:blipFill rotWithShape="1">
          <a:blip r:embed="rId4">
            <a:alphaModFix/>
          </a:blip>
          <a:srcRect b="0" l="0" r="0" t="0"/>
          <a:stretch/>
        </p:blipFill>
        <p:spPr>
          <a:xfrm>
            <a:off x="7811275" y="4743701"/>
            <a:ext cx="1033813" cy="339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6" name="Shape 2636"/>
        <p:cNvGrpSpPr/>
        <p:nvPr/>
      </p:nvGrpSpPr>
      <p:grpSpPr>
        <a:xfrm>
          <a:off x="0" y="0"/>
          <a:ext cx="0" cy="0"/>
          <a:chOff x="0" y="0"/>
          <a:chExt cx="0" cy="0"/>
        </a:xfrm>
      </p:grpSpPr>
      <p:sp>
        <p:nvSpPr>
          <p:cNvPr id="2637" name="Google Shape;2637;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TABLE OF CONTENTS</a:t>
            </a:r>
            <a:endParaRPr/>
          </a:p>
        </p:txBody>
      </p:sp>
      <p:sp>
        <p:nvSpPr>
          <p:cNvPr id="2638" name="Google Shape;2638;p2"/>
          <p:cNvSpPr txBox="1"/>
          <p:nvPr>
            <p:ph idx="2" type="title"/>
          </p:nvPr>
        </p:nvSpPr>
        <p:spPr>
          <a:xfrm>
            <a:off x="2364675" y="1270900"/>
            <a:ext cx="5585700" cy="4938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01     </a:t>
            </a:r>
            <a:r>
              <a:rPr lang="en" sz="1700">
                <a:solidFill>
                  <a:schemeClr val="dk1"/>
                </a:solidFill>
                <a:latin typeface="Raleway Medium"/>
                <a:ea typeface="Raleway Medium"/>
                <a:cs typeface="Raleway Medium"/>
                <a:sym typeface="Raleway Medium"/>
              </a:rPr>
              <a:t>PROJECT OVERVIEW </a:t>
            </a:r>
            <a:endParaRPr sz="1700">
              <a:latin typeface="Raleway Medium"/>
              <a:ea typeface="Raleway Medium"/>
              <a:cs typeface="Raleway Medium"/>
              <a:sym typeface="Raleway Medium"/>
            </a:endParaRPr>
          </a:p>
        </p:txBody>
      </p:sp>
      <p:sp>
        <p:nvSpPr>
          <p:cNvPr id="2639" name="Google Shape;2639;p2"/>
          <p:cNvSpPr txBox="1"/>
          <p:nvPr>
            <p:ph idx="4" type="title"/>
          </p:nvPr>
        </p:nvSpPr>
        <p:spPr>
          <a:xfrm>
            <a:off x="2364775" y="1838600"/>
            <a:ext cx="5585700" cy="4938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02    </a:t>
            </a:r>
            <a:r>
              <a:rPr lang="en" sz="1700">
                <a:solidFill>
                  <a:schemeClr val="dk1"/>
                </a:solidFill>
                <a:latin typeface="Raleway Medium"/>
                <a:ea typeface="Raleway Medium"/>
                <a:cs typeface="Raleway Medium"/>
                <a:sym typeface="Raleway Medium"/>
              </a:rPr>
              <a:t>RESEARCH HYPOTHESIS</a:t>
            </a:r>
            <a:endParaRPr/>
          </a:p>
        </p:txBody>
      </p:sp>
      <p:sp>
        <p:nvSpPr>
          <p:cNvPr id="2640" name="Google Shape;2640;p2"/>
          <p:cNvSpPr txBox="1"/>
          <p:nvPr>
            <p:ph idx="5" type="title"/>
          </p:nvPr>
        </p:nvSpPr>
        <p:spPr>
          <a:xfrm>
            <a:off x="2364775" y="3541700"/>
            <a:ext cx="5585700" cy="4938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05    </a:t>
            </a:r>
            <a:r>
              <a:rPr lang="en" sz="1700">
                <a:solidFill>
                  <a:schemeClr val="dk1"/>
                </a:solidFill>
                <a:latin typeface="Raleway Medium"/>
                <a:ea typeface="Raleway Medium"/>
                <a:cs typeface="Raleway Medium"/>
                <a:sym typeface="Raleway Medium"/>
              </a:rPr>
              <a:t>EVALUATION &amp; RESULT </a:t>
            </a:r>
            <a:endParaRPr sz="1800"/>
          </a:p>
        </p:txBody>
      </p:sp>
      <p:sp>
        <p:nvSpPr>
          <p:cNvPr id="2641" name="Google Shape;2641;p2"/>
          <p:cNvSpPr txBox="1"/>
          <p:nvPr>
            <p:ph idx="6" type="title"/>
          </p:nvPr>
        </p:nvSpPr>
        <p:spPr>
          <a:xfrm>
            <a:off x="2364775" y="2406300"/>
            <a:ext cx="5585700" cy="4938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03    </a:t>
            </a:r>
            <a:r>
              <a:rPr lang="en" sz="1700">
                <a:solidFill>
                  <a:schemeClr val="dk1"/>
                </a:solidFill>
                <a:latin typeface="Raleway Medium"/>
                <a:ea typeface="Raleway Medium"/>
                <a:cs typeface="Raleway Medium"/>
                <a:sym typeface="Raleway Medium"/>
              </a:rPr>
              <a:t>SYSTEM DESIGN</a:t>
            </a:r>
            <a:endParaRPr sz="1800"/>
          </a:p>
        </p:txBody>
      </p:sp>
      <p:grpSp>
        <p:nvGrpSpPr>
          <p:cNvPr id="2642" name="Google Shape;2642;p2"/>
          <p:cNvGrpSpPr/>
          <p:nvPr/>
        </p:nvGrpSpPr>
        <p:grpSpPr>
          <a:xfrm>
            <a:off x="842635" y="1542300"/>
            <a:ext cx="1211926" cy="3463350"/>
            <a:chOff x="472500" y="1762000"/>
            <a:chExt cx="1193310" cy="3463350"/>
          </a:xfrm>
        </p:grpSpPr>
        <p:grpSp>
          <p:nvGrpSpPr>
            <p:cNvPr id="2643" name="Google Shape;2643;p2"/>
            <p:cNvGrpSpPr/>
            <p:nvPr/>
          </p:nvGrpSpPr>
          <p:grpSpPr>
            <a:xfrm rot="10800000">
              <a:off x="1172489" y="4265721"/>
              <a:ext cx="493321" cy="357312"/>
              <a:chOff x="1722354" y="229144"/>
              <a:chExt cx="1748743" cy="1266614"/>
            </a:xfrm>
          </p:grpSpPr>
          <p:sp>
            <p:nvSpPr>
              <p:cNvPr id="2644" name="Google Shape;2644;p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5" name="Google Shape;2645;p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46" name="Google Shape;2646;p2"/>
            <p:cNvSpPr/>
            <p:nvPr/>
          </p:nvSpPr>
          <p:spPr>
            <a:xfrm>
              <a:off x="472500" y="1762000"/>
              <a:ext cx="700000" cy="3463350"/>
            </a:xfrm>
            <a:custGeom>
              <a:rect b="b" l="l" r="r" t="t"/>
              <a:pathLst>
                <a:path extrusionOk="0" h="138534" w="28000">
                  <a:moveTo>
                    <a:pt x="0" y="0"/>
                  </a:moveTo>
                  <a:lnTo>
                    <a:pt x="0" y="65749"/>
                  </a:lnTo>
                  <a:lnTo>
                    <a:pt x="28000" y="81915"/>
                  </a:lnTo>
                  <a:lnTo>
                    <a:pt x="28000" y="109663"/>
                  </a:lnTo>
                  <a:lnTo>
                    <a:pt x="17964" y="115457"/>
                  </a:lnTo>
                  <a:lnTo>
                    <a:pt x="17964" y="138534"/>
                  </a:lnTo>
                </a:path>
              </a:pathLst>
            </a:custGeom>
            <a:noFill/>
            <a:ln cap="flat" cmpd="sng" w="9525">
              <a:solidFill>
                <a:schemeClr val="accent1"/>
              </a:solidFill>
              <a:prstDash val="solid"/>
              <a:round/>
              <a:headEnd len="sm" w="sm" type="none"/>
              <a:tailEnd len="sm" w="sm" type="none"/>
            </a:ln>
          </p:spPr>
        </p:sp>
      </p:grpSp>
      <p:sp>
        <p:nvSpPr>
          <p:cNvPr id="2647" name="Google Shape;2647;p2"/>
          <p:cNvSpPr txBox="1"/>
          <p:nvPr>
            <p:ph idx="6" type="title"/>
          </p:nvPr>
        </p:nvSpPr>
        <p:spPr>
          <a:xfrm>
            <a:off x="2364775" y="2974000"/>
            <a:ext cx="5585700" cy="4938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04    </a:t>
            </a:r>
            <a:r>
              <a:rPr lang="en" sz="1700">
                <a:solidFill>
                  <a:schemeClr val="dk1"/>
                </a:solidFill>
                <a:latin typeface="Raleway Medium"/>
                <a:ea typeface="Raleway Medium"/>
                <a:cs typeface="Raleway Medium"/>
                <a:sym typeface="Raleway Medium"/>
              </a:rPr>
              <a:t>DATA ENGINEERING</a:t>
            </a:r>
            <a:endParaRPr sz="1800"/>
          </a:p>
        </p:txBody>
      </p:sp>
      <p:sp>
        <p:nvSpPr>
          <p:cNvPr id="2648" name="Google Shape;2648;p2"/>
          <p:cNvSpPr txBox="1"/>
          <p:nvPr>
            <p:ph idx="5" type="title"/>
          </p:nvPr>
        </p:nvSpPr>
        <p:spPr>
          <a:xfrm>
            <a:off x="2364775" y="4109400"/>
            <a:ext cx="5585700" cy="4938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06    </a:t>
            </a:r>
            <a:r>
              <a:rPr lang="en" sz="1700">
                <a:solidFill>
                  <a:schemeClr val="dk1"/>
                </a:solidFill>
                <a:latin typeface="Raleway Medium"/>
                <a:ea typeface="Raleway Medium"/>
                <a:cs typeface="Raleway Medium"/>
                <a:sym typeface="Raleway Medium"/>
              </a:rPr>
              <a:t>CONCLUSIONS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2" name="Shape 2652"/>
        <p:cNvGrpSpPr/>
        <p:nvPr/>
      </p:nvGrpSpPr>
      <p:grpSpPr>
        <a:xfrm>
          <a:off x="0" y="0"/>
          <a:ext cx="0" cy="0"/>
          <a:chOff x="0" y="0"/>
          <a:chExt cx="0" cy="0"/>
        </a:xfrm>
      </p:grpSpPr>
      <p:sp>
        <p:nvSpPr>
          <p:cNvPr id="2653" name="Google Shape;2653;p3"/>
          <p:cNvSpPr txBox="1"/>
          <p:nvPr>
            <p:ph type="title"/>
          </p:nvPr>
        </p:nvSpPr>
        <p:spPr>
          <a:xfrm>
            <a:off x="1136800" y="2325725"/>
            <a:ext cx="3259500" cy="989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2900"/>
              <a:t>PROJECT OVERVIEW</a:t>
            </a:r>
            <a:endParaRPr sz="2900"/>
          </a:p>
        </p:txBody>
      </p:sp>
      <p:sp>
        <p:nvSpPr>
          <p:cNvPr id="2654" name="Google Shape;2654;p3"/>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p3"/>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656" name="Google Shape;2656;p3"/>
          <p:cNvGrpSpPr/>
          <p:nvPr/>
        </p:nvGrpSpPr>
        <p:grpSpPr>
          <a:xfrm flipH="1" rot="10800000">
            <a:off x="7968643" y="3562070"/>
            <a:ext cx="681217" cy="3360485"/>
            <a:chOff x="1337800" y="-2525590"/>
            <a:chExt cx="1498167" cy="7390555"/>
          </a:xfrm>
        </p:grpSpPr>
        <p:cxnSp>
          <p:nvCxnSpPr>
            <p:cNvPr id="2657" name="Google Shape;2657;p3"/>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658" name="Google Shape;2658;p3"/>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659" name="Google Shape;2659;p3"/>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0" name="Google Shape;2660;p3"/>
          <p:cNvGrpSpPr/>
          <p:nvPr/>
        </p:nvGrpSpPr>
        <p:grpSpPr>
          <a:xfrm flipH="1" rot="-5400000">
            <a:off x="70043" y="-592705"/>
            <a:ext cx="681217" cy="3360485"/>
            <a:chOff x="1337800" y="-2525590"/>
            <a:chExt cx="1498167" cy="7390555"/>
          </a:xfrm>
        </p:grpSpPr>
        <p:cxnSp>
          <p:nvCxnSpPr>
            <p:cNvPr id="2661" name="Google Shape;2661;p3"/>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662" name="Google Shape;2662;p3"/>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663" name="Google Shape;2663;p3"/>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64" name="Google Shape;2664;p3"/>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sm" w="sm" type="none"/>
            <a:tailEnd len="sm" w="sm" type="none"/>
          </a:ln>
        </p:spPr>
      </p:sp>
      <p:grpSp>
        <p:nvGrpSpPr>
          <p:cNvPr id="2665" name="Google Shape;2665;p3"/>
          <p:cNvGrpSpPr/>
          <p:nvPr/>
        </p:nvGrpSpPr>
        <p:grpSpPr>
          <a:xfrm>
            <a:off x="7221623" y="1260360"/>
            <a:ext cx="1160061" cy="523162"/>
            <a:chOff x="7221623" y="1260360"/>
            <a:chExt cx="1160061" cy="523162"/>
          </a:xfrm>
        </p:grpSpPr>
        <p:sp>
          <p:nvSpPr>
            <p:cNvPr id="2666" name="Google Shape;2666;p3"/>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3"/>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8" name="Google Shape;2668;p3"/>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69" name="Google Shape;2669;p3"/>
          <p:cNvSpPr txBox="1"/>
          <p:nvPr>
            <p:ph idx="2" type="title"/>
          </p:nvPr>
        </p:nvSpPr>
        <p:spPr>
          <a:xfrm>
            <a:off x="4453200" y="2325725"/>
            <a:ext cx="1343100" cy="989400"/>
          </a:xfrm>
          <a:prstGeom prst="rect">
            <a:avLst/>
          </a:prstGeom>
          <a:solidFill>
            <a:srgbClr val="FFFFFF">
              <a:alpha val="6666"/>
            </a:srgbClr>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3" name="Shape 2673"/>
        <p:cNvGrpSpPr/>
        <p:nvPr/>
      </p:nvGrpSpPr>
      <p:grpSpPr>
        <a:xfrm>
          <a:off x="0" y="0"/>
          <a:ext cx="0" cy="0"/>
          <a:chOff x="0" y="0"/>
          <a:chExt cx="0" cy="0"/>
        </a:xfrm>
      </p:grpSpPr>
      <p:sp>
        <p:nvSpPr>
          <p:cNvPr id="2674" name="Google Shape;2674;g3af6915c036_0_20"/>
          <p:cNvSpPr txBox="1"/>
          <p:nvPr/>
        </p:nvSpPr>
        <p:spPr>
          <a:xfrm>
            <a:off x="842400" y="503875"/>
            <a:ext cx="5655300" cy="45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aleway ExtraBold"/>
                <a:ea typeface="Raleway ExtraBold"/>
                <a:cs typeface="Raleway ExtraBold"/>
                <a:sym typeface="Raleway ExtraBold"/>
              </a:rPr>
              <a:t>PROJECT CONTEXT AND SOLUTION</a:t>
            </a:r>
            <a:endParaRPr b="0" i="0" sz="1800" u="none" cap="none" strike="noStrike">
              <a:solidFill>
                <a:schemeClr val="dk1"/>
              </a:solidFill>
              <a:latin typeface="Raleway ExtraBold"/>
              <a:ea typeface="Raleway ExtraBold"/>
              <a:cs typeface="Raleway ExtraBold"/>
              <a:sym typeface="Raleway ExtraBold"/>
            </a:endParaRPr>
          </a:p>
        </p:txBody>
      </p:sp>
      <p:sp>
        <p:nvSpPr>
          <p:cNvPr id="2675" name="Google Shape;2675;g3af6915c036_0_20"/>
          <p:cNvSpPr/>
          <p:nvPr/>
        </p:nvSpPr>
        <p:spPr>
          <a:xfrm>
            <a:off x="842400" y="2777775"/>
            <a:ext cx="7597200" cy="1698000"/>
          </a:xfrm>
          <a:prstGeom prst="rect">
            <a:avLst/>
          </a:prstGeom>
          <a:solidFill>
            <a:srgbClr val="0E2A47">
              <a:alpha val="20000"/>
            </a:srgbClr>
          </a:solidFill>
          <a:ln cap="flat" cmpd="sng" w="9525">
            <a:solidFill>
              <a:srgbClr val="69639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Hanken Grotesk"/>
              <a:ea typeface="Hanken Grotesk"/>
              <a:cs typeface="Hanken Grotesk"/>
              <a:sym typeface="Hanken Grotesk"/>
            </a:endParaRPr>
          </a:p>
        </p:txBody>
      </p:sp>
      <p:sp>
        <p:nvSpPr>
          <p:cNvPr id="2676" name="Google Shape;2676;g3af6915c036_0_20"/>
          <p:cNvSpPr/>
          <p:nvPr/>
        </p:nvSpPr>
        <p:spPr>
          <a:xfrm>
            <a:off x="842400" y="1036575"/>
            <a:ext cx="7597200" cy="1535100"/>
          </a:xfrm>
          <a:prstGeom prst="rect">
            <a:avLst/>
          </a:prstGeom>
          <a:solidFill>
            <a:srgbClr val="0E2A47">
              <a:alpha val="20000"/>
            </a:srgbClr>
          </a:solidFill>
          <a:ln cap="flat" cmpd="sng" w="9525">
            <a:solidFill>
              <a:srgbClr val="69639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Hanken Grotesk"/>
              <a:ea typeface="Hanken Grotesk"/>
              <a:cs typeface="Hanken Grotesk"/>
              <a:sym typeface="Hanken Grotesk"/>
            </a:endParaRPr>
          </a:p>
        </p:txBody>
      </p:sp>
      <p:sp>
        <p:nvSpPr>
          <p:cNvPr id="2677" name="Google Shape;2677;g3af6915c036_0_20"/>
          <p:cNvSpPr txBox="1"/>
          <p:nvPr/>
        </p:nvSpPr>
        <p:spPr>
          <a:xfrm>
            <a:off x="908100" y="1496838"/>
            <a:ext cx="7465800" cy="89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Raleway ExtraBold"/>
                <a:ea typeface="Raleway ExtraBold"/>
                <a:cs typeface="Raleway ExtraBold"/>
                <a:sym typeface="Raleway ExtraBold"/>
              </a:rPr>
              <a:t>Context</a:t>
            </a:r>
            <a:r>
              <a:rPr b="1" i="0" lang="en" sz="1500" u="none" cap="none" strike="noStrike">
                <a:solidFill>
                  <a:schemeClr val="dk1"/>
                </a:solidFill>
                <a:latin typeface="Raleway"/>
                <a:ea typeface="Raleway"/>
                <a:cs typeface="Raleway"/>
                <a:sym typeface="Raleway"/>
              </a:rPr>
              <a:t>:</a:t>
            </a:r>
            <a:r>
              <a:rPr b="0" i="0" lang="en" sz="1500" u="none" cap="none" strike="noStrike">
                <a:solidFill>
                  <a:schemeClr val="dk1"/>
                </a:solidFill>
                <a:latin typeface="Raleway Medium"/>
                <a:ea typeface="Raleway Medium"/>
                <a:cs typeface="Raleway Medium"/>
                <a:sym typeface="Raleway Medium"/>
              </a:rPr>
              <a:t> Healthcare evidence is scattered across isolated "data silos".</a:t>
            </a:r>
            <a:endParaRPr b="0" i="0" sz="1500" u="none" cap="none" strike="noStrike">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Raleway ExtraBold"/>
                <a:ea typeface="Raleway ExtraBold"/>
                <a:cs typeface="Raleway ExtraBold"/>
                <a:sym typeface="Raleway ExtraBold"/>
              </a:rPr>
              <a:t>Problem</a:t>
            </a:r>
            <a:r>
              <a:rPr b="1" i="0" lang="en" sz="1500" u="none" cap="none" strike="noStrike">
                <a:solidFill>
                  <a:schemeClr val="dk1"/>
                </a:solidFill>
                <a:latin typeface="Raleway"/>
                <a:ea typeface="Raleway"/>
                <a:cs typeface="Raleway"/>
                <a:sym typeface="Raleway"/>
              </a:rPr>
              <a:t>: </a:t>
            </a:r>
            <a:r>
              <a:rPr b="0" i="0" lang="en" sz="1500" u="none" cap="none" strike="noStrike">
                <a:solidFill>
                  <a:schemeClr val="dk1"/>
                </a:solidFill>
                <a:latin typeface="Raleway Medium"/>
                <a:ea typeface="Raleway Medium"/>
                <a:cs typeface="Raleway Medium"/>
                <a:sym typeface="Raleway Medium"/>
              </a:rPr>
              <a:t>Different terms (e.g., </a:t>
            </a:r>
            <a:r>
              <a:rPr b="0" i="0" lang="en" sz="1500" u="none" cap="none" strike="noStrike">
                <a:solidFill>
                  <a:schemeClr val="accent1"/>
                </a:solidFill>
                <a:latin typeface="Raleway Medium"/>
                <a:ea typeface="Raleway Medium"/>
                <a:cs typeface="Raleway Medium"/>
                <a:sym typeface="Raleway Medium"/>
              </a:rPr>
              <a:t>Fatigue vs. Asthenia</a:t>
            </a:r>
            <a:r>
              <a:rPr b="0" i="0" lang="en" sz="1500" u="none" cap="none" strike="noStrike">
                <a:solidFill>
                  <a:schemeClr val="dk1"/>
                </a:solidFill>
                <a:latin typeface="Raleway Medium"/>
                <a:ea typeface="Raleway Medium"/>
                <a:cs typeface="Raleway Medium"/>
                <a:sym typeface="Raleway Medium"/>
              </a:rPr>
              <a:t>) prevent meaningful integration of this data.</a:t>
            </a:r>
            <a:endParaRPr b="0" i="0" sz="1500" u="none" cap="none" strike="noStrike">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Raleway Medium"/>
              <a:ea typeface="Raleway Medium"/>
              <a:cs typeface="Raleway Medium"/>
              <a:sym typeface="Raleway Medium"/>
            </a:endParaRPr>
          </a:p>
        </p:txBody>
      </p:sp>
      <p:sp>
        <p:nvSpPr>
          <p:cNvPr id="2678" name="Google Shape;2678;g3af6915c036_0_20"/>
          <p:cNvSpPr txBox="1"/>
          <p:nvPr/>
        </p:nvSpPr>
        <p:spPr>
          <a:xfrm>
            <a:off x="842400" y="3234150"/>
            <a:ext cx="7597200" cy="1075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Raleway ExtraBold"/>
                <a:ea typeface="Raleway ExtraBold"/>
                <a:cs typeface="Raleway ExtraBold"/>
                <a:sym typeface="Raleway ExtraBold"/>
              </a:rPr>
              <a:t>Goal</a:t>
            </a:r>
            <a:r>
              <a:rPr b="1" i="0" lang="en" sz="1500" u="none" cap="none" strike="noStrike">
                <a:solidFill>
                  <a:schemeClr val="dk1"/>
                </a:solidFill>
                <a:latin typeface="Raleway"/>
                <a:ea typeface="Raleway"/>
                <a:cs typeface="Raleway"/>
                <a:sym typeface="Raleway"/>
              </a:rPr>
              <a:t>:</a:t>
            </a:r>
            <a:r>
              <a:rPr b="0" i="0" lang="en" sz="1500" u="none" cap="none" strike="noStrike">
                <a:solidFill>
                  <a:schemeClr val="dk1"/>
                </a:solidFill>
                <a:latin typeface="Raleway Medium"/>
                <a:ea typeface="Raleway Medium"/>
                <a:cs typeface="Raleway Medium"/>
                <a:sym typeface="Raleway Medium"/>
              </a:rPr>
              <a:t> Develop an AI-powered engine to automatically harmonize fragmented data into structured evidence.</a:t>
            </a:r>
            <a:endParaRPr b="0" i="0" sz="1500" u="none" cap="none" strike="noStrike">
              <a:solidFill>
                <a:schemeClr val="dk1"/>
              </a:solidFill>
              <a:latin typeface="Raleway Medium"/>
              <a:ea typeface="Raleway Medium"/>
              <a:cs typeface="Raleway Medium"/>
              <a:sym typeface="Raleway Medium"/>
            </a:endParaRPr>
          </a:p>
          <a:p>
            <a:pPr indent="0" lvl="0" marL="0" marR="0" rtl="0" algn="ctr">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Raleway ExtraBold"/>
                <a:ea typeface="Raleway ExtraBold"/>
                <a:cs typeface="Raleway ExtraBold"/>
                <a:sym typeface="Raleway ExtraBold"/>
              </a:rPr>
              <a:t>Impact</a:t>
            </a:r>
            <a:r>
              <a:rPr b="1" i="0" lang="en" sz="1500" u="none" cap="none" strike="noStrike">
                <a:solidFill>
                  <a:schemeClr val="dk1"/>
                </a:solidFill>
                <a:latin typeface="Raleway"/>
                <a:ea typeface="Raleway"/>
                <a:cs typeface="Raleway"/>
                <a:sym typeface="Raleway"/>
              </a:rPr>
              <a:t>:</a:t>
            </a:r>
            <a:r>
              <a:rPr b="0" i="0" lang="en" sz="1500" u="none" cap="none" strike="noStrike">
                <a:solidFill>
                  <a:schemeClr val="dk1"/>
                </a:solidFill>
                <a:latin typeface="Raleway Medium"/>
                <a:ea typeface="Raleway Medium"/>
                <a:cs typeface="Raleway Medium"/>
                <a:sym typeface="Raleway Medium"/>
              </a:rPr>
              <a:t> Replaces manual "brittle scripts" with a scalable, automated pipeline.</a:t>
            </a:r>
            <a:endParaRPr b="0" i="0" sz="1500" u="none" cap="none" strike="noStrike">
              <a:solidFill>
                <a:schemeClr val="dk1"/>
              </a:solidFill>
              <a:latin typeface="Raleway Medium"/>
              <a:ea typeface="Raleway Medium"/>
              <a:cs typeface="Raleway Medium"/>
              <a:sym typeface="Raleway Medium"/>
            </a:endParaRPr>
          </a:p>
          <a:p>
            <a:pPr indent="0" lvl="0" marL="0" marR="0" rtl="0" algn="ctr">
              <a:lnSpc>
                <a:spcPct val="115000"/>
              </a:lnSpc>
              <a:spcBef>
                <a:spcPts val="0"/>
              </a:spcBef>
              <a:spcAft>
                <a:spcPts val="0"/>
              </a:spcAft>
              <a:buClr>
                <a:srgbClr val="000000"/>
              </a:buClr>
              <a:buSzPts val="1500"/>
              <a:buFont typeface="Arial"/>
              <a:buNone/>
            </a:pPr>
            <a:r>
              <a:t/>
            </a:r>
            <a:endParaRPr b="0" i="0" sz="1500" u="none" cap="none" strike="noStrike">
              <a:solidFill>
                <a:schemeClr val="dk1"/>
              </a:solidFill>
              <a:latin typeface="Raleway Medium"/>
              <a:ea typeface="Raleway Medium"/>
              <a:cs typeface="Raleway Medium"/>
              <a:sym typeface="Raleway Medium"/>
            </a:endParaRPr>
          </a:p>
        </p:txBody>
      </p:sp>
      <p:sp>
        <p:nvSpPr>
          <p:cNvPr id="2679" name="Google Shape;2679;g3af6915c036_0_20"/>
          <p:cNvSpPr txBox="1"/>
          <p:nvPr/>
        </p:nvSpPr>
        <p:spPr>
          <a:xfrm>
            <a:off x="2536800" y="2860050"/>
            <a:ext cx="4070400" cy="374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Raleway"/>
                <a:ea typeface="Raleway"/>
                <a:cs typeface="Raleway"/>
                <a:sym typeface="Raleway"/>
              </a:rPr>
              <a:t>THE SOLUTION: AI SEMANTIC ENGINE</a:t>
            </a:r>
            <a:endParaRPr b="1" i="0" sz="1600" u="none" cap="none" strike="noStrike">
              <a:solidFill>
                <a:schemeClr val="lt1"/>
              </a:solidFill>
              <a:latin typeface="Raleway"/>
              <a:ea typeface="Raleway"/>
              <a:cs typeface="Raleway"/>
              <a:sym typeface="Raleway"/>
            </a:endParaRPr>
          </a:p>
        </p:txBody>
      </p:sp>
      <p:sp>
        <p:nvSpPr>
          <p:cNvPr id="2680" name="Google Shape;2680;g3af6915c036_0_20"/>
          <p:cNvSpPr txBox="1"/>
          <p:nvPr/>
        </p:nvSpPr>
        <p:spPr>
          <a:xfrm>
            <a:off x="2199000" y="1097888"/>
            <a:ext cx="4884000" cy="374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Raleway"/>
                <a:ea typeface="Raleway"/>
                <a:cs typeface="Raleway"/>
                <a:sym typeface="Raleway"/>
              </a:rPr>
              <a:t>THE CHALLENGE: SEMANTIC INCONSISTENCY</a:t>
            </a:r>
            <a:endParaRPr b="1" i="0" sz="1600" u="none" cap="none" strike="noStrike">
              <a:solidFill>
                <a:schemeClr val="lt1"/>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4" name="Shape 2684"/>
        <p:cNvGrpSpPr/>
        <p:nvPr/>
      </p:nvGrpSpPr>
      <p:grpSpPr>
        <a:xfrm>
          <a:off x="0" y="0"/>
          <a:ext cx="0" cy="0"/>
          <a:chOff x="0" y="0"/>
          <a:chExt cx="0" cy="0"/>
        </a:xfrm>
      </p:grpSpPr>
      <p:sp>
        <p:nvSpPr>
          <p:cNvPr id="2685" name="Google Shape;2685;g3af6915c036_0_13"/>
          <p:cNvSpPr txBox="1"/>
          <p:nvPr>
            <p:ph type="title"/>
          </p:nvPr>
        </p:nvSpPr>
        <p:spPr>
          <a:xfrm>
            <a:off x="793200" y="486550"/>
            <a:ext cx="57045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2600"/>
              <a:buNone/>
            </a:pPr>
            <a:r>
              <a:rPr b="1" lang="en" sz="1800">
                <a:latin typeface="Raleway"/>
                <a:ea typeface="Raleway"/>
                <a:cs typeface="Raleway"/>
                <a:sym typeface="Raleway"/>
              </a:rPr>
              <a:t>OBJECTIVES AND RESEARCH PERSPECTIVE</a:t>
            </a:r>
            <a:endParaRPr b="1" sz="1800">
              <a:latin typeface="Raleway"/>
              <a:ea typeface="Raleway"/>
              <a:cs typeface="Raleway"/>
              <a:sym typeface="Raleway"/>
            </a:endParaRPr>
          </a:p>
          <a:p>
            <a:pPr indent="0" lvl="0" marL="0" rtl="0" algn="l">
              <a:lnSpc>
                <a:spcPct val="100000"/>
              </a:lnSpc>
              <a:spcBef>
                <a:spcPts val="400"/>
              </a:spcBef>
              <a:spcAft>
                <a:spcPts val="0"/>
              </a:spcAft>
              <a:buSzPts val="2600"/>
              <a:buNone/>
            </a:pPr>
            <a:r>
              <a:t/>
            </a:r>
            <a:endParaRPr sz="1800"/>
          </a:p>
        </p:txBody>
      </p:sp>
      <p:sp>
        <p:nvSpPr>
          <p:cNvPr id="2686" name="Google Shape;2686;g3af6915c036_0_13"/>
          <p:cNvSpPr txBox="1"/>
          <p:nvPr>
            <p:ph idx="2" type="subTitle"/>
          </p:nvPr>
        </p:nvSpPr>
        <p:spPr>
          <a:xfrm>
            <a:off x="589800" y="1018850"/>
            <a:ext cx="7964400" cy="1112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1000"/>
              </a:spcBef>
              <a:spcAft>
                <a:spcPts val="0"/>
              </a:spcAft>
              <a:buSzPts val="1200"/>
              <a:buNone/>
            </a:pPr>
            <a:r>
              <a:rPr lang="en" sz="1500">
                <a:solidFill>
                  <a:schemeClr val="lt1"/>
                </a:solidFill>
                <a:latin typeface="Raleway ExtraBold"/>
                <a:ea typeface="Raleway ExtraBold"/>
                <a:cs typeface="Raleway ExtraBold"/>
                <a:sym typeface="Raleway ExtraBold"/>
              </a:rPr>
              <a:t>THE GOAL: AUTOMATED HARMONIZATION </a:t>
            </a:r>
            <a:endParaRPr sz="1500">
              <a:solidFill>
                <a:schemeClr val="lt1"/>
              </a:solidFill>
              <a:latin typeface="Raleway ExtraBold"/>
              <a:ea typeface="Raleway ExtraBold"/>
              <a:cs typeface="Raleway ExtraBold"/>
              <a:sym typeface="Raleway ExtraBold"/>
            </a:endParaRPr>
          </a:p>
          <a:p>
            <a:pPr indent="0" lvl="0" marL="0" rtl="0" algn="ctr">
              <a:lnSpc>
                <a:spcPct val="100000"/>
              </a:lnSpc>
              <a:spcBef>
                <a:spcPts val="1000"/>
              </a:spcBef>
              <a:spcAft>
                <a:spcPts val="0"/>
              </a:spcAft>
              <a:buSzPts val="1200"/>
              <a:buNone/>
            </a:pPr>
            <a:r>
              <a:rPr lang="en" sz="1500">
                <a:latin typeface="Raleway Medium"/>
                <a:ea typeface="Raleway Medium"/>
                <a:cs typeface="Raleway Medium"/>
                <a:sym typeface="Raleway Medium"/>
              </a:rPr>
              <a:t>To replace manual, brittle scripts with a robust framework that transforms raw attributes into high-confidence clinical evidence.</a:t>
            </a:r>
            <a:endParaRPr sz="1500">
              <a:latin typeface="Raleway Medium"/>
              <a:ea typeface="Raleway Medium"/>
              <a:cs typeface="Raleway Medium"/>
              <a:sym typeface="Raleway Medium"/>
            </a:endParaRPr>
          </a:p>
        </p:txBody>
      </p:sp>
      <p:pic>
        <p:nvPicPr>
          <p:cNvPr id="2687" name="Google Shape;2687;g3af6915c036_0_13" title="E_SDG_goals_icons-individual-rgb-09.png"/>
          <p:cNvPicPr preferRelativeResize="0"/>
          <p:nvPr/>
        </p:nvPicPr>
        <p:blipFill rotWithShape="1">
          <a:blip r:embed="rId3">
            <a:alphaModFix/>
          </a:blip>
          <a:srcRect b="0" l="0" r="0" t="0"/>
          <a:stretch/>
        </p:blipFill>
        <p:spPr>
          <a:xfrm>
            <a:off x="4660673" y="3958500"/>
            <a:ext cx="831675" cy="831675"/>
          </a:xfrm>
          <a:prstGeom prst="rect">
            <a:avLst/>
          </a:prstGeom>
          <a:noFill/>
          <a:ln>
            <a:noFill/>
          </a:ln>
        </p:spPr>
      </p:pic>
      <p:pic>
        <p:nvPicPr>
          <p:cNvPr id="2688" name="Google Shape;2688;g3af6915c036_0_13" title="E_SDG-goals_icons-individual-rgb-03.jpg"/>
          <p:cNvPicPr preferRelativeResize="0"/>
          <p:nvPr/>
        </p:nvPicPr>
        <p:blipFill rotWithShape="1">
          <a:blip r:embed="rId4">
            <a:alphaModFix/>
          </a:blip>
          <a:srcRect b="0" l="0" r="0" t="0"/>
          <a:stretch/>
        </p:blipFill>
        <p:spPr>
          <a:xfrm>
            <a:off x="3605902" y="3958500"/>
            <a:ext cx="831674" cy="831674"/>
          </a:xfrm>
          <a:prstGeom prst="rect">
            <a:avLst/>
          </a:prstGeom>
          <a:noFill/>
          <a:ln>
            <a:noFill/>
          </a:ln>
        </p:spPr>
      </p:pic>
      <p:sp>
        <p:nvSpPr>
          <p:cNvPr id="2689" name="Google Shape;2689;g3af6915c036_0_13"/>
          <p:cNvSpPr txBox="1"/>
          <p:nvPr>
            <p:ph idx="2" type="subTitle"/>
          </p:nvPr>
        </p:nvSpPr>
        <p:spPr>
          <a:xfrm>
            <a:off x="622500" y="2275300"/>
            <a:ext cx="7899000" cy="1915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1000"/>
              </a:spcBef>
              <a:spcAft>
                <a:spcPts val="0"/>
              </a:spcAft>
              <a:buSzPts val="1200"/>
              <a:buNone/>
            </a:pPr>
            <a:r>
              <a:rPr lang="en" sz="1600">
                <a:solidFill>
                  <a:schemeClr val="lt1"/>
                </a:solidFill>
                <a:latin typeface="Raleway ExtraBold"/>
                <a:ea typeface="Raleway ExtraBold"/>
                <a:cs typeface="Raleway ExtraBold"/>
                <a:sym typeface="Raleway ExtraBold"/>
              </a:rPr>
              <a:t>THE RESEARCH OBJECTIVES</a:t>
            </a:r>
            <a:endParaRPr sz="1500">
              <a:solidFill>
                <a:schemeClr val="lt1"/>
              </a:solidFill>
              <a:latin typeface="Raleway ExtraBold"/>
              <a:ea typeface="Raleway ExtraBold"/>
              <a:cs typeface="Raleway ExtraBold"/>
              <a:sym typeface="Raleway ExtraBold"/>
            </a:endParaRPr>
          </a:p>
          <a:p>
            <a:pPr indent="0" lvl="0" marL="0" rtl="0" algn="ctr">
              <a:lnSpc>
                <a:spcPct val="115000"/>
              </a:lnSpc>
              <a:spcBef>
                <a:spcPts val="1000"/>
              </a:spcBef>
              <a:spcAft>
                <a:spcPts val="0"/>
              </a:spcAft>
              <a:buSzPts val="1200"/>
              <a:buNone/>
            </a:pPr>
            <a:r>
              <a:rPr b="1" lang="en" sz="1500">
                <a:latin typeface="Raleway"/>
                <a:ea typeface="Raleway"/>
                <a:cs typeface="Raleway"/>
                <a:sym typeface="Raleway"/>
              </a:rPr>
              <a:t>SYSTEM LEVEL:</a:t>
            </a:r>
            <a:r>
              <a:rPr lang="en" sz="1500">
                <a:latin typeface="Raleway Medium"/>
                <a:ea typeface="Raleway Medium"/>
                <a:cs typeface="Raleway Medium"/>
                <a:sym typeface="Raleway Medium"/>
              </a:rPr>
              <a:t> Build a reusable framework for interpretable ontology alignment.</a:t>
            </a:r>
            <a:endParaRPr sz="1500">
              <a:latin typeface="Raleway Medium"/>
              <a:ea typeface="Raleway Medium"/>
              <a:cs typeface="Raleway Medium"/>
              <a:sym typeface="Raleway Medium"/>
            </a:endParaRPr>
          </a:p>
          <a:p>
            <a:pPr indent="0" lvl="0" marL="0" rtl="0" algn="ctr">
              <a:lnSpc>
                <a:spcPct val="115000"/>
              </a:lnSpc>
              <a:spcBef>
                <a:spcPts val="1000"/>
              </a:spcBef>
              <a:spcAft>
                <a:spcPts val="0"/>
              </a:spcAft>
              <a:buSzPts val="1200"/>
              <a:buNone/>
            </a:pPr>
            <a:r>
              <a:rPr b="1" lang="en" sz="1500">
                <a:latin typeface="Raleway"/>
                <a:ea typeface="Raleway"/>
                <a:cs typeface="Raleway"/>
                <a:sym typeface="Raleway"/>
              </a:rPr>
              <a:t>RESEARCH LEVEL:</a:t>
            </a:r>
            <a:r>
              <a:rPr lang="en" sz="1500">
                <a:latin typeface="Raleway Medium"/>
                <a:ea typeface="Raleway Medium"/>
                <a:cs typeface="Raleway Medium"/>
                <a:sym typeface="Raleway Medium"/>
              </a:rPr>
              <a:t> Evolve from simple string matching to capturing actual clinical meaning and context.</a:t>
            </a:r>
            <a:endParaRPr sz="1500">
              <a:latin typeface="Raleway Medium"/>
              <a:ea typeface="Raleway Medium"/>
              <a:cs typeface="Raleway Medium"/>
              <a:sym typeface="Raleway Medium"/>
            </a:endParaRPr>
          </a:p>
          <a:p>
            <a:pPr indent="0" lvl="0" marL="0" rtl="0" algn="l">
              <a:lnSpc>
                <a:spcPct val="115000"/>
              </a:lnSpc>
              <a:spcBef>
                <a:spcPts val="1200"/>
              </a:spcBef>
              <a:spcAft>
                <a:spcPts val="0"/>
              </a:spcAft>
              <a:buSzPts val="1200"/>
              <a:buNone/>
            </a:pPr>
            <a:r>
              <a:t/>
            </a:r>
            <a:endParaRPr sz="1500">
              <a:latin typeface="Raleway Medium"/>
              <a:ea typeface="Raleway Medium"/>
              <a:cs typeface="Raleway Medium"/>
              <a:sym typeface="Raleway Medium"/>
            </a:endParaRPr>
          </a:p>
          <a:p>
            <a:pPr indent="0" lvl="0" marL="0" rtl="0" algn="ctr">
              <a:lnSpc>
                <a:spcPct val="100000"/>
              </a:lnSpc>
              <a:spcBef>
                <a:spcPts val="1200"/>
              </a:spcBef>
              <a:spcAft>
                <a:spcPts val="0"/>
              </a:spcAft>
              <a:buSzPts val="1200"/>
              <a:buNone/>
            </a:pPr>
            <a:r>
              <a:t/>
            </a:r>
            <a:endParaRPr b="1" sz="1500">
              <a:latin typeface="Raleway"/>
              <a:ea typeface="Raleway"/>
              <a:cs typeface="Raleway"/>
              <a:sym typeface="Raleway"/>
            </a:endParaRPr>
          </a:p>
          <a:p>
            <a:pPr indent="0" lvl="0" marL="0" rtl="0" algn="l">
              <a:lnSpc>
                <a:spcPct val="100000"/>
              </a:lnSpc>
              <a:spcBef>
                <a:spcPts val="0"/>
              </a:spcBef>
              <a:spcAft>
                <a:spcPts val="0"/>
              </a:spcAft>
              <a:buSzPts val="1200"/>
              <a:buNone/>
            </a:pPr>
            <a:r>
              <a:t/>
            </a:r>
            <a:endParaRPr sz="1500">
              <a:latin typeface="Raleway Medium"/>
              <a:ea typeface="Raleway Medium"/>
              <a:cs typeface="Raleway Medium"/>
              <a:sym typeface="Raleway Medium"/>
            </a:endParaRPr>
          </a:p>
          <a:p>
            <a:pPr indent="0" lvl="0" marL="0" rtl="0" algn="l">
              <a:lnSpc>
                <a:spcPct val="100000"/>
              </a:lnSpc>
              <a:spcBef>
                <a:spcPts val="0"/>
              </a:spcBef>
              <a:spcAft>
                <a:spcPts val="0"/>
              </a:spcAft>
              <a:buSzPts val="1200"/>
              <a:buNone/>
            </a:pPr>
            <a:r>
              <a:t/>
            </a:r>
            <a:endParaRPr sz="1600">
              <a:latin typeface="Raleway Medium"/>
              <a:ea typeface="Raleway Medium"/>
              <a:cs typeface="Raleway Medium"/>
              <a:sym typeface="Raleway Medium"/>
            </a:endParaRPr>
          </a:p>
          <a:p>
            <a:pPr indent="0" lvl="0" marL="0" rtl="0" algn="l">
              <a:lnSpc>
                <a:spcPct val="100000"/>
              </a:lnSpc>
              <a:spcBef>
                <a:spcPts val="0"/>
              </a:spcBef>
              <a:spcAft>
                <a:spcPts val="0"/>
              </a:spcAft>
              <a:buSzPts val="1200"/>
              <a:buNone/>
            </a:pPr>
            <a:r>
              <a:t/>
            </a:r>
            <a:endParaRPr sz="1600">
              <a:latin typeface="Raleway Medium"/>
              <a:ea typeface="Raleway Medium"/>
              <a:cs typeface="Raleway Medium"/>
              <a:sym typeface="Raleway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3" name="Shape 2693"/>
        <p:cNvGrpSpPr/>
        <p:nvPr/>
      </p:nvGrpSpPr>
      <p:grpSpPr>
        <a:xfrm>
          <a:off x="0" y="0"/>
          <a:ext cx="0" cy="0"/>
          <a:chOff x="0" y="0"/>
          <a:chExt cx="0" cy="0"/>
        </a:xfrm>
      </p:grpSpPr>
      <p:sp>
        <p:nvSpPr>
          <p:cNvPr id="2694" name="Google Shape;2694;g3b89ac5971d_0_0"/>
          <p:cNvSpPr txBox="1"/>
          <p:nvPr>
            <p:ph type="title"/>
          </p:nvPr>
        </p:nvSpPr>
        <p:spPr>
          <a:xfrm>
            <a:off x="793200" y="486550"/>
            <a:ext cx="23499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2600"/>
              <a:buNone/>
            </a:pPr>
            <a:r>
              <a:rPr b="1" lang="en" sz="1800">
                <a:latin typeface="Raleway"/>
                <a:ea typeface="Raleway"/>
                <a:cs typeface="Raleway"/>
                <a:sym typeface="Raleway"/>
              </a:rPr>
              <a:t>USER PERSONA</a:t>
            </a:r>
            <a:endParaRPr b="1" sz="1800">
              <a:latin typeface="Raleway"/>
              <a:ea typeface="Raleway"/>
              <a:cs typeface="Raleway"/>
              <a:sym typeface="Raleway"/>
            </a:endParaRPr>
          </a:p>
          <a:p>
            <a:pPr indent="0" lvl="0" marL="0" rtl="0" algn="l">
              <a:lnSpc>
                <a:spcPct val="100000"/>
              </a:lnSpc>
              <a:spcBef>
                <a:spcPts val="400"/>
              </a:spcBef>
              <a:spcAft>
                <a:spcPts val="0"/>
              </a:spcAft>
              <a:buSzPts val="2600"/>
              <a:buNone/>
            </a:pPr>
            <a:r>
              <a:t/>
            </a:r>
            <a:endParaRPr sz="1800"/>
          </a:p>
        </p:txBody>
      </p:sp>
      <p:sp>
        <p:nvSpPr>
          <p:cNvPr id="2695" name="Google Shape;2695;g3b89ac5971d_0_0"/>
          <p:cNvSpPr/>
          <p:nvPr/>
        </p:nvSpPr>
        <p:spPr>
          <a:xfrm>
            <a:off x="429000" y="3071250"/>
            <a:ext cx="3078300" cy="142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Name</a:t>
            </a:r>
            <a:r>
              <a:rPr lang="en">
                <a:solidFill>
                  <a:schemeClr val="dk1"/>
                </a:solidFill>
                <a:latin typeface="Raleway"/>
                <a:ea typeface="Raleway"/>
                <a:cs typeface="Raleway"/>
                <a:sym typeface="Raleway"/>
              </a:rPr>
              <a:t>: Elias Vance</a:t>
            </a:r>
            <a:endParaRPr>
              <a:solidFill>
                <a:schemeClr val="dk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Role</a:t>
            </a:r>
            <a:r>
              <a:rPr lang="en">
                <a:solidFill>
                  <a:schemeClr val="dk1"/>
                </a:solidFill>
                <a:latin typeface="Raleway"/>
                <a:ea typeface="Raleway"/>
                <a:cs typeface="Raleway"/>
                <a:sym typeface="Raleway"/>
              </a:rPr>
              <a:t>: Data Engineer</a:t>
            </a:r>
            <a:endParaRPr>
              <a:solidFill>
                <a:schemeClr val="dk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Company</a:t>
            </a:r>
            <a:r>
              <a:rPr lang="en">
                <a:solidFill>
                  <a:schemeClr val="dk1"/>
                </a:solidFill>
                <a:latin typeface="Raleway"/>
                <a:ea typeface="Raleway"/>
                <a:cs typeface="Raleway"/>
                <a:sym typeface="Raleway"/>
              </a:rPr>
              <a:t>: Repertorio</a:t>
            </a:r>
            <a:endParaRPr>
              <a:solidFill>
                <a:schemeClr val="dk1"/>
              </a:solidFill>
              <a:latin typeface="Raleway"/>
              <a:ea typeface="Raleway"/>
              <a:cs typeface="Raleway"/>
              <a:sym typeface="Raleway"/>
            </a:endParaRPr>
          </a:p>
          <a:p>
            <a:pPr indent="0" lvl="0" marL="0" rtl="0" algn="ctr">
              <a:spcBef>
                <a:spcPts val="0"/>
              </a:spcBef>
              <a:spcAft>
                <a:spcPts val="0"/>
              </a:spcAft>
              <a:buNone/>
            </a:pPr>
            <a:r>
              <a:t/>
            </a:r>
            <a:endParaRPr>
              <a:solidFill>
                <a:schemeClr val="dk1"/>
              </a:solidFill>
              <a:latin typeface="Raleway"/>
              <a:ea typeface="Raleway"/>
              <a:cs typeface="Raleway"/>
              <a:sym typeface="Raleway"/>
            </a:endParaRPr>
          </a:p>
          <a:p>
            <a:pPr indent="0" lvl="0" marL="0" rtl="0" algn="ctr">
              <a:spcBef>
                <a:spcPts val="0"/>
              </a:spcBef>
              <a:spcAft>
                <a:spcPts val="0"/>
              </a:spcAft>
              <a:buNone/>
            </a:pPr>
            <a:r>
              <a:rPr i="1" lang="en">
                <a:solidFill>
                  <a:schemeClr val="dk1"/>
                </a:solidFill>
                <a:latin typeface="Raleway Light"/>
                <a:ea typeface="Raleway Light"/>
                <a:cs typeface="Raleway Light"/>
                <a:sym typeface="Raleway Light"/>
              </a:rPr>
              <a:t>“I need a pipeline that cleans messy data automatically so i can focus on structure”</a:t>
            </a:r>
            <a:endParaRPr i="1">
              <a:solidFill>
                <a:schemeClr val="dk1"/>
              </a:solidFill>
              <a:latin typeface="Raleway Light"/>
              <a:ea typeface="Raleway Light"/>
              <a:cs typeface="Raleway Light"/>
              <a:sym typeface="Raleway Light"/>
            </a:endParaRPr>
          </a:p>
        </p:txBody>
      </p:sp>
      <p:sp>
        <p:nvSpPr>
          <p:cNvPr id="2696" name="Google Shape;2696;g3b89ac5971d_0_0"/>
          <p:cNvSpPr/>
          <p:nvPr/>
        </p:nvSpPr>
        <p:spPr>
          <a:xfrm>
            <a:off x="3711575" y="836700"/>
            <a:ext cx="4972800" cy="1043100"/>
          </a:xfrm>
          <a:prstGeom prst="rect">
            <a:avLst/>
          </a:prstGeom>
          <a:solidFill>
            <a:srgbClr val="46406B">
              <a:alpha val="298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aleway"/>
                <a:ea typeface="Raleway"/>
                <a:cs typeface="Raleway"/>
                <a:sym typeface="Raleway"/>
              </a:rPr>
              <a:t>GOALS </a:t>
            </a:r>
            <a:endParaRPr b="1">
              <a:solidFill>
                <a:schemeClr val="lt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Automation</a:t>
            </a:r>
            <a:r>
              <a:rPr lang="en">
                <a:solidFill>
                  <a:schemeClr val="dk1"/>
                </a:solidFill>
                <a:latin typeface="Raleway"/>
                <a:ea typeface="Raleway"/>
                <a:cs typeface="Raleway"/>
                <a:sym typeface="Raleway"/>
              </a:rPr>
              <a:t>: Reduce manual review of 1000s of attributes.</a:t>
            </a:r>
            <a:endParaRPr>
              <a:solidFill>
                <a:schemeClr val="dk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Scalability</a:t>
            </a:r>
            <a:r>
              <a:rPr lang="en">
                <a:solidFill>
                  <a:schemeClr val="dk1"/>
                </a:solidFill>
                <a:latin typeface="Raleway"/>
                <a:ea typeface="Raleway"/>
                <a:cs typeface="Raleway"/>
                <a:sym typeface="Raleway"/>
              </a:rPr>
              <a:t>: Pipeline must handle daily data spikes.</a:t>
            </a:r>
            <a:endParaRPr>
              <a:solidFill>
                <a:schemeClr val="dk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Accuracy</a:t>
            </a:r>
            <a:r>
              <a:rPr lang="en">
                <a:solidFill>
                  <a:schemeClr val="dk1"/>
                </a:solidFill>
                <a:latin typeface="Raleway"/>
                <a:ea typeface="Raleway"/>
                <a:cs typeface="Raleway"/>
                <a:sym typeface="Raleway"/>
              </a:rPr>
              <a:t>: Needs “Scientific” context, not just keywords.</a:t>
            </a:r>
            <a:endParaRPr>
              <a:solidFill>
                <a:schemeClr val="dk1"/>
              </a:solidFill>
              <a:latin typeface="Raleway"/>
              <a:ea typeface="Raleway"/>
              <a:cs typeface="Raleway"/>
              <a:sym typeface="Raleway"/>
            </a:endParaRPr>
          </a:p>
        </p:txBody>
      </p:sp>
      <p:sp>
        <p:nvSpPr>
          <p:cNvPr id="2697" name="Google Shape;2697;g3b89ac5971d_0_0"/>
          <p:cNvSpPr/>
          <p:nvPr/>
        </p:nvSpPr>
        <p:spPr>
          <a:xfrm>
            <a:off x="3711575" y="2050199"/>
            <a:ext cx="4972800" cy="1043100"/>
          </a:xfrm>
          <a:prstGeom prst="rect">
            <a:avLst/>
          </a:prstGeom>
          <a:solidFill>
            <a:srgbClr val="46406B">
              <a:alpha val="298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aleway"/>
                <a:ea typeface="Raleway"/>
                <a:cs typeface="Raleway"/>
                <a:sym typeface="Raleway"/>
              </a:rPr>
              <a:t>PAIN POINTS</a:t>
            </a:r>
            <a:endParaRPr b="1">
              <a:solidFill>
                <a:schemeClr val="lt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Synonym Trap</a:t>
            </a:r>
            <a:r>
              <a:rPr lang="en">
                <a:solidFill>
                  <a:schemeClr val="dk1"/>
                </a:solidFill>
                <a:latin typeface="Raleway"/>
                <a:ea typeface="Raleway"/>
                <a:cs typeface="Raleway"/>
                <a:sym typeface="Raleway"/>
              </a:rPr>
              <a:t>: Keyword </a:t>
            </a:r>
            <a:r>
              <a:rPr lang="en">
                <a:solidFill>
                  <a:schemeClr val="dk1"/>
                </a:solidFill>
                <a:latin typeface="Raleway"/>
                <a:ea typeface="Raleway"/>
                <a:cs typeface="Raleway"/>
                <a:sym typeface="Raleway"/>
              </a:rPr>
              <a:t>search</a:t>
            </a:r>
            <a:r>
              <a:rPr lang="en">
                <a:solidFill>
                  <a:schemeClr val="dk1"/>
                </a:solidFill>
                <a:latin typeface="Raleway"/>
                <a:ea typeface="Raleway"/>
                <a:cs typeface="Raleway"/>
                <a:sym typeface="Raleway"/>
              </a:rPr>
              <a:t> misses obvious matches.</a:t>
            </a:r>
            <a:endParaRPr>
              <a:solidFill>
                <a:schemeClr val="dk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Maintenance</a:t>
            </a:r>
            <a:r>
              <a:rPr b="1" lang="en">
                <a:solidFill>
                  <a:schemeClr val="dk1"/>
                </a:solidFill>
                <a:latin typeface="Raleway"/>
                <a:ea typeface="Raleway"/>
                <a:cs typeface="Raleway"/>
                <a:sym typeface="Raleway"/>
              </a:rPr>
              <a:t> Difficulty</a:t>
            </a:r>
            <a:r>
              <a:rPr lang="en">
                <a:solidFill>
                  <a:schemeClr val="dk1"/>
                </a:solidFill>
                <a:latin typeface="Raleway"/>
                <a:ea typeface="Raleway"/>
                <a:cs typeface="Raleway"/>
                <a:sym typeface="Raleway"/>
              </a:rPr>
              <a:t>: Can’t retune every single week.</a:t>
            </a:r>
            <a:endParaRPr>
              <a:solidFill>
                <a:schemeClr val="dk1"/>
              </a:solidFill>
              <a:latin typeface="Raleway"/>
              <a:ea typeface="Raleway"/>
              <a:cs typeface="Raleway"/>
              <a:sym typeface="Raleway"/>
            </a:endParaRPr>
          </a:p>
          <a:p>
            <a:pPr indent="0" lvl="0" marL="0" rtl="0" algn="ctr">
              <a:spcBef>
                <a:spcPts val="0"/>
              </a:spcBef>
              <a:spcAft>
                <a:spcPts val="0"/>
              </a:spcAft>
              <a:buNone/>
            </a:pPr>
            <a:r>
              <a:rPr b="1" lang="en">
                <a:solidFill>
                  <a:schemeClr val="dk1"/>
                </a:solidFill>
                <a:latin typeface="Raleway"/>
                <a:ea typeface="Raleway"/>
                <a:cs typeface="Raleway"/>
                <a:sym typeface="Raleway"/>
              </a:rPr>
              <a:t>Noisy Data</a:t>
            </a:r>
            <a:r>
              <a:rPr lang="en">
                <a:solidFill>
                  <a:schemeClr val="dk1"/>
                </a:solidFill>
                <a:latin typeface="Raleway"/>
                <a:ea typeface="Raleway"/>
                <a:cs typeface="Raleway"/>
                <a:sym typeface="Raleway"/>
              </a:rPr>
              <a:t>: Raw inputs are full of typos and errors.</a:t>
            </a:r>
            <a:endParaRPr>
              <a:solidFill>
                <a:schemeClr val="dk1"/>
              </a:solidFill>
              <a:latin typeface="Raleway"/>
              <a:ea typeface="Raleway"/>
              <a:cs typeface="Raleway"/>
              <a:sym typeface="Raleway"/>
            </a:endParaRPr>
          </a:p>
        </p:txBody>
      </p:sp>
      <p:sp>
        <p:nvSpPr>
          <p:cNvPr id="2698" name="Google Shape;2698;g3b89ac5971d_0_0"/>
          <p:cNvSpPr/>
          <p:nvPr/>
        </p:nvSpPr>
        <p:spPr>
          <a:xfrm>
            <a:off x="3711575" y="3263700"/>
            <a:ext cx="4972800" cy="1043100"/>
          </a:xfrm>
          <a:prstGeom prst="rect">
            <a:avLst/>
          </a:prstGeom>
          <a:solidFill>
            <a:srgbClr val="46406B">
              <a:alpha val="298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aleway"/>
                <a:ea typeface="Raleway"/>
                <a:cs typeface="Raleway"/>
                <a:sym typeface="Raleway"/>
              </a:rPr>
              <a:t>THE REPERTORIO SCENARIO</a:t>
            </a:r>
            <a:endParaRPr b="1">
              <a:solidFill>
                <a:schemeClr val="lt1"/>
              </a:solidFill>
              <a:latin typeface="Raleway"/>
              <a:ea typeface="Raleway"/>
              <a:cs typeface="Raleway"/>
              <a:sym typeface="Raleway"/>
            </a:endParaRPr>
          </a:p>
          <a:p>
            <a:pPr indent="0" lvl="0" marL="0" rtl="0" algn="ctr">
              <a:spcBef>
                <a:spcPts val="0"/>
              </a:spcBef>
              <a:spcAft>
                <a:spcPts val="0"/>
              </a:spcAft>
              <a:buNone/>
            </a:pPr>
            <a:r>
              <a:rPr i="1" lang="en">
                <a:solidFill>
                  <a:schemeClr val="dk1"/>
                </a:solidFill>
                <a:latin typeface="Raleway"/>
                <a:ea typeface="Raleway"/>
                <a:cs typeface="Raleway"/>
                <a:sym typeface="Raleway"/>
              </a:rPr>
              <a:t>“Elias receives 50k raw attributes daily. He needs a ‘Filter-then-Rank’ system to act as a gatekeeper- automating the easy 60% and flagging the hard 40%”</a:t>
            </a:r>
            <a:endParaRPr i="1">
              <a:solidFill>
                <a:schemeClr val="dk1"/>
              </a:solidFill>
              <a:latin typeface="Raleway"/>
              <a:ea typeface="Raleway"/>
              <a:cs typeface="Raleway"/>
              <a:sym typeface="Raleway"/>
            </a:endParaRPr>
          </a:p>
        </p:txBody>
      </p:sp>
      <p:sp>
        <p:nvSpPr>
          <p:cNvPr id="2699" name="Google Shape;2699;g3b89ac5971d_0_0"/>
          <p:cNvSpPr/>
          <p:nvPr/>
        </p:nvSpPr>
        <p:spPr>
          <a:xfrm>
            <a:off x="1075350" y="1084450"/>
            <a:ext cx="1785600" cy="1787100"/>
          </a:xfrm>
          <a:prstGeom prst="ellipse">
            <a:avLst/>
          </a:prstGeom>
          <a:solidFill>
            <a:srgbClr val="46406B">
              <a:alpha val="20000"/>
            </a:srgbClr>
          </a:solidFill>
          <a:ln cap="flat" cmpd="sng" w="8200">
            <a:solidFill>
              <a:srgbClr val="110E24"/>
            </a:solidFill>
            <a:prstDash val="solid"/>
            <a:round/>
            <a:headEnd len="sm" w="sm" type="none"/>
            <a:tailEnd len="sm" w="sm" type="none"/>
          </a:ln>
        </p:spPr>
        <p:txBody>
          <a:bodyPr anchorCtr="0" anchor="ctr" bIns="78700" lIns="78700" spcFirstLastPara="1" rIns="78700" wrap="square" tIns="78700">
            <a:noAutofit/>
          </a:bodyPr>
          <a:lstStyle/>
          <a:p>
            <a:pPr indent="0" lvl="0" marL="0" marR="0" rtl="0" algn="ctr">
              <a:lnSpc>
                <a:spcPct val="100000"/>
              </a:lnSpc>
              <a:spcBef>
                <a:spcPts val="0"/>
              </a:spcBef>
              <a:spcAft>
                <a:spcPts val="0"/>
              </a:spcAft>
              <a:buClr>
                <a:srgbClr val="000000"/>
              </a:buClr>
              <a:buSzPts val="1205"/>
              <a:buFont typeface="Arial"/>
              <a:buNone/>
            </a:pPr>
            <a:r>
              <a:t/>
            </a:r>
            <a:endParaRPr b="0" i="0" sz="1205" u="none" cap="none" strike="noStrike">
              <a:solidFill>
                <a:srgbClr val="FFFFFF"/>
              </a:solidFill>
              <a:latin typeface="Hanken Grotesk"/>
              <a:ea typeface="Hanken Grotesk"/>
              <a:cs typeface="Hanken Grotesk"/>
              <a:sym typeface="Hanken Grotesk"/>
            </a:endParaRPr>
          </a:p>
        </p:txBody>
      </p:sp>
      <p:pic>
        <p:nvPicPr>
          <p:cNvPr id="2700" name="Google Shape;2700;g3b89ac5971d_0_0" title="Gemini_Generated_Image_v6chq8v6chq8v6ch.png"/>
          <p:cNvPicPr preferRelativeResize="0"/>
          <p:nvPr/>
        </p:nvPicPr>
        <p:blipFill rotWithShape="1">
          <a:blip r:embed="rId3">
            <a:alphaModFix/>
          </a:blip>
          <a:srcRect b="16762" l="33444" r="32830" t="12864"/>
          <a:stretch/>
        </p:blipFill>
        <p:spPr>
          <a:xfrm>
            <a:off x="1353414" y="1451240"/>
            <a:ext cx="1247699" cy="14201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g3b47ec10538_0_106"/>
          <p:cNvSpPr txBox="1"/>
          <p:nvPr>
            <p:ph type="title"/>
          </p:nvPr>
        </p:nvSpPr>
        <p:spPr>
          <a:xfrm>
            <a:off x="1107977" y="2325725"/>
            <a:ext cx="2874900" cy="989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2900"/>
              <a:t>RESEARCH HYPOTHESIS</a:t>
            </a:r>
            <a:endParaRPr sz="2900"/>
          </a:p>
        </p:txBody>
      </p:sp>
      <p:sp>
        <p:nvSpPr>
          <p:cNvPr id="2706" name="Google Shape;2706;g3b47ec10538_0_106"/>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g3b47ec10538_0_106"/>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708" name="Google Shape;2708;g3b47ec10538_0_106"/>
          <p:cNvGrpSpPr/>
          <p:nvPr/>
        </p:nvGrpSpPr>
        <p:grpSpPr>
          <a:xfrm flipH="1" rot="10800000">
            <a:off x="7968643" y="3562069"/>
            <a:ext cx="681216" cy="3360486"/>
            <a:chOff x="1337800" y="-2525590"/>
            <a:chExt cx="1498167" cy="7390555"/>
          </a:xfrm>
        </p:grpSpPr>
        <p:cxnSp>
          <p:nvCxnSpPr>
            <p:cNvPr id="2709" name="Google Shape;2709;g3b47ec10538_0_106"/>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710" name="Google Shape;2710;g3b47ec10538_0_106"/>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711" name="Google Shape;2711;g3b47ec10538_0_106"/>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2" name="Google Shape;2712;g3b47ec10538_0_106"/>
          <p:cNvGrpSpPr/>
          <p:nvPr/>
        </p:nvGrpSpPr>
        <p:grpSpPr>
          <a:xfrm flipH="1" rot="-5400000">
            <a:off x="70044" y="-592706"/>
            <a:ext cx="681216" cy="3360486"/>
            <a:chOff x="1337800" y="-2525590"/>
            <a:chExt cx="1498167" cy="7390555"/>
          </a:xfrm>
        </p:grpSpPr>
        <p:cxnSp>
          <p:nvCxnSpPr>
            <p:cNvPr id="2713" name="Google Shape;2713;g3b47ec10538_0_106"/>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714" name="Google Shape;2714;g3b47ec10538_0_106"/>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715" name="Google Shape;2715;g3b47ec10538_0_106"/>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16" name="Google Shape;2716;g3b47ec10538_0_106"/>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sm" w="sm" type="none"/>
            <a:tailEnd len="sm" w="sm" type="none"/>
          </a:ln>
        </p:spPr>
      </p:sp>
      <p:grpSp>
        <p:nvGrpSpPr>
          <p:cNvPr id="2717" name="Google Shape;2717;g3b47ec10538_0_106"/>
          <p:cNvGrpSpPr/>
          <p:nvPr/>
        </p:nvGrpSpPr>
        <p:grpSpPr>
          <a:xfrm>
            <a:off x="7221623" y="1260360"/>
            <a:ext cx="1160061" cy="523162"/>
            <a:chOff x="7221623" y="1260360"/>
            <a:chExt cx="1160061" cy="523162"/>
          </a:xfrm>
        </p:grpSpPr>
        <p:sp>
          <p:nvSpPr>
            <p:cNvPr id="2718" name="Google Shape;2718;g3b47ec10538_0_106"/>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g3b47ec10538_0_106"/>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g3b47ec10538_0_106"/>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21" name="Google Shape;2721;g3b47ec10538_0_106"/>
          <p:cNvSpPr txBox="1"/>
          <p:nvPr>
            <p:ph idx="2" type="title"/>
          </p:nvPr>
        </p:nvSpPr>
        <p:spPr>
          <a:xfrm>
            <a:off x="4290475" y="2343925"/>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sp>
        <p:nvSpPr>
          <p:cNvPr id="2726" name="Google Shape;2726;p9"/>
          <p:cNvSpPr txBox="1"/>
          <p:nvPr>
            <p:ph type="title"/>
          </p:nvPr>
        </p:nvSpPr>
        <p:spPr>
          <a:xfrm>
            <a:off x="793200" y="486550"/>
            <a:ext cx="57045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2600"/>
              <a:buNone/>
            </a:pPr>
            <a:r>
              <a:rPr b="1" lang="en" sz="1800">
                <a:latin typeface="Raleway"/>
                <a:ea typeface="Raleway"/>
                <a:cs typeface="Raleway"/>
                <a:sym typeface="Raleway"/>
              </a:rPr>
              <a:t>RESEARCH HYPOTHESIS</a:t>
            </a:r>
            <a:endParaRPr b="1" sz="1800">
              <a:latin typeface="Raleway"/>
              <a:ea typeface="Raleway"/>
              <a:cs typeface="Raleway"/>
              <a:sym typeface="Raleway"/>
            </a:endParaRPr>
          </a:p>
          <a:p>
            <a:pPr indent="0" lvl="0" marL="0" rtl="0" algn="l">
              <a:lnSpc>
                <a:spcPct val="100000"/>
              </a:lnSpc>
              <a:spcBef>
                <a:spcPts val="400"/>
              </a:spcBef>
              <a:spcAft>
                <a:spcPts val="0"/>
              </a:spcAft>
              <a:buSzPts val="2600"/>
              <a:buNone/>
            </a:pPr>
            <a:r>
              <a:t/>
            </a:r>
            <a:endParaRPr sz="1800"/>
          </a:p>
        </p:txBody>
      </p:sp>
      <p:sp>
        <p:nvSpPr>
          <p:cNvPr id="2727" name="Google Shape;2727;p9"/>
          <p:cNvSpPr/>
          <p:nvPr/>
        </p:nvSpPr>
        <p:spPr>
          <a:xfrm>
            <a:off x="533400" y="2336450"/>
            <a:ext cx="8077200" cy="1188900"/>
          </a:xfrm>
          <a:prstGeom prst="rect">
            <a:avLst/>
          </a:prstGeom>
          <a:solidFill>
            <a:srgbClr val="46406B">
              <a:alpha val="2980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1200"/>
              </a:spcBef>
              <a:spcAft>
                <a:spcPts val="0"/>
              </a:spcAft>
              <a:buClr>
                <a:srgbClr val="000000"/>
              </a:buClr>
              <a:buSzPts val="1500"/>
              <a:buFont typeface="Arial"/>
              <a:buNone/>
            </a:pPr>
            <a:r>
              <a:rPr b="1" i="0" lang="en" sz="1500" u="none" cap="none" strike="noStrike">
                <a:solidFill>
                  <a:schemeClr val="dk1"/>
                </a:solidFill>
                <a:latin typeface="Raleway"/>
                <a:ea typeface="Raleway"/>
                <a:cs typeface="Raleway"/>
                <a:sym typeface="Raleway"/>
              </a:rPr>
              <a:t>Architecture </a:t>
            </a:r>
            <a:r>
              <a:rPr b="1" i="0" lang="en" sz="1400" u="none" cap="none" strike="noStrike">
                <a:solidFill>
                  <a:schemeClr val="dk1"/>
                </a:solidFill>
                <a:latin typeface="Raleway"/>
                <a:ea typeface="Raleway"/>
                <a:cs typeface="Raleway"/>
                <a:sym typeface="Raleway"/>
              </a:rPr>
              <a:t>(H2)</a:t>
            </a:r>
            <a:endParaRPr b="1" i="0" sz="1500" u="none" cap="none" strike="noStrike">
              <a:solidFill>
                <a:schemeClr val="dk1"/>
              </a:solidFill>
              <a:latin typeface="Raleway"/>
              <a:ea typeface="Raleway"/>
              <a:cs typeface="Raleway"/>
              <a:sym typeface="Raleway"/>
            </a:endParaRPr>
          </a:p>
          <a:p>
            <a:pPr indent="0" lvl="0" marL="0" marR="0" rtl="0" algn="ctr">
              <a:lnSpc>
                <a:spcPct val="100000"/>
              </a:lnSpc>
              <a:spcBef>
                <a:spcPts val="1200"/>
              </a:spcBef>
              <a:spcAft>
                <a:spcPts val="0"/>
              </a:spcAft>
              <a:buClr>
                <a:srgbClr val="000000"/>
              </a:buClr>
              <a:buSzPts val="1300"/>
              <a:buFont typeface="Arial"/>
              <a:buNone/>
            </a:pPr>
            <a:r>
              <a:rPr b="1" i="0" lang="en" sz="1300" u="none" cap="none" strike="noStrike">
                <a:solidFill>
                  <a:schemeClr val="lt1"/>
                </a:solidFill>
                <a:latin typeface="Raleway"/>
                <a:ea typeface="Raleway"/>
                <a:cs typeface="Raleway"/>
                <a:sym typeface="Raleway"/>
              </a:rPr>
              <a:t>Question:</a:t>
            </a:r>
            <a:r>
              <a:rPr b="0" i="0" lang="en" sz="1300" u="none" cap="none" strike="noStrike">
                <a:solidFill>
                  <a:schemeClr val="dk1"/>
                </a:solidFill>
                <a:latin typeface="Raleway Medium"/>
                <a:ea typeface="Raleway Medium"/>
                <a:cs typeface="Raleway Medium"/>
                <a:sym typeface="Raleway Medium"/>
              </a:rPr>
              <a:t> How do we balance high accuracy with scalability?</a:t>
            </a:r>
            <a:endParaRPr b="0" i="0" sz="1300" u="none" cap="none" strike="noStrike">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Raleway"/>
                <a:ea typeface="Raleway"/>
                <a:cs typeface="Raleway"/>
                <a:sym typeface="Raleway"/>
              </a:rPr>
              <a:t>Hypothesis</a:t>
            </a:r>
            <a:r>
              <a:rPr b="0" i="0" lang="en" sz="1300" u="none" cap="none" strike="noStrike">
                <a:solidFill>
                  <a:schemeClr val="lt1"/>
                </a:solidFill>
                <a:latin typeface="Raleway Medium"/>
                <a:ea typeface="Raleway Medium"/>
                <a:cs typeface="Raleway Medium"/>
                <a:sym typeface="Raleway Medium"/>
              </a:rPr>
              <a:t>: </a:t>
            </a:r>
            <a:r>
              <a:rPr b="0" i="0" lang="en" sz="1300" u="none" cap="none" strike="noStrike">
                <a:solidFill>
                  <a:schemeClr val="dk1"/>
                </a:solidFill>
                <a:latin typeface="Raleway Medium"/>
                <a:ea typeface="Raleway Medium"/>
                <a:cs typeface="Raleway Medium"/>
                <a:sym typeface="Raleway Medium"/>
              </a:rPr>
              <a:t>Efficiency demands a "Filter-then-Rank" architecture. Scalability is achieved by filtering candidates with a fast retriever before applying expensive deep semantic scoring.</a:t>
            </a:r>
            <a:endParaRPr b="0" i="0" sz="1300" u="none" cap="none" strike="noStrike">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Raleway Medium"/>
              <a:ea typeface="Raleway Medium"/>
              <a:cs typeface="Raleway Medium"/>
              <a:sym typeface="Raleway Medium"/>
            </a:endParaRPr>
          </a:p>
        </p:txBody>
      </p:sp>
      <p:sp>
        <p:nvSpPr>
          <p:cNvPr id="2728" name="Google Shape;2728;p9"/>
          <p:cNvSpPr/>
          <p:nvPr/>
        </p:nvSpPr>
        <p:spPr>
          <a:xfrm>
            <a:off x="533400" y="3637350"/>
            <a:ext cx="8077200" cy="1188900"/>
          </a:xfrm>
          <a:prstGeom prst="rect">
            <a:avLst/>
          </a:prstGeom>
          <a:solidFill>
            <a:srgbClr val="46406B">
              <a:alpha val="2980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1200"/>
              </a:spcBef>
              <a:spcAft>
                <a:spcPts val="0"/>
              </a:spcAft>
              <a:buClr>
                <a:srgbClr val="000000"/>
              </a:buClr>
              <a:buSzPts val="1400"/>
              <a:buFont typeface="Arial"/>
              <a:buNone/>
            </a:pPr>
            <a:r>
              <a:rPr b="1" i="0" lang="en" sz="1400" u="none" cap="none" strike="noStrike">
                <a:solidFill>
                  <a:schemeClr val="dk1"/>
                </a:solidFill>
                <a:latin typeface="Raleway"/>
                <a:ea typeface="Raleway"/>
                <a:cs typeface="Raleway"/>
                <a:sym typeface="Raleway"/>
              </a:rPr>
              <a:t>Data Strategy (H3)</a:t>
            </a:r>
            <a:endParaRPr b="1" i="0" sz="1400" u="none" cap="none" strike="noStrike">
              <a:solidFill>
                <a:schemeClr val="dk1"/>
              </a:solidFill>
              <a:latin typeface="Raleway"/>
              <a:ea typeface="Raleway"/>
              <a:cs typeface="Raleway"/>
              <a:sym typeface="Raleway"/>
            </a:endParaRPr>
          </a:p>
          <a:p>
            <a:pPr indent="0" lvl="0" marL="0" marR="0" rtl="0" algn="ctr">
              <a:lnSpc>
                <a:spcPct val="100000"/>
              </a:lnSpc>
              <a:spcBef>
                <a:spcPts val="1200"/>
              </a:spcBef>
              <a:spcAft>
                <a:spcPts val="0"/>
              </a:spcAft>
              <a:buClr>
                <a:srgbClr val="000000"/>
              </a:buClr>
              <a:buSzPts val="1300"/>
              <a:buFont typeface="Arial"/>
              <a:buNone/>
            </a:pPr>
            <a:r>
              <a:rPr b="1" i="0" lang="en" sz="1300" u="none" cap="none" strike="noStrike">
                <a:solidFill>
                  <a:schemeClr val="lt1"/>
                </a:solidFill>
                <a:latin typeface="Raleway"/>
                <a:ea typeface="Raleway"/>
                <a:cs typeface="Raleway"/>
                <a:sym typeface="Raleway"/>
              </a:rPr>
              <a:t>Question</a:t>
            </a:r>
            <a:r>
              <a:rPr b="0" i="0" lang="en" sz="1300" u="none" cap="none" strike="noStrike">
                <a:solidFill>
                  <a:schemeClr val="dk1"/>
                </a:solidFill>
                <a:latin typeface="Raleway Medium"/>
                <a:ea typeface="Raleway Medium"/>
                <a:cs typeface="Raleway Medium"/>
                <a:sym typeface="Raleway Medium"/>
              </a:rPr>
              <a:t>: Is random training data sufficient for clinical accuracy?</a:t>
            </a:r>
            <a:endParaRPr b="0" i="0" sz="1300" u="none" cap="none" strike="noStrike">
              <a:solidFill>
                <a:schemeClr val="dk1"/>
              </a:solidFill>
              <a:latin typeface="Raleway Medium"/>
              <a:ea typeface="Raleway Medium"/>
              <a:cs typeface="Raleway Medium"/>
              <a:sym typeface="Raleway Medium"/>
            </a:endParaRPr>
          </a:p>
          <a:p>
            <a:pPr indent="0" lvl="0" marL="0" marR="0" rtl="0" algn="ctr">
              <a:lnSpc>
                <a:spcPct val="115000"/>
              </a:lnSpc>
              <a:spcBef>
                <a:spcPts val="0"/>
              </a:spcBef>
              <a:spcAft>
                <a:spcPts val="0"/>
              </a:spcAft>
              <a:buClr>
                <a:srgbClr val="000000"/>
              </a:buClr>
              <a:buSzPts val="1300"/>
              <a:buFont typeface="Arial"/>
              <a:buNone/>
            </a:pPr>
            <a:r>
              <a:rPr b="1" i="0" lang="en" sz="1300" u="none" cap="none" strike="noStrike">
                <a:solidFill>
                  <a:schemeClr val="lt1"/>
                </a:solidFill>
                <a:latin typeface="Raleway"/>
                <a:ea typeface="Raleway"/>
                <a:cs typeface="Raleway"/>
                <a:sym typeface="Raleway"/>
              </a:rPr>
              <a:t>Hypothesis</a:t>
            </a:r>
            <a:r>
              <a:rPr b="0" i="0" lang="en" sz="1300" u="none" cap="none" strike="noStrike">
                <a:solidFill>
                  <a:schemeClr val="lt1"/>
                </a:solidFill>
                <a:latin typeface="Raleway Medium"/>
                <a:ea typeface="Raleway Medium"/>
                <a:cs typeface="Raleway Medium"/>
                <a:sym typeface="Raleway Medium"/>
              </a:rPr>
              <a:t>: </a:t>
            </a:r>
            <a:r>
              <a:rPr b="0" i="0" lang="en" sz="1300" u="none" cap="none" strike="noStrike">
                <a:solidFill>
                  <a:schemeClr val="dk1"/>
                </a:solidFill>
                <a:latin typeface="Raleway Medium"/>
                <a:ea typeface="Raleway Medium"/>
                <a:cs typeface="Raleway Medium"/>
                <a:sym typeface="Raleway Medium"/>
              </a:rPr>
              <a:t>No. To generalize well, the model must be explicitly trained on "Hard Negatives"—tricky, similar-looking concepts—rather than just random non-matches.</a:t>
            </a:r>
            <a:endParaRPr b="0" i="0" sz="1300" u="none" cap="none" strike="noStrike">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Raleway Medium"/>
              <a:ea typeface="Raleway Medium"/>
              <a:cs typeface="Raleway Medium"/>
              <a:sym typeface="Raleway Medium"/>
            </a:endParaRPr>
          </a:p>
        </p:txBody>
      </p:sp>
      <p:sp>
        <p:nvSpPr>
          <p:cNvPr id="2729" name="Google Shape;2729;p9"/>
          <p:cNvSpPr/>
          <p:nvPr/>
        </p:nvSpPr>
        <p:spPr>
          <a:xfrm>
            <a:off x="533400" y="1035550"/>
            <a:ext cx="8077200" cy="1188900"/>
          </a:xfrm>
          <a:prstGeom prst="rect">
            <a:avLst/>
          </a:prstGeom>
          <a:solidFill>
            <a:srgbClr val="46406B">
              <a:alpha val="2980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1200"/>
              </a:spcBef>
              <a:spcAft>
                <a:spcPts val="0"/>
              </a:spcAft>
              <a:buClr>
                <a:srgbClr val="000000"/>
              </a:buClr>
              <a:buSzPts val="1500"/>
              <a:buFont typeface="Arial"/>
              <a:buNone/>
            </a:pPr>
            <a:r>
              <a:rPr b="1" i="0" lang="en" sz="1500" u="none" cap="none" strike="noStrike">
                <a:solidFill>
                  <a:schemeClr val="dk1"/>
                </a:solidFill>
                <a:latin typeface="Raleway"/>
                <a:ea typeface="Raleway"/>
                <a:cs typeface="Raleway"/>
                <a:sym typeface="Raleway"/>
              </a:rPr>
              <a:t>Efficiency and Ambiguity </a:t>
            </a:r>
            <a:r>
              <a:rPr b="1" i="0" lang="en" sz="1400" u="none" cap="none" strike="noStrike">
                <a:solidFill>
                  <a:schemeClr val="dk1"/>
                </a:solidFill>
                <a:latin typeface="Raleway"/>
                <a:ea typeface="Raleway"/>
                <a:cs typeface="Raleway"/>
                <a:sym typeface="Raleway"/>
              </a:rPr>
              <a:t>(H1)</a:t>
            </a:r>
            <a:endParaRPr b="1" i="0" sz="1300" u="none" cap="none" strike="noStrike">
              <a:solidFill>
                <a:schemeClr val="lt1"/>
              </a:solidFill>
              <a:latin typeface="Raleway"/>
              <a:ea typeface="Raleway"/>
              <a:cs typeface="Raleway"/>
              <a:sym typeface="Raleway"/>
            </a:endParaRPr>
          </a:p>
          <a:p>
            <a:pPr indent="0" lvl="0" marL="0" marR="0" rtl="0" algn="ctr">
              <a:lnSpc>
                <a:spcPct val="115000"/>
              </a:lnSpc>
              <a:spcBef>
                <a:spcPts val="1200"/>
              </a:spcBef>
              <a:spcAft>
                <a:spcPts val="1200"/>
              </a:spcAft>
              <a:buClr>
                <a:srgbClr val="000000"/>
              </a:buClr>
              <a:buSzPts val="1300"/>
              <a:buFont typeface="Arial"/>
              <a:buNone/>
            </a:pPr>
            <a:r>
              <a:rPr b="1" i="0" lang="en" sz="1300" u="none" cap="none" strike="noStrike">
                <a:solidFill>
                  <a:schemeClr val="lt1"/>
                </a:solidFill>
                <a:latin typeface="Raleway"/>
                <a:ea typeface="Raleway"/>
                <a:cs typeface="Raleway"/>
                <a:sym typeface="Raleway"/>
              </a:rPr>
              <a:t>Question: </a:t>
            </a:r>
            <a:r>
              <a:rPr b="0" i="0" lang="en" sz="1300" u="none" cap="none" strike="noStrike">
                <a:solidFill>
                  <a:schemeClr val="dk1"/>
                </a:solidFill>
                <a:latin typeface="Raleway Medium"/>
                <a:ea typeface="Raleway Medium"/>
                <a:cs typeface="Raleway Medium"/>
                <a:sym typeface="Raleway Medium"/>
              </a:rPr>
              <a:t>Do we always need complex deep learning models to align clinical terms?</a:t>
            </a:r>
            <a:br>
              <a:rPr b="0" i="0" lang="en" sz="1300" u="none" cap="none" strike="noStrike">
                <a:solidFill>
                  <a:schemeClr val="dk1"/>
                </a:solidFill>
                <a:latin typeface="Raleway Medium"/>
                <a:ea typeface="Raleway Medium"/>
                <a:cs typeface="Raleway Medium"/>
                <a:sym typeface="Raleway Medium"/>
              </a:rPr>
            </a:br>
            <a:r>
              <a:rPr b="1" i="0" lang="en" sz="1300" u="none" cap="none" strike="noStrike">
                <a:solidFill>
                  <a:schemeClr val="lt1"/>
                </a:solidFill>
                <a:latin typeface="Raleway"/>
                <a:ea typeface="Raleway"/>
                <a:cs typeface="Raleway"/>
                <a:sym typeface="Raleway"/>
              </a:rPr>
              <a:t>Hypothesis</a:t>
            </a:r>
            <a:r>
              <a:rPr b="0" i="0" lang="en" sz="1300" u="none" cap="none" strike="noStrike">
                <a:solidFill>
                  <a:schemeClr val="dk1"/>
                </a:solidFill>
                <a:latin typeface="Raleway Medium"/>
                <a:ea typeface="Raleway Medium"/>
                <a:cs typeface="Raleway Medium"/>
                <a:sym typeface="Raleway Medium"/>
              </a:rPr>
              <a:t>: No. Model complexity should match semantic ambiguity: deterministic rules handle clear cases, while deep models are needed only for ambiguous or synonymous terms.</a:t>
            </a:r>
            <a:endParaRPr b="0" i="0" sz="1300" u="none" cap="none" strike="noStrike">
              <a:solidFill>
                <a:schemeClr val="dk1"/>
              </a:solidFill>
              <a:latin typeface="Raleway Medium"/>
              <a:ea typeface="Raleway Medium"/>
              <a:cs typeface="Raleway Medium"/>
              <a:sym typeface="Raleway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3" name="Shape 2733"/>
        <p:cNvGrpSpPr/>
        <p:nvPr/>
      </p:nvGrpSpPr>
      <p:grpSpPr>
        <a:xfrm>
          <a:off x="0" y="0"/>
          <a:ext cx="0" cy="0"/>
          <a:chOff x="0" y="0"/>
          <a:chExt cx="0" cy="0"/>
        </a:xfrm>
      </p:grpSpPr>
      <p:sp>
        <p:nvSpPr>
          <p:cNvPr id="2734" name="Google Shape;2734;g3aff4877ce6_0_80"/>
          <p:cNvSpPr txBox="1"/>
          <p:nvPr>
            <p:ph type="title"/>
          </p:nvPr>
        </p:nvSpPr>
        <p:spPr>
          <a:xfrm>
            <a:off x="1136800" y="2325725"/>
            <a:ext cx="4086000" cy="989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2700"/>
              <a:t>SYSTEM DESIGN</a:t>
            </a:r>
            <a:endParaRPr sz="2700"/>
          </a:p>
        </p:txBody>
      </p:sp>
      <p:sp>
        <p:nvSpPr>
          <p:cNvPr id="2735" name="Google Shape;2735;g3aff4877ce6_0_80"/>
          <p:cNvSpPr txBox="1"/>
          <p:nvPr>
            <p:ph idx="2" type="title"/>
          </p:nvPr>
        </p:nvSpPr>
        <p:spPr>
          <a:xfrm>
            <a:off x="4572000" y="2325725"/>
            <a:ext cx="1343100" cy="989400"/>
          </a:xfrm>
          <a:prstGeom prst="rect">
            <a:avLst/>
          </a:prstGeom>
          <a:solidFill>
            <a:srgbClr val="FFFFFF">
              <a:alpha val="6666"/>
            </a:srgbClr>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sp>
        <p:nvSpPr>
          <p:cNvPr id="2736" name="Google Shape;2736;g3aff4877ce6_0_80"/>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g3aff4877ce6_0_80"/>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738" name="Google Shape;2738;g3aff4877ce6_0_80"/>
          <p:cNvGrpSpPr/>
          <p:nvPr/>
        </p:nvGrpSpPr>
        <p:grpSpPr>
          <a:xfrm flipH="1" rot="10800000">
            <a:off x="7968643" y="3562069"/>
            <a:ext cx="681216" cy="3360486"/>
            <a:chOff x="1337800" y="-2525590"/>
            <a:chExt cx="1498167" cy="7390555"/>
          </a:xfrm>
        </p:grpSpPr>
        <p:cxnSp>
          <p:nvCxnSpPr>
            <p:cNvPr id="2739" name="Google Shape;2739;g3aff4877ce6_0_80"/>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740" name="Google Shape;2740;g3aff4877ce6_0_80"/>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741" name="Google Shape;2741;g3aff4877ce6_0_8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2" name="Google Shape;2742;g3aff4877ce6_0_80"/>
          <p:cNvGrpSpPr/>
          <p:nvPr/>
        </p:nvGrpSpPr>
        <p:grpSpPr>
          <a:xfrm flipH="1" rot="-5400000">
            <a:off x="70044" y="-592706"/>
            <a:ext cx="681216" cy="3360486"/>
            <a:chOff x="1337800" y="-2525590"/>
            <a:chExt cx="1498167" cy="7390555"/>
          </a:xfrm>
        </p:grpSpPr>
        <p:cxnSp>
          <p:nvCxnSpPr>
            <p:cNvPr id="2743" name="Google Shape;2743;g3aff4877ce6_0_80"/>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744" name="Google Shape;2744;g3aff4877ce6_0_80"/>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745" name="Google Shape;2745;g3aff4877ce6_0_8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46" name="Google Shape;2746;g3aff4877ce6_0_80"/>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sm" w="sm" type="none"/>
            <a:tailEnd len="sm" w="sm" type="none"/>
          </a:ln>
        </p:spPr>
      </p:sp>
      <p:grpSp>
        <p:nvGrpSpPr>
          <p:cNvPr id="2747" name="Google Shape;2747;g3aff4877ce6_0_80"/>
          <p:cNvGrpSpPr/>
          <p:nvPr/>
        </p:nvGrpSpPr>
        <p:grpSpPr>
          <a:xfrm>
            <a:off x="7221623" y="1260360"/>
            <a:ext cx="1160061" cy="523162"/>
            <a:chOff x="7221623" y="1260360"/>
            <a:chExt cx="1160061" cy="523162"/>
          </a:xfrm>
        </p:grpSpPr>
        <p:sp>
          <p:nvSpPr>
            <p:cNvPr id="2748" name="Google Shape;2748;g3aff4877ce6_0_80"/>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g3aff4877ce6_0_80"/>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g3aff4877ce6_0_80"/>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4" name="Shape 2754"/>
        <p:cNvGrpSpPr/>
        <p:nvPr/>
      </p:nvGrpSpPr>
      <p:grpSpPr>
        <a:xfrm>
          <a:off x="0" y="0"/>
          <a:ext cx="0" cy="0"/>
          <a:chOff x="0" y="0"/>
          <a:chExt cx="0" cy="0"/>
        </a:xfrm>
      </p:grpSpPr>
      <p:sp>
        <p:nvSpPr>
          <p:cNvPr id="2755" name="Google Shape;2755;g3b499654e41_0_663"/>
          <p:cNvSpPr txBox="1"/>
          <p:nvPr>
            <p:ph type="title"/>
          </p:nvPr>
        </p:nvSpPr>
        <p:spPr>
          <a:xfrm>
            <a:off x="793200" y="486550"/>
            <a:ext cx="55731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2600"/>
              <a:buNone/>
            </a:pPr>
            <a:r>
              <a:rPr b="1" lang="en" sz="1800">
                <a:latin typeface="Raleway"/>
                <a:ea typeface="Raleway"/>
                <a:cs typeface="Raleway"/>
                <a:sym typeface="Raleway"/>
              </a:rPr>
              <a:t>SYSTEM DESIGN - MODULAR OVERVIEW</a:t>
            </a:r>
            <a:endParaRPr sz="1800"/>
          </a:p>
        </p:txBody>
      </p:sp>
      <p:sp>
        <p:nvSpPr>
          <p:cNvPr id="2756" name="Google Shape;2756;g3b499654e41_0_663"/>
          <p:cNvSpPr/>
          <p:nvPr/>
        </p:nvSpPr>
        <p:spPr>
          <a:xfrm>
            <a:off x="6228125" y="2377425"/>
            <a:ext cx="1764900" cy="994800"/>
          </a:xfrm>
          <a:prstGeom prst="rect">
            <a:avLst/>
          </a:prstGeom>
          <a:solidFill>
            <a:srgbClr val="00CADA">
              <a:alpha val="2000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Hanken Grotesk"/>
                <a:ea typeface="Hanken Grotesk"/>
                <a:cs typeface="Hanken Grotesk"/>
                <a:sym typeface="Hanken Grotesk"/>
              </a:rPr>
              <a:t>Inference Engine</a:t>
            </a:r>
            <a:endParaRPr b="1" i="0" sz="1400" u="none" cap="none" strike="noStrike">
              <a:solidFill>
                <a:schemeClr val="dk1"/>
              </a:solidFill>
              <a:latin typeface="Hanken Grotesk"/>
              <a:ea typeface="Hanken Grotesk"/>
              <a:cs typeface="Hanken Grotesk"/>
              <a:sym typeface="Hanken Grotesk"/>
            </a:endParaRPr>
          </a:p>
        </p:txBody>
      </p:sp>
      <p:sp>
        <p:nvSpPr>
          <p:cNvPr id="2757" name="Google Shape;2757;g3b499654e41_0_663"/>
          <p:cNvSpPr/>
          <p:nvPr/>
        </p:nvSpPr>
        <p:spPr>
          <a:xfrm>
            <a:off x="3689550" y="1382625"/>
            <a:ext cx="1764900" cy="994800"/>
          </a:xfrm>
          <a:prstGeom prst="rect">
            <a:avLst/>
          </a:prstGeom>
          <a:solidFill>
            <a:schemeClr val="accent1"/>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Hanken Grotesk"/>
                <a:ea typeface="Hanken Grotesk"/>
                <a:cs typeface="Hanken Grotesk"/>
                <a:sym typeface="Hanken Grotesk"/>
              </a:rPr>
              <a:t>Train Scoring Model</a:t>
            </a:r>
            <a:endParaRPr b="0" i="0" sz="1400" u="none" cap="none" strike="noStrike">
              <a:solidFill>
                <a:schemeClr val="dk1"/>
              </a:solidFill>
              <a:latin typeface="Hanken Grotesk"/>
              <a:ea typeface="Hanken Grotesk"/>
              <a:cs typeface="Hanken Grotesk"/>
              <a:sym typeface="Hanken Grotesk"/>
            </a:endParaRPr>
          </a:p>
        </p:txBody>
      </p:sp>
      <p:sp>
        <p:nvSpPr>
          <p:cNvPr id="2758" name="Google Shape;2758;g3b499654e41_0_663"/>
          <p:cNvSpPr/>
          <p:nvPr/>
        </p:nvSpPr>
        <p:spPr>
          <a:xfrm>
            <a:off x="1150975" y="2377425"/>
            <a:ext cx="1764900" cy="994800"/>
          </a:xfrm>
          <a:prstGeom prst="rect">
            <a:avLst/>
          </a:prstGeom>
          <a:solidFill>
            <a:srgbClr val="E0E0E0">
              <a:alpha val="2000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Hanken Grotesk"/>
                <a:ea typeface="Hanken Grotesk"/>
                <a:cs typeface="Hanken Grotesk"/>
                <a:sym typeface="Hanken Grotesk"/>
              </a:rPr>
              <a:t>Load and Standardize</a:t>
            </a:r>
            <a:endParaRPr b="0" i="0" sz="1400" u="none" cap="none" strike="noStrike">
              <a:solidFill>
                <a:schemeClr val="dk1"/>
              </a:solidFill>
              <a:latin typeface="Hanken Grotesk"/>
              <a:ea typeface="Hanken Grotesk"/>
              <a:cs typeface="Hanken Grotesk"/>
              <a:sym typeface="Hanken Grotesk"/>
            </a:endParaRPr>
          </a:p>
        </p:txBody>
      </p:sp>
      <p:sp>
        <p:nvSpPr>
          <p:cNvPr id="2759" name="Google Shape;2759;g3b499654e41_0_663"/>
          <p:cNvSpPr/>
          <p:nvPr/>
        </p:nvSpPr>
        <p:spPr>
          <a:xfrm>
            <a:off x="2760075" y="1761700"/>
            <a:ext cx="833400" cy="491700"/>
          </a:xfrm>
          <a:prstGeom prst="bentArrow">
            <a:avLst>
              <a:gd fmla="val 25000" name="adj1"/>
              <a:gd fmla="val 25000" name="adj2"/>
              <a:gd fmla="val 25000" name="adj3"/>
              <a:gd fmla="val 43750" name="adj4"/>
            </a:avLst>
          </a:prstGeom>
          <a:solidFill>
            <a:srgbClr val="00CADA">
              <a:alpha val="2000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760" name="Google Shape;2760;g3b499654e41_0_663"/>
          <p:cNvSpPr/>
          <p:nvPr/>
        </p:nvSpPr>
        <p:spPr>
          <a:xfrm flipH="1" rot="10800000">
            <a:off x="2749250" y="3496250"/>
            <a:ext cx="844200" cy="491700"/>
          </a:xfrm>
          <a:prstGeom prst="bentArrow">
            <a:avLst>
              <a:gd fmla="val 25000" name="adj1"/>
              <a:gd fmla="val 25000" name="adj2"/>
              <a:gd fmla="val 25000" name="adj3"/>
              <a:gd fmla="val 43750" name="adj4"/>
            </a:avLst>
          </a:prstGeom>
          <a:solidFill>
            <a:srgbClr val="00CADA">
              <a:alpha val="2000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761" name="Google Shape;2761;g3b499654e41_0_663"/>
          <p:cNvSpPr/>
          <p:nvPr/>
        </p:nvSpPr>
        <p:spPr>
          <a:xfrm flipH="1" rot="5400000">
            <a:off x="5750675" y="3231375"/>
            <a:ext cx="500400" cy="900300"/>
          </a:xfrm>
          <a:prstGeom prst="bentArrow">
            <a:avLst>
              <a:gd fmla="val 25000" name="adj1"/>
              <a:gd fmla="val 25000" name="adj2"/>
              <a:gd fmla="val 25000" name="adj3"/>
              <a:gd fmla="val 43750" name="adj4"/>
            </a:avLst>
          </a:prstGeom>
          <a:solidFill>
            <a:srgbClr val="00CADA">
              <a:alpha val="2000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762" name="Google Shape;2762;g3b499654e41_0_663"/>
          <p:cNvSpPr/>
          <p:nvPr/>
        </p:nvSpPr>
        <p:spPr>
          <a:xfrm rot="5400000">
            <a:off x="5754350" y="1543750"/>
            <a:ext cx="525300" cy="933000"/>
          </a:xfrm>
          <a:prstGeom prst="bentArrow">
            <a:avLst>
              <a:gd fmla="val 25000" name="adj1"/>
              <a:gd fmla="val 25000" name="adj2"/>
              <a:gd fmla="val 25000" name="adj3"/>
              <a:gd fmla="val 43750" name="adj4"/>
            </a:avLst>
          </a:prstGeom>
          <a:solidFill>
            <a:srgbClr val="00CADA">
              <a:alpha val="2000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763" name="Google Shape;2763;g3b499654e41_0_663"/>
          <p:cNvSpPr txBox="1"/>
          <p:nvPr/>
        </p:nvSpPr>
        <p:spPr>
          <a:xfrm>
            <a:off x="1150975" y="4665200"/>
            <a:ext cx="5080800" cy="389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500"/>
              <a:buFont typeface="Arial"/>
              <a:buNone/>
            </a:pPr>
            <a:r>
              <a:rPr b="0" i="0" lang="en" sz="1500" u="none" cap="none" strike="noStrike">
                <a:solidFill>
                  <a:schemeClr val="dk1"/>
                </a:solidFill>
                <a:latin typeface="Raleway Medium"/>
                <a:ea typeface="Raleway Medium"/>
                <a:cs typeface="Raleway Medium"/>
                <a:sym typeface="Raleway Medium"/>
              </a:rPr>
              <a:t>Reusable across studies – build once, run many times</a:t>
            </a:r>
            <a:endParaRPr b="0" i="0" sz="1500" u="none" cap="none" strike="noStrike">
              <a:solidFill>
                <a:schemeClr val="dk1"/>
              </a:solidFill>
              <a:latin typeface="Raleway"/>
              <a:ea typeface="Raleway"/>
              <a:cs typeface="Raleway"/>
              <a:sym typeface="Raleway"/>
            </a:endParaRPr>
          </a:p>
        </p:txBody>
      </p:sp>
      <p:sp>
        <p:nvSpPr>
          <p:cNvPr id="2764" name="Google Shape;2764;g3b499654e41_0_663"/>
          <p:cNvSpPr/>
          <p:nvPr/>
        </p:nvSpPr>
        <p:spPr>
          <a:xfrm>
            <a:off x="3689550" y="3372225"/>
            <a:ext cx="1764900" cy="994800"/>
          </a:xfrm>
          <a:prstGeom prst="rect">
            <a:avLst/>
          </a:prstGeom>
          <a:solidFill>
            <a:schemeClr val="accent1"/>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Hanken Grotesk"/>
                <a:ea typeface="Hanken Grotesk"/>
                <a:cs typeface="Hanken Grotesk"/>
                <a:sym typeface="Hanken Grotesk"/>
              </a:rPr>
              <a:t>Compile Artifacts</a:t>
            </a:r>
            <a:endParaRPr b="1" i="0" sz="1400" u="none" cap="none" strike="noStrike">
              <a:solidFill>
                <a:schemeClr val="dk1"/>
              </a:solidFill>
              <a:latin typeface="Hanken Grotesk"/>
              <a:ea typeface="Hanken Grotesk"/>
              <a:cs typeface="Hanken Grotesk"/>
              <a:sym typeface="Hanken Grotesk"/>
            </a:endParaRPr>
          </a:p>
        </p:txBody>
      </p:sp>
      <p:sp>
        <p:nvSpPr>
          <p:cNvPr id="2765" name="Google Shape;2765;g3b499654e41_0_663"/>
          <p:cNvSpPr/>
          <p:nvPr/>
        </p:nvSpPr>
        <p:spPr>
          <a:xfrm rot="-5400000">
            <a:off x="1047549" y="4790315"/>
            <a:ext cx="168275" cy="139475"/>
          </a:xfrm>
          <a:prstGeom prst="flowChartMerge">
            <a:avLst/>
          </a:prstGeom>
          <a:solidFill>
            <a:srgbClr val="00CA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6" name="Google Shape;2766;g3b499654e41_0_663"/>
          <p:cNvSpPr/>
          <p:nvPr/>
        </p:nvSpPr>
        <p:spPr>
          <a:xfrm>
            <a:off x="2157475" y="4063925"/>
            <a:ext cx="1436100" cy="3897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aleway"/>
                <a:ea typeface="Raleway"/>
                <a:cs typeface="Raleway"/>
                <a:sym typeface="Raleway"/>
              </a:rPr>
              <a:t>Single ontology</a:t>
            </a:r>
            <a:endParaRPr b="0" i="0" sz="1400" u="none" cap="none" strike="noStrike">
              <a:solidFill>
                <a:schemeClr val="dk1"/>
              </a:solidFill>
              <a:latin typeface="Hanken Grotesk"/>
              <a:ea typeface="Hanken Grotesk"/>
              <a:cs typeface="Hanken Grotesk"/>
              <a:sym typeface="Hanken Grotesk"/>
            </a:endParaRPr>
          </a:p>
        </p:txBody>
      </p:sp>
      <p:sp>
        <p:nvSpPr>
          <p:cNvPr id="2767" name="Google Shape;2767;g3b499654e41_0_663"/>
          <p:cNvSpPr/>
          <p:nvPr/>
        </p:nvSpPr>
        <p:spPr>
          <a:xfrm>
            <a:off x="2103275" y="1084449"/>
            <a:ext cx="1436100" cy="6633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aleway"/>
                <a:ea typeface="Raleway"/>
                <a:cs typeface="Raleway"/>
                <a:sym typeface="Raleway"/>
              </a:rPr>
              <a:t>Supervised pair builder of two ontologies</a:t>
            </a:r>
            <a:endParaRPr b="0" i="0" sz="1200" u="none" cap="none" strike="noStrike">
              <a:solidFill>
                <a:schemeClr val="dk1"/>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1" name="Shape 2771"/>
        <p:cNvGrpSpPr/>
        <p:nvPr/>
      </p:nvGrpSpPr>
      <p:grpSpPr>
        <a:xfrm>
          <a:off x="0" y="0"/>
          <a:ext cx="0" cy="0"/>
          <a:chOff x="0" y="0"/>
          <a:chExt cx="0" cy="0"/>
        </a:xfrm>
      </p:grpSpPr>
      <p:sp>
        <p:nvSpPr>
          <p:cNvPr id="2772" name="Google Shape;2772;g3b499654e41_0_2005"/>
          <p:cNvSpPr txBox="1"/>
          <p:nvPr>
            <p:ph type="title"/>
          </p:nvPr>
        </p:nvSpPr>
        <p:spPr>
          <a:xfrm>
            <a:off x="720000" y="445025"/>
            <a:ext cx="4886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sz="1800">
                <a:latin typeface="Raleway"/>
                <a:ea typeface="Raleway"/>
                <a:cs typeface="Raleway"/>
                <a:sym typeface="Raleway"/>
              </a:rPr>
              <a:t>SYSTEM WORKFLOWS &amp; ENTRY POINTS</a:t>
            </a:r>
            <a:endParaRPr/>
          </a:p>
        </p:txBody>
      </p:sp>
      <p:sp>
        <p:nvSpPr>
          <p:cNvPr id="2773" name="Google Shape;2773;g3b499654e41_0_2005"/>
          <p:cNvSpPr/>
          <p:nvPr/>
        </p:nvSpPr>
        <p:spPr>
          <a:xfrm>
            <a:off x="720000" y="1017713"/>
            <a:ext cx="3480900" cy="23379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Ontology loading &amp; standardization</a:t>
            </a:r>
            <a:endParaRPr b="0" i="0" sz="1500" u="none" cap="none" strike="noStrike">
              <a:solidFill>
                <a:schemeClr val="dk1"/>
              </a:solidFill>
              <a:latin typeface="Raleway"/>
              <a:ea typeface="Raleway"/>
              <a:cs typeface="Raleway"/>
              <a:sym typeface="Raleway"/>
            </a:endParaRPr>
          </a:p>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Reference alignment loading</a:t>
            </a:r>
            <a:endParaRPr b="0" i="0" sz="1500" u="none" cap="none" strike="noStrike">
              <a:solidFill>
                <a:schemeClr val="dk1"/>
              </a:solidFill>
              <a:latin typeface="Raleway"/>
              <a:ea typeface="Raleway"/>
              <a:cs typeface="Raleway"/>
              <a:sym typeface="Raleway"/>
            </a:endParaRPr>
          </a:p>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Training dataset construction</a:t>
            </a:r>
            <a:endParaRPr b="0" i="0" sz="1500" u="none" cap="none" strike="noStrike">
              <a:solidFill>
                <a:schemeClr val="dk1"/>
              </a:solidFill>
              <a:latin typeface="Raleway"/>
              <a:ea typeface="Raleway"/>
              <a:cs typeface="Raleway"/>
              <a:sym typeface="Raleway"/>
            </a:endParaRPr>
          </a:p>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Model fine-tuning</a:t>
            </a:r>
            <a:endParaRPr b="0" i="0" sz="1500" u="none" cap="none" strike="noStrike">
              <a:solidFill>
                <a:schemeClr val="dk1"/>
              </a:solidFill>
              <a:latin typeface="Raleway"/>
              <a:ea typeface="Raleway"/>
              <a:cs typeface="Raleway"/>
              <a:sym typeface="Raleway"/>
            </a:endParaRPr>
          </a:p>
        </p:txBody>
      </p:sp>
      <p:sp>
        <p:nvSpPr>
          <p:cNvPr id="2774" name="Google Shape;2774;g3b499654e41_0_2005"/>
          <p:cNvSpPr/>
          <p:nvPr/>
        </p:nvSpPr>
        <p:spPr>
          <a:xfrm>
            <a:off x="4960350" y="1017713"/>
            <a:ext cx="3480900" cy="2337900"/>
          </a:xfrm>
          <a:prstGeom prst="roundRect">
            <a:avLst>
              <a:gd fmla="val 16667" name="adj"/>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Unified ontology representation</a:t>
            </a:r>
            <a:endParaRPr b="0" i="0" sz="1500" u="none" cap="none" strike="noStrike">
              <a:solidFill>
                <a:schemeClr val="dk1"/>
              </a:solidFill>
              <a:latin typeface="Raleway"/>
              <a:ea typeface="Raleway"/>
              <a:cs typeface="Raleway"/>
              <a:sym typeface="Raleway"/>
            </a:endParaRPr>
          </a:p>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Exact-match lookup structures</a:t>
            </a:r>
            <a:endParaRPr b="0" i="0" sz="1500" u="none" cap="none" strike="noStrike">
              <a:solidFill>
                <a:schemeClr val="dk1"/>
              </a:solidFill>
              <a:latin typeface="Raleway"/>
              <a:ea typeface="Raleway"/>
              <a:cs typeface="Raleway"/>
              <a:sym typeface="Raleway"/>
            </a:endParaRPr>
          </a:p>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Candidate retrieval indices</a:t>
            </a:r>
            <a:endParaRPr b="0" i="0" sz="1500" u="none" cap="none" strike="noStrike">
              <a:solidFill>
                <a:schemeClr val="dk1"/>
              </a:solidFill>
              <a:latin typeface="Raleway"/>
              <a:ea typeface="Raleway"/>
              <a:cs typeface="Raleway"/>
              <a:sym typeface="Raleway"/>
            </a:endParaRPr>
          </a:p>
          <a:p>
            <a:pPr indent="-323850" lvl="0" marL="457200" marR="0" rtl="0" algn="l">
              <a:lnSpc>
                <a:spcPct val="100000"/>
              </a:lnSpc>
              <a:spcBef>
                <a:spcPts val="0"/>
              </a:spcBef>
              <a:spcAft>
                <a:spcPts val="0"/>
              </a:spcAft>
              <a:buClr>
                <a:schemeClr val="dk1"/>
              </a:buClr>
              <a:buSzPts val="1500"/>
              <a:buFont typeface="Raleway"/>
              <a:buChar char="●"/>
            </a:pPr>
            <a:r>
              <a:rPr b="0" i="0" lang="en" sz="1500" u="none" cap="none" strike="noStrike">
                <a:solidFill>
                  <a:schemeClr val="dk1"/>
                </a:solidFill>
                <a:latin typeface="Raleway"/>
                <a:ea typeface="Raleway"/>
                <a:cs typeface="Raleway"/>
                <a:sym typeface="Raleway"/>
              </a:rPr>
              <a:t>Semantic representations (for hybrid retrieval)</a:t>
            </a:r>
            <a:endParaRPr b="0" i="0" sz="1500" u="none" cap="none" strike="noStrike">
              <a:solidFill>
                <a:schemeClr val="dk1"/>
              </a:solidFill>
              <a:latin typeface="Raleway"/>
              <a:ea typeface="Raleway"/>
              <a:cs typeface="Raleway"/>
              <a:sym typeface="Raleway"/>
            </a:endParaRPr>
          </a:p>
        </p:txBody>
      </p:sp>
      <p:sp>
        <p:nvSpPr>
          <p:cNvPr id="2775" name="Google Shape;2775;g3b499654e41_0_2005"/>
          <p:cNvSpPr/>
          <p:nvPr/>
        </p:nvSpPr>
        <p:spPr>
          <a:xfrm>
            <a:off x="2062950" y="3568775"/>
            <a:ext cx="5018100" cy="12456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Raleway"/>
                <a:ea typeface="Raleway"/>
                <a:cs typeface="Raleway"/>
                <a:sym typeface="Raleway"/>
              </a:rPr>
              <a:t>Inference</a:t>
            </a:r>
            <a:endParaRPr b="0" i="0" sz="1400" u="none" cap="none" strike="noStrike">
              <a:solidFill>
                <a:schemeClr val="dk1"/>
              </a:solidFill>
              <a:latin typeface="Hanken Grotesk"/>
              <a:ea typeface="Hanken Grotesk"/>
              <a:cs typeface="Hanken Grotesk"/>
              <a:sym typeface="Hanken Grotesk"/>
            </a:endParaRPr>
          </a:p>
        </p:txBody>
      </p:sp>
      <p:sp>
        <p:nvSpPr>
          <p:cNvPr id="2776" name="Google Shape;2776;g3b499654e41_0_2005"/>
          <p:cNvSpPr txBox="1"/>
          <p:nvPr/>
        </p:nvSpPr>
        <p:spPr>
          <a:xfrm>
            <a:off x="1971150" y="1017725"/>
            <a:ext cx="978600" cy="354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Raleway"/>
                <a:ea typeface="Raleway"/>
                <a:cs typeface="Raleway"/>
                <a:sym typeface="Raleway"/>
              </a:rPr>
              <a:t>Training</a:t>
            </a:r>
            <a:endParaRPr b="1" i="0" sz="1600" u="none" cap="none" strike="noStrike">
              <a:solidFill>
                <a:schemeClr val="dk1"/>
              </a:solidFill>
              <a:latin typeface="Raleway"/>
              <a:ea typeface="Raleway"/>
              <a:cs typeface="Raleway"/>
              <a:sym typeface="Raleway"/>
            </a:endParaRPr>
          </a:p>
        </p:txBody>
      </p:sp>
      <p:sp>
        <p:nvSpPr>
          <p:cNvPr id="2777" name="Google Shape;2777;g3b499654e41_0_2005"/>
          <p:cNvSpPr txBox="1"/>
          <p:nvPr/>
        </p:nvSpPr>
        <p:spPr>
          <a:xfrm>
            <a:off x="5543550" y="1017725"/>
            <a:ext cx="2314500" cy="354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Raleway"/>
                <a:ea typeface="Raleway"/>
                <a:cs typeface="Raleway"/>
                <a:sym typeface="Raleway"/>
              </a:rPr>
              <a:t>Offline Preprocessing</a:t>
            </a:r>
            <a:endParaRPr b="1" i="0" sz="1600" u="none" cap="none" strike="noStrike">
              <a:solidFill>
                <a:schemeClr val="dk1"/>
              </a:solidFill>
              <a:latin typeface="Raleway"/>
              <a:ea typeface="Raleway"/>
              <a:cs typeface="Raleway"/>
              <a:sym typeface="Raleway"/>
            </a:endParaRPr>
          </a:p>
        </p:txBody>
      </p:sp>
      <p:sp>
        <p:nvSpPr>
          <p:cNvPr id="2778" name="Google Shape;2778;g3b499654e41_0_2005"/>
          <p:cNvSpPr txBox="1"/>
          <p:nvPr/>
        </p:nvSpPr>
        <p:spPr>
          <a:xfrm>
            <a:off x="5652900" y="4060000"/>
            <a:ext cx="1332900" cy="572700"/>
          </a:xfrm>
          <a:prstGeom prst="rect">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aleway"/>
                <a:ea typeface="Raleway"/>
                <a:cs typeface="Raleway"/>
                <a:sym typeface="Raleway"/>
              </a:rPr>
              <a:t>Neural scoring</a:t>
            </a:r>
            <a:endParaRPr b="0" i="0" sz="1100" u="none" cap="none" strike="noStrike">
              <a:solidFill>
                <a:schemeClr val="dk1"/>
              </a:solidFill>
              <a:latin typeface="Hanken Grotesk"/>
              <a:ea typeface="Hanken Grotesk"/>
              <a:cs typeface="Hanken Grotesk"/>
              <a:sym typeface="Hanken Grotesk"/>
            </a:endParaRPr>
          </a:p>
        </p:txBody>
      </p:sp>
      <p:sp>
        <p:nvSpPr>
          <p:cNvPr id="2779" name="Google Shape;2779;g3b499654e41_0_2005"/>
          <p:cNvSpPr txBox="1"/>
          <p:nvPr/>
        </p:nvSpPr>
        <p:spPr>
          <a:xfrm>
            <a:off x="3904800" y="4060000"/>
            <a:ext cx="1332900" cy="572700"/>
          </a:xfrm>
          <a:prstGeom prst="rect">
            <a:avLst/>
          </a:prstGeom>
          <a:solidFill>
            <a:srgbClr val="69639C"/>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aleway"/>
                <a:ea typeface="Raleway"/>
                <a:cs typeface="Raleway"/>
                <a:sym typeface="Raleway"/>
              </a:rPr>
              <a:t>Candidate selection</a:t>
            </a:r>
            <a:endParaRPr b="0" i="0" sz="1100" u="none" cap="none" strike="noStrike">
              <a:solidFill>
                <a:schemeClr val="dk1"/>
              </a:solidFill>
              <a:latin typeface="Hanken Grotesk"/>
              <a:ea typeface="Hanken Grotesk"/>
              <a:cs typeface="Hanken Grotesk"/>
              <a:sym typeface="Hanken Grotesk"/>
            </a:endParaRPr>
          </a:p>
        </p:txBody>
      </p:sp>
      <p:sp>
        <p:nvSpPr>
          <p:cNvPr id="2780" name="Google Shape;2780;g3b499654e41_0_2005"/>
          <p:cNvSpPr txBox="1"/>
          <p:nvPr/>
        </p:nvSpPr>
        <p:spPr>
          <a:xfrm>
            <a:off x="2156700" y="4060000"/>
            <a:ext cx="1332900" cy="572700"/>
          </a:xfrm>
          <a:prstGeom prst="rect">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aleway"/>
                <a:ea typeface="Raleway"/>
                <a:cs typeface="Raleway"/>
                <a:sym typeface="Raleway"/>
              </a:rPr>
              <a:t>Exact match shortcut</a:t>
            </a:r>
            <a:endParaRPr b="0" i="0" sz="1400" u="none" cap="none" strike="noStrike">
              <a:solidFill>
                <a:schemeClr val="dk1"/>
              </a:solidFill>
              <a:latin typeface="Raleway"/>
              <a:ea typeface="Raleway"/>
              <a:cs typeface="Raleway"/>
              <a:sym typeface="Raleway"/>
            </a:endParaRPr>
          </a:p>
        </p:txBody>
      </p:sp>
      <p:sp>
        <p:nvSpPr>
          <p:cNvPr id="2781" name="Google Shape;2781;g3b499654e41_0_2005"/>
          <p:cNvSpPr/>
          <p:nvPr/>
        </p:nvSpPr>
        <p:spPr>
          <a:xfrm>
            <a:off x="4333900" y="2224701"/>
            <a:ext cx="515100" cy="138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782" name="Google Shape;2782;g3b499654e41_0_2005"/>
          <p:cNvSpPr txBox="1"/>
          <p:nvPr/>
        </p:nvSpPr>
        <p:spPr>
          <a:xfrm>
            <a:off x="4145800" y="1739900"/>
            <a:ext cx="891300" cy="484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Raleway"/>
                <a:ea typeface="Raleway"/>
                <a:cs typeface="Raleway"/>
                <a:sym typeface="Raleway"/>
              </a:rPr>
              <a:t>From standardized ontology</a:t>
            </a:r>
            <a:endParaRPr b="0" i="0" sz="900" u="none" cap="none" strike="noStrike">
              <a:solidFill>
                <a:schemeClr val="dk1"/>
              </a:solidFill>
              <a:latin typeface="Raleway"/>
              <a:ea typeface="Raleway"/>
              <a:cs typeface="Raleway"/>
              <a:sym typeface="Raleway"/>
            </a:endParaRPr>
          </a:p>
        </p:txBody>
      </p:sp>
      <p:grpSp>
        <p:nvGrpSpPr>
          <p:cNvPr id="2783" name="Google Shape;2783;g3b499654e41_0_2005"/>
          <p:cNvGrpSpPr/>
          <p:nvPr/>
        </p:nvGrpSpPr>
        <p:grpSpPr>
          <a:xfrm>
            <a:off x="1772085" y="1084275"/>
            <a:ext cx="290863" cy="288340"/>
            <a:chOff x="-22859750" y="2335900"/>
            <a:chExt cx="296950" cy="294375"/>
          </a:xfrm>
        </p:grpSpPr>
        <p:sp>
          <p:nvSpPr>
            <p:cNvPr id="2784" name="Google Shape;2784;g3b499654e41_0_2005"/>
            <p:cNvSpPr/>
            <p:nvPr/>
          </p:nvSpPr>
          <p:spPr>
            <a:xfrm>
              <a:off x="-22859750" y="2335900"/>
              <a:ext cx="296950" cy="294375"/>
            </a:xfrm>
            <a:custGeom>
              <a:rect b="b" l="l" r="r" t="t"/>
              <a:pathLst>
                <a:path extrusionOk="0" h="11775" w="11878">
                  <a:moveTo>
                    <a:pt x="7306" y="663"/>
                  </a:moveTo>
                  <a:cubicBezTo>
                    <a:pt x="7389" y="663"/>
                    <a:pt x="7475" y="671"/>
                    <a:pt x="7562" y="685"/>
                  </a:cubicBezTo>
                  <a:cubicBezTo>
                    <a:pt x="7814" y="780"/>
                    <a:pt x="8034" y="937"/>
                    <a:pt x="8192" y="1126"/>
                  </a:cubicBezTo>
                  <a:cubicBezTo>
                    <a:pt x="7908" y="1189"/>
                    <a:pt x="7656" y="1347"/>
                    <a:pt x="7467" y="1567"/>
                  </a:cubicBezTo>
                  <a:cubicBezTo>
                    <a:pt x="7341" y="1662"/>
                    <a:pt x="7341" y="1914"/>
                    <a:pt x="7467" y="2008"/>
                  </a:cubicBezTo>
                  <a:cubicBezTo>
                    <a:pt x="7530" y="2071"/>
                    <a:pt x="7617" y="2103"/>
                    <a:pt x="7703" y="2103"/>
                  </a:cubicBezTo>
                  <a:cubicBezTo>
                    <a:pt x="7790" y="2103"/>
                    <a:pt x="7877" y="2071"/>
                    <a:pt x="7940" y="2008"/>
                  </a:cubicBezTo>
                  <a:cubicBezTo>
                    <a:pt x="8129" y="1819"/>
                    <a:pt x="8412" y="1693"/>
                    <a:pt x="8696" y="1693"/>
                  </a:cubicBezTo>
                  <a:cubicBezTo>
                    <a:pt x="8979" y="1693"/>
                    <a:pt x="9231" y="1819"/>
                    <a:pt x="9452" y="2008"/>
                  </a:cubicBezTo>
                  <a:cubicBezTo>
                    <a:pt x="9767" y="2355"/>
                    <a:pt x="9830" y="2764"/>
                    <a:pt x="9673" y="3174"/>
                  </a:cubicBezTo>
                  <a:cubicBezTo>
                    <a:pt x="9389" y="3237"/>
                    <a:pt x="9137" y="3395"/>
                    <a:pt x="8885" y="3584"/>
                  </a:cubicBezTo>
                  <a:cubicBezTo>
                    <a:pt x="8759" y="3710"/>
                    <a:pt x="8759" y="3962"/>
                    <a:pt x="8885" y="4056"/>
                  </a:cubicBezTo>
                  <a:cubicBezTo>
                    <a:pt x="8948" y="4119"/>
                    <a:pt x="9035" y="4151"/>
                    <a:pt x="9121" y="4151"/>
                  </a:cubicBezTo>
                  <a:cubicBezTo>
                    <a:pt x="9208" y="4151"/>
                    <a:pt x="9294" y="4119"/>
                    <a:pt x="9358" y="4056"/>
                  </a:cubicBezTo>
                  <a:cubicBezTo>
                    <a:pt x="9547" y="3867"/>
                    <a:pt x="9830" y="3741"/>
                    <a:pt x="10114" y="3741"/>
                  </a:cubicBezTo>
                  <a:cubicBezTo>
                    <a:pt x="10397" y="3741"/>
                    <a:pt x="10649" y="3867"/>
                    <a:pt x="10870" y="4056"/>
                  </a:cubicBezTo>
                  <a:cubicBezTo>
                    <a:pt x="11059" y="4277"/>
                    <a:pt x="11185" y="4529"/>
                    <a:pt x="11185" y="4812"/>
                  </a:cubicBezTo>
                  <a:cubicBezTo>
                    <a:pt x="11185" y="5096"/>
                    <a:pt x="11059" y="5379"/>
                    <a:pt x="10870" y="5568"/>
                  </a:cubicBezTo>
                  <a:cubicBezTo>
                    <a:pt x="10649" y="5757"/>
                    <a:pt x="10397" y="5883"/>
                    <a:pt x="10114" y="5883"/>
                  </a:cubicBezTo>
                  <a:cubicBezTo>
                    <a:pt x="9925" y="5883"/>
                    <a:pt x="9767" y="6041"/>
                    <a:pt x="9767" y="6230"/>
                  </a:cubicBezTo>
                  <a:cubicBezTo>
                    <a:pt x="9767" y="6451"/>
                    <a:pt x="9925" y="6608"/>
                    <a:pt x="10114" y="6608"/>
                  </a:cubicBezTo>
                  <a:cubicBezTo>
                    <a:pt x="10429" y="6608"/>
                    <a:pt x="10712" y="6514"/>
                    <a:pt x="10964" y="6356"/>
                  </a:cubicBezTo>
                  <a:cubicBezTo>
                    <a:pt x="11090" y="6514"/>
                    <a:pt x="11122" y="6703"/>
                    <a:pt x="11122" y="6955"/>
                  </a:cubicBezTo>
                  <a:cubicBezTo>
                    <a:pt x="11122" y="7270"/>
                    <a:pt x="11027" y="7553"/>
                    <a:pt x="10807" y="7742"/>
                  </a:cubicBezTo>
                  <a:cubicBezTo>
                    <a:pt x="10618" y="7931"/>
                    <a:pt x="10366" y="8057"/>
                    <a:pt x="10082" y="8057"/>
                  </a:cubicBezTo>
                  <a:cubicBezTo>
                    <a:pt x="9799" y="8057"/>
                    <a:pt x="9515" y="7931"/>
                    <a:pt x="9326" y="7742"/>
                  </a:cubicBezTo>
                  <a:cubicBezTo>
                    <a:pt x="9137" y="7553"/>
                    <a:pt x="9011" y="7270"/>
                    <a:pt x="9011" y="6986"/>
                  </a:cubicBezTo>
                  <a:cubicBezTo>
                    <a:pt x="9011" y="6703"/>
                    <a:pt x="9137" y="6419"/>
                    <a:pt x="9326" y="6230"/>
                  </a:cubicBezTo>
                  <a:cubicBezTo>
                    <a:pt x="9452" y="6104"/>
                    <a:pt x="9452" y="5883"/>
                    <a:pt x="9326" y="5757"/>
                  </a:cubicBezTo>
                  <a:cubicBezTo>
                    <a:pt x="9263" y="5694"/>
                    <a:pt x="9176" y="5663"/>
                    <a:pt x="9090" y="5663"/>
                  </a:cubicBezTo>
                  <a:cubicBezTo>
                    <a:pt x="9003" y="5663"/>
                    <a:pt x="8916" y="5694"/>
                    <a:pt x="8853" y="5757"/>
                  </a:cubicBezTo>
                  <a:cubicBezTo>
                    <a:pt x="8538" y="6072"/>
                    <a:pt x="8349" y="6514"/>
                    <a:pt x="8349" y="6986"/>
                  </a:cubicBezTo>
                  <a:cubicBezTo>
                    <a:pt x="8349" y="7112"/>
                    <a:pt x="8349" y="7207"/>
                    <a:pt x="8381" y="7333"/>
                  </a:cubicBezTo>
                  <a:cubicBezTo>
                    <a:pt x="7562" y="7459"/>
                    <a:pt x="6932" y="8215"/>
                    <a:pt x="6932" y="9034"/>
                  </a:cubicBezTo>
                  <a:cubicBezTo>
                    <a:pt x="6932" y="9223"/>
                    <a:pt x="7089" y="9381"/>
                    <a:pt x="7278" y="9381"/>
                  </a:cubicBezTo>
                  <a:cubicBezTo>
                    <a:pt x="7467" y="9381"/>
                    <a:pt x="7625" y="9223"/>
                    <a:pt x="7625" y="9034"/>
                  </a:cubicBezTo>
                  <a:cubicBezTo>
                    <a:pt x="7625" y="8435"/>
                    <a:pt x="8097" y="8026"/>
                    <a:pt x="8664" y="8026"/>
                  </a:cubicBezTo>
                  <a:lnTo>
                    <a:pt x="8696" y="8026"/>
                  </a:lnTo>
                  <a:cubicBezTo>
                    <a:pt x="8727" y="8089"/>
                    <a:pt x="8822" y="8120"/>
                    <a:pt x="8853" y="8215"/>
                  </a:cubicBezTo>
                  <a:cubicBezTo>
                    <a:pt x="9074" y="8435"/>
                    <a:pt x="9326" y="8561"/>
                    <a:pt x="9641" y="8656"/>
                  </a:cubicBezTo>
                  <a:cubicBezTo>
                    <a:pt x="9673" y="8750"/>
                    <a:pt x="9704" y="8908"/>
                    <a:pt x="9704" y="9034"/>
                  </a:cubicBezTo>
                  <a:cubicBezTo>
                    <a:pt x="9704" y="9507"/>
                    <a:pt x="9452" y="9853"/>
                    <a:pt x="9011" y="10011"/>
                  </a:cubicBezTo>
                  <a:cubicBezTo>
                    <a:pt x="8979" y="9853"/>
                    <a:pt x="8853" y="9759"/>
                    <a:pt x="8664" y="9759"/>
                  </a:cubicBezTo>
                  <a:cubicBezTo>
                    <a:pt x="8444" y="9759"/>
                    <a:pt x="8286" y="9916"/>
                    <a:pt x="8286" y="10105"/>
                  </a:cubicBezTo>
                  <a:cubicBezTo>
                    <a:pt x="8286" y="10704"/>
                    <a:pt x="7814" y="11113"/>
                    <a:pt x="7278" y="11113"/>
                  </a:cubicBezTo>
                  <a:cubicBezTo>
                    <a:pt x="6711" y="11113"/>
                    <a:pt x="6239" y="10641"/>
                    <a:pt x="6239" y="10105"/>
                  </a:cubicBezTo>
                  <a:lnTo>
                    <a:pt x="6239" y="6640"/>
                  </a:lnTo>
                  <a:cubicBezTo>
                    <a:pt x="6522" y="6860"/>
                    <a:pt x="6932" y="6986"/>
                    <a:pt x="7278" y="6986"/>
                  </a:cubicBezTo>
                  <a:cubicBezTo>
                    <a:pt x="7467" y="6986"/>
                    <a:pt x="7625" y="6829"/>
                    <a:pt x="7625" y="6640"/>
                  </a:cubicBezTo>
                  <a:cubicBezTo>
                    <a:pt x="7625" y="6451"/>
                    <a:pt x="7467" y="6293"/>
                    <a:pt x="7278" y="6293"/>
                  </a:cubicBezTo>
                  <a:cubicBezTo>
                    <a:pt x="6680" y="6293"/>
                    <a:pt x="6239" y="5820"/>
                    <a:pt x="6239" y="5253"/>
                  </a:cubicBezTo>
                  <a:lnTo>
                    <a:pt x="6239" y="1788"/>
                  </a:lnTo>
                  <a:lnTo>
                    <a:pt x="6239" y="1756"/>
                  </a:lnTo>
                  <a:lnTo>
                    <a:pt x="6239" y="1725"/>
                  </a:lnTo>
                  <a:cubicBezTo>
                    <a:pt x="6239" y="1441"/>
                    <a:pt x="6365" y="1158"/>
                    <a:pt x="6554" y="969"/>
                  </a:cubicBezTo>
                  <a:cubicBezTo>
                    <a:pt x="6772" y="750"/>
                    <a:pt x="7027" y="663"/>
                    <a:pt x="7306" y="663"/>
                  </a:cubicBezTo>
                  <a:close/>
                  <a:moveTo>
                    <a:pt x="4492" y="726"/>
                  </a:moveTo>
                  <a:cubicBezTo>
                    <a:pt x="4756" y="726"/>
                    <a:pt x="5012" y="813"/>
                    <a:pt x="5230" y="1032"/>
                  </a:cubicBezTo>
                  <a:cubicBezTo>
                    <a:pt x="5419" y="1221"/>
                    <a:pt x="5545" y="1504"/>
                    <a:pt x="5545" y="1788"/>
                  </a:cubicBezTo>
                  <a:lnTo>
                    <a:pt x="5545" y="1819"/>
                  </a:lnTo>
                  <a:lnTo>
                    <a:pt x="5545" y="5285"/>
                  </a:lnTo>
                  <a:cubicBezTo>
                    <a:pt x="5545" y="5883"/>
                    <a:pt x="5073" y="6325"/>
                    <a:pt x="4506" y="6325"/>
                  </a:cubicBezTo>
                  <a:cubicBezTo>
                    <a:pt x="4317" y="6325"/>
                    <a:pt x="4159" y="6482"/>
                    <a:pt x="4159" y="6671"/>
                  </a:cubicBezTo>
                  <a:cubicBezTo>
                    <a:pt x="4159" y="6860"/>
                    <a:pt x="4317" y="7018"/>
                    <a:pt x="4506" y="7018"/>
                  </a:cubicBezTo>
                  <a:cubicBezTo>
                    <a:pt x="4915" y="7018"/>
                    <a:pt x="5262" y="6892"/>
                    <a:pt x="5545" y="6671"/>
                  </a:cubicBezTo>
                  <a:lnTo>
                    <a:pt x="5545" y="10105"/>
                  </a:lnTo>
                  <a:lnTo>
                    <a:pt x="5545" y="10137"/>
                  </a:lnTo>
                  <a:cubicBezTo>
                    <a:pt x="5545" y="10704"/>
                    <a:pt x="5073" y="11176"/>
                    <a:pt x="4506" y="11176"/>
                  </a:cubicBezTo>
                  <a:cubicBezTo>
                    <a:pt x="3939" y="11176"/>
                    <a:pt x="3498" y="10704"/>
                    <a:pt x="3498" y="10137"/>
                  </a:cubicBezTo>
                  <a:cubicBezTo>
                    <a:pt x="3498" y="9948"/>
                    <a:pt x="3340" y="9790"/>
                    <a:pt x="3151" y="9790"/>
                  </a:cubicBezTo>
                  <a:cubicBezTo>
                    <a:pt x="2994" y="9790"/>
                    <a:pt x="2836" y="9916"/>
                    <a:pt x="2773" y="10074"/>
                  </a:cubicBezTo>
                  <a:cubicBezTo>
                    <a:pt x="2395" y="9916"/>
                    <a:pt x="2080" y="9538"/>
                    <a:pt x="2080" y="9065"/>
                  </a:cubicBezTo>
                  <a:cubicBezTo>
                    <a:pt x="2080" y="8908"/>
                    <a:pt x="2111" y="8813"/>
                    <a:pt x="2143" y="8687"/>
                  </a:cubicBezTo>
                  <a:cubicBezTo>
                    <a:pt x="2426" y="8593"/>
                    <a:pt x="2710" y="8435"/>
                    <a:pt x="2930" y="8246"/>
                  </a:cubicBezTo>
                  <a:cubicBezTo>
                    <a:pt x="2994" y="8215"/>
                    <a:pt x="3057" y="8120"/>
                    <a:pt x="3088" y="8057"/>
                  </a:cubicBezTo>
                  <a:lnTo>
                    <a:pt x="3151" y="8057"/>
                  </a:lnTo>
                  <a:cubicBezTo>
                    <a:pt x="3718" y="8057"/>
                    <a:pt x="4159" y="8530"/>
                    <a:pt x="4159" y="9065"/>
                  </a:cubicBezTo>
                  <a:cubicBezTo>
                    <a:pt x="4159" y="9286"/>
                    <a:pt x="4317" y="9444"/>
                    <a:pt x="4506" y="9444"/>
                  </a:cubicBezTo>
                  <a:cubicBezTo>
                    <a:pt x="4726" y="9444"/>
                    <a:pt x="4884" y="9286"/>
                    <a:pt x="4884" y="9065"/>
                  </a:cubicBezTo>
                  <a:cubicBezTo>
                    <a:pt x="4884" y="8215"/>
                    <a:pt x="4254" y="7490"/>
                    <a:pt x="3403" y="7396"/>
                  </a:cubicBezTo>
                  <a:cubicBezTo>
                    <a:pt x="3466" y="7270"/>
                    <a:pt x="3466" y="7144"/>
                    <a:pt x="3466" y="7018"/>
                  </a:cubicBezTo>
                  <a:cubicBezTo>
                    <a:pt x="3466" y="6545"/>
                    <a:pt x="3246" y="6104"/>
                    <a:pt x="2930" y="5820"/>
                  </a:cubicBezTo>
                  <a:cubicBezTo>
                    <a:pt x="2883" y="5757"/>
                    <a:pt x="2797" y="5726"/>
                    <a:pt x="2706" y="5726"/>
                  </a:cubicBezTo>
                  <a:cubicBezTo>
                    <a:pt x="2615" y="5726"/>
                    <a:pt x="2521" y="5757"/>
                    <a:pt x="2458" y="5820"/>
                  </a:cubicBezTo>
                  <a:cubicBezTo>
                    <a:pt x="2363" y="5915"/>
                    <a:pt x="2363" y="6167"/>
                    <a:pt x="2458" y="6262"/>
                  </a:cubicBezTo>
                  <a:cubicBezTo>
                    <a:pt x="2678" y="6482"/>
                    <a:pt x="2773" y="6734"/>
                    <a:pt x="2773" y="7018"/>
                  </a:cubicBezTo>
                  <a:cubicBezTo>
                    <a:pt x="2773" y="7301"/>
                    <a:pt x="2678" y="7585"/>
                    <a:pt x="2458" y="7774"/>
                  </a:cubicBezTo>
                  <a:cubicBezTo>
                    <a:pt x="2269" y="7963"/>
                    <a:pt x="1985" y="8089"/>
                    <a:pt x="1733" y="8089"/>
                  </a:cubicBezTo>
                  <a:cubicBezTo>
                    <a:pt x="1450" y="8089"/>
                    <a:pt x="1166" y="7963"/>
                    <a:pt x="977" y="7774"/>
                  </a:cubicBezTo>
                  <a:cubicBezTo>
                    <a:pt x="788" y="7585"/>
                    <a:pt x="662" y="7301"/>
                    <a:pt x="662" y="7018"/>
                  </a:cubicBezTo>
                  <a:cubicBezTo>
                    <a:pt x="662" y="6829"/>
                    <a:pt x="725" y="6640"/>
                    <a:pt x="820" y="6419"/>
                  </a:cubicBezTo>
                  <a:cubicBezTo>
                    <a:pt x="1103" y="6608"/>
                    <a:pt x="1355" y="6671"/>
                    <a:pt x="1670" y="6671"/>
                  </a:cubicBezTo>
                  <a:cubicBezTo>
                    <a:pt x="1891" y="6671"/>
                    <a:pt x="2048" y="6514"/>
                    <a:pt x="2048" y="6325"/>
                  </a:cubicBezTo>
                  <a:cubicBezTo>
                    <a:pt x="2048" y="6104"/>
                    <a:pt x="1891" y="5946"/>
                    <a:pt x="1670" y="5946"/>
                  </a:cubicBezTo>
                  <a:cubicBezTo>
                    <a:pt x="1418" y="5946"/>
                    <a:pt x="1135" y="5852"/>
                    <a:pt x="946" y="5631"/>
                  </a:cubicBezTo>
                  <a:cubicBezTo>
                    <a:pt x="725" y="5442"/>
                    <a:pt x="631" y="5159"/>
                    <a:pt x="631" y="4907"/>
                  </a:cubicBezTo>
                  <a:cubicBezTo>
                    <a:pt x="631" y="4623"/>
                    <a:pt x="725" y="4340"/>
                    <a:pt x="946" y="4151"/>
                  </a:cubicBezTo>
                  <a:cubicBezTo>
                    <a:pt x="1135" y="3962"/>
                    <a:pt x="1418" y="3836"/>
                    <a:pt x="1670" y="3836"/>
                  </a:cubicBezTo>
                  <a:cubicBezTo>
                    <a:pt x="1954" y="3836"/>
                    <a:pt x="2237" y="3962"/>
                    <a:pt x="2426" y="4151"/>
                  </a:cubicBezTo>
                  <a:cubicBezTo>
                    <a:pt x="2489" y="4214"/>
                    <a:pt x="2576" y="4245"/>
                    <a:pt x="2663" y="4245"/>
                  </a:cubicBezTo>
                  <a:cubicBezTo>
                    <a:pt x="2749" y="4245"/>
                    <a:pt x="2836" y="4214"/>
                    <a:pt x="2899" y="4151"/>
                  </a:cubicBezTo>
                  <a:cubicBezTo>
                    <a:pt x="3025" y="4025"/>
                    <a:pt x="3025" y="3804"/>
                    <a:pt x="2899" y="3678"/>
                  </a:cubicBezTo>
                  <a:cubicBezTo>
                    <a:pt x="2678" y="3426"/>
                    <a:pt x="2426" y="3332"/>
                    <a:pt x="2111" y="3237"/>
                  </a:cubicBezTo>
                  <a:cubicBezTo>
                    <a:pt x="1954" y="2859"/>
                    <a:pt x="2048" y="2418"/>
                    <a:pt x="2363" y="2103"/>
                  </a:cubicBezTo>
                  <a:cubicBezTo>
                    <a:pt x="2552" y="1914"/>
                    <a:pt x="2836" y="1788"/>
                    <a:pt x="3088" y="1788"/>
                  </a:cubicBezTo>
                  <a:cubicBezTo>
                    <a:pt x="3372" y="1788"/>
                    <a:pt x="3655" y="1914"/>
                    <a:pt x="3844" y="2103"/>
                  </a:cubicBezTo>
                  <a:cubicBezTo>
                    <a:pt x="3907" y="2166"/>
                    <a:pt x="3994" y="2197"/>
                    <a:pt x="4080" y="2197"/>
                  </a:cubicBezTo>
                  <a:cubicBezTo>
                    <a:pt x="4167" y="2197"/>
                    <a:pt x="4254" y="2166"/>
                    <a:pt x="4317" y="2103"/>
                  </a:cubicBezTo>
                  <a:cubicBezTo>
                    <a:pt x="4443" y="1977"/>
                    <a:pt x="4443" y="1756"/>
                    <a:pt x="4317" y="1630"/>
                  </a:cubicBezTo>
                  <a:cubicBezTo>
                    <a:pt x="4128" y="1441"/>
                    <a:pt x="3876" y="1284"/>
                    <a:pt x="3624" y="1189"/>
                  </a:cubicBezTo>
                  <a:cubicBezTo>
                    <a:pt x="3781" y="969"/>
                    <a:pt x="3970" y="811"/>
                    <a:pt x="4254" y="748"/>
                  </a:cubicBezTo>
                  <a:cubicBezTo>
                    <a:pt x="4333" y="734"/>
                    <a:pt x="4413" y="726"/>
                    <a:pt x="4492" y="726"/>
                  </a:cubicBezTo>
                  <a:close/>
                  <a:moveTo>
                    <a:pt x="7254" y="0"/>
                  </a:moveTo>
                  <a:cubicBezTo>
                    <a:pt x="6817" y="0"/>
                    <a:pt x="6387" y="190"/>
                    <a:pt x="6049" y="528"/>
                  </a:cubicBezTo>
                  <a:cubicBezTo>
                    <a:pt x="6018" y="559"/>
                    <a:pt x="5923" y="654"/>
                    <a:pt x="5892" y="717"/>
                  </a:cubicBezTo>
                  <a:cubicBezTo>
                    <a:pt x="5860" y="654"/>
                    <a:pt x="5766" y="622"/>
                    <a:pt x="5734" y="528"/>
                  </a:cubicBezTo>
                  <a:cubicBezTo>
                    <a:pt x="5391" y="185"/>
                    <a:pt x="4972" y="13"/>
                    <a:pt x="4521" y="13"/>
                  </a:cubicBezTo>
                  <a:cubicBezTo>
                    <a:pt x="4392" y="13"/>
                    <a:pt x="4261" y="27"/>
                    <a:pt x="4128" y="55"/>
                  </a:cubicBezTo>
                  <a:cubicBezTo>
                    <a:pt x="3561" y="181"/>
                    <a:pt x="3151" y="559"/>
                    <a:pt x="2899" y="1126"/>
                  </a:cubicBezTo>
                  <a:cubicBezTo>
                    <a:pt x="2552" y="1158"/>
                    <a:pt x="2206" y="1347"/>
                    <a:pt x="1922" y="1599"/>
                  </a:cubicBezTo>
                  <a:cubicBezTo>
                    <a:pt x="1481" y="2040"/>
                    <a:pt x="1324" y="2607"/>
                    <a:pt x="1450" y="3206"/>
                  </a:cubicBezTo>
                  <a:cubicBezTo>
                    <a:pt x="1103" y="3237"/>
                    <a:pt x="788" y="3458"/>
                    <a:pt x="505" y="3678"/>
                  </a:cubicBezTo>
                  <a:cubicBezTo>
                    <a:pt x="190" y="3993"/>
                    <a:pt x="1" y="4434"/>
                    <a:pt x="1" y="4907"/>
                  </a:cubicBezTo>
                  <a:cubicBezTo>
                    <a:pt x="1" y="5285"/>
                    <a:pt x="127" y="5663"/>
                    <a:pt x="347" y="5915"/>
                  </a:cubicBezTo>
                  <a:cubicBezTo>
                    <a:pt x="127" y="6230"/>
                    <a:pt x="1" y="6608"/>
                    <a:pt x="1" y="6955"/>
                  </a:cubicBezTo>
                  <a:cubicBezTo>
                    <a:pt x="1" y="7427"/>
                    <a:pt x="190" y="7868"/>
                    <a:pt x="505" y="8183"/>
                  </a:cubicBezTo>
                  <a:cubicBezTo>
                    <a:pt x="788" y="8435"/>
                    <a:pt x="1103" y="8593"/>
                    <a:pt x="1450" y="8624"/>
                  </a:cubicBezTo>
                  <a:cubicBezTo>
                    <a:pt x="1418" y="8750"/>
                    <a:pt x="1418" y="8876"/>
                    <a:pt x="1418" y="9002"/>
                  </a:cubicBezTo>
                  <a:cubicBezTo>
                    <a:pt x="1418" y="9916"/>
                    <a:pt x="2080" y="10609"/>
                    <a:pt x="2962" y="10735"/>
                  </a:cubicBezTo>
                  <a:cubicBezTo>
                    <a:pt x="3214" y="11365"/>
                    <a:pt x="3813" y="11775"/>
                    <a:pt x="4569" y="11775"/>
                  </a:cubicBezTo>
                  <a:cubicBezTo>
                    <a:pt x="5104" y="11775"/>
                    <a:pt x="5640" y="11523"/>
                    <a:pt x="5955" y="11082"/>
                  </a:cubicBezTo>
                  <a:cubicBezTo>
                    <a:pt x="6270" y="11523"/>
                    <a:pt x="6774" y="11775"/>
                    <a:pt x="7310" y="11775"/>
                  </a:cubicBezTo>
                  <a:cubicBezTo>
                    <a:pt x="8034" y="11775"/>
                    <a:pt x="8664" y="11365"/>
                    <a:pt x="8948" y="10735"/>
                  </a:cubicBezTo>
                  <a:cubicBezTo>
                    <a:pt x="9799" y="10609"/>
                    <a:pt x="10460" y="9916"/>
                    <a:pt x="10460" y="9002"/>
                  </a:cubicBezTo>
                  <a:cubicBezTo>
                    <a:pt x="10460" y="8876"/>
                    <a:pt x="10460" y="8750"/>
                    <a:pt x="10429" y="8624"/>
                  </a:cubicBezTo>
                  <a:cubicBezTo>
                    <a:pt x="10775" y="8593"/>
                    <a:pt x="11090" y="8404"/>
                    <a:pt x="11374" y="8183"/>
                  </a:cubicBezTo>
                  <a:cubicBezTo>
                    <a:pt x="11689" y="7837"/>
                    <a:pt x="11878" y="7427"/>
                    <a:pt x="11878" y="6955"/>
                  </a:cubicBezTo>
                  <a:cubicBezTo>
                    <a:pt x="11878" y="6545"/>
                    <a:pt x="11783" y="6199"/>
                    <a:pt x="11531" y="5915"/>
                  </a:cubicBezTo>
                  <a:cubicBezTo>
                    <a:pt x="11689" y="5663"/>
                    <a:pt x="11815" y="5285"/>
                    <a:pt x="11815" y="4907"/>
                  </a:cubicBezTo>
                  <a:cubicBezTo>
                    <a:pt x="11815" y="4434"/>
                    <a:pt x="11594" y="3993"/>
                    <a:pt x="11279" y="3678"/>
                  </a:cubicBezTo>
                  <a:cubicBezTo>
                    <a:pt x="11027" y="3395"/>
                    <a:pt x="10712" y="3237"/>
                    <a:pt x="10334" y="3206"/>
                  </a:cubicBezTo>
                  <a:cubicBezTo>
                    <a:pt x="10460" y="2670"/>
                    <a:pt x="10303" y="2040"/>
                    <a:pt x="9862" y="1599"/>
                  </a:cubicBezTo>
                  <a:cubicBezTo>
                    <a:pt x="9610" y="1315"/>
                    <a:pt x="9231" y="1158"/>
                    <a:pt x="8885" y="1126"/>
                  </a:cubicBezTo>
                  <a:cubicBezTo>
                    <a:pt x="8664" y="559"/>
                    <a:pt x="8223" y="181"/>
                    <a:pt x="7656" y="55"/>
                  </a:cubicBezTo>
                  <a:cubicBezTo>
                    <a:pt x="7523" y="18"/>
                    <a:pt x="7388" y="0"/>
                    <a:pt x="7254" y="0"/>
                  </a:cubicBezTo>
                  <a:close/>
                </a:path>
              </a:pathLst>
            </a:custGeom>
            <a:solidFill>
              <a:srgbClr val="869FB2"/>
            </a:solidFill>
            <a:ln>
              <a:noFill/>
            </a:ln>
          </p:spPr>
          <p:txBody>
            <a:bodyPr anchorCtr="0" anchor="ctr" bIns="74900" lIns="74900" spcFirstLastPara="1" rIns="74900" wrap="square" tIns="74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g3b499654e41_0_2005"/>
            <p:cNvSpPr/>
            <p:nvPr/>
          </p:nvSpPr>
          <p:spPr>
            <a:xfrm>
              <a:off x="-22685675" y="2408150"/>
              <a:ext cx="27575" cy="66175"/>
            </a:xfrm>
            <a:custGeom>
              <a:rect b="b" l="l" r="r" t="t"/>
              <a:pathLst>
                <a:path extrusionOk="0" h="2647" w="1103">
                  <a:moveTo>
                    <a:pt x="740" y="1"/>
                  </a:moveTo>
                  <a:cubicBezTo>
                    <a:pt x="654" y="1"/>
                    <a:pt x="567" y="32"/>
                    <a:pt x="504" y="95"/>
                  </a:cubicBezTo>
                  <a:cubicBezTo>
                    <a:pt x="189" y="410"/>
                    <a:pt x="0" y="820"/>
                    <a:pt x="0" y="1292"/>
                  </a:cubicBezTo>
                  <a:cubicBezTo>
                    <a:pt x="0" y="1765"/>
                    <a:pt x="189" y="2206"/>
                    <a:pt x="504" y="2521"/>
                  </a:cubicBezTo>
                  <a:cubicBezTo>
                    <a:pt x="599" y="2584"/>
                    <a:pt x="662" y="2647"/>
                    <a:pt x="756" y="2647"/>
                  </a:cubicBezTo>
                  <a:cubicBezTo>
                    <a:pt x="819" y="2647"/>
                    <a:pt x="945" y="2615"/>
                    <a:pt x="977" y="2521"/>
                  </a:cubicBezTo>
                  <a:cubicBezTo>
                    <a:pt x="1103" y="2395"/>
                    <a:pt x="1103" y="2174"/>
                    <a:pt x="977" y="2048"/>
                  </a:cubicBezTo>
                  <a:cubicBezTo>
                    <a:pt x="788" y="1859"/>
                    <a:pt x="662" y="1576"/>
                    <a:pt x="662" y="1292"/>
                  </a:cubicBezTo>
                  <a:cubicBezTo>
                    <a:pt x="662" y="1040"/>
                    <a:pt x="788" y="757"/>
                    <a:pt x="977" y="536"/>
                  </a:cubicBezTo>
                  <a:cubicBezTo>
                    <a:pt x="1103" y="442"/>
                    <a:pt x="1103" y="253"/>
                    <a:pt x="977" y="95"/>
                  </a:cubicBezTo>
                  <a:cubicBezTo>
                    <a:pt x="914" y="32"/>
                    <a:pt x="827" y="1"/>
                    <a:pt x="740" y="1"/>
                  </a:cubicBezTo>
                  <a:close/>
                </a:path>
              </a:pathLst>
            </a:custGeom>
            <a:solidFill>
              <a:srgbClr val="869FB2"/>
            </a:solidFill>
            <a:ln>
              <a:noFill/>
            </a:ln>
          </p:spPr>
          <p:txBody>
            <a:bodyPr anchorCtr="0" anchor="ctr" bIns="74900" lIns="74900" spcFirstLastPara="1" rIns="74900" wrap="square" tIns="74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g3b499654e41_0_2005"/>
            <p:cNvSpPr/>
            <p:nvPr/>
          </p:nvSpPr>
          <p:spPr>
            <a:xfrm>
              <a:off x="-22766800" y="2408950"/>
              <a:ext cx="27575" cy="66175"/>
            </a:xfrm>
            <a:custGeom>
              <a:rect b="b" l="l" r="r" t="t"/>
              <a:pathLst>
                <a:path extrusionOk="0" h="2647" w="1103">
                  <a:moveTo>
                    <a:pt x="362" y="0"/>
                  </a:moveTo>
                  <a:cubicBezTo>
                    <a:pt x="276" y="0"/>
                    <a:pt x="189" y="32"/>
                    <a:pt x="126" y="95"/>
                  </a:cubicBezTo>
                  <a:cubicBezTo>
                    <a:pt x="0" y="221"/>
                    <a:pt x="0" y="441"/>
                    <a:pt x="126" y="567"/>
                  </a:cubicBezTo>
                  <a:cubicBezTo>
                    <a:pt x="315" y="756"/>
                    <a:pt x="441" y="1040"/>
                    <a:pt x="441" y="1323"/>
                  </a:cubicBezTo>
                  <a:cubicBezTo>
                    <a:pt x="441" y="1575"/>
                    <a:pt x="315" y="1859"/>
                    <a:pt x="126" y="2048"/>
                  </a:cubicBezTo>
                  <a:cubicBezTo>
                    <a:pt x="0" y="2174"/>
                    <a:pt x="0" y="2426"/>
                    <a:pt x="126" y="2520"/>
                  </a:cubicBezTo>
                  <a:cubicBezTo>
                    <a:pt x="221" y="2615"/>
                    <a:pt x="284" y="2646"/>
                    <a:pt x="378" y="2646"/>
                  </a:cubicBezTo>
                  <a:cubicBezTo>
                    <a:pt x="441" y="2646"/>
                    <a:pt x="567" y="2615"/>
                    <a:pt x="599" y="2520"/>
                  </a:cubicBezTo>
                  <a:cubicBezTo>
                    <a:pt x="977" y="2174"/>
                    <a:pt x="1103" y="1733"/>
                    <a:pt x="1103" y="1323"/>
                  </a:cubicBezTo>
                  <a:cubicBezTo>
                    <a:pt x="1103" y="851"/>
                    <a:pt x="914" y="410"/>
                    <a:pt x="599" y="95"/>
                  </a:cubicBezTo>
                  <a:cubicBezTo>
                    <a:pt x="536" y="32"/>
                    <a:pt x="449" y="0"/>
                    <a:pt x="362" y="0"/>
                  </a:cubicBezTo>
                  <a:close/>
                </a:path>
              </a:pathLst>
            </a:custGeom>
            <a:solidFill>
              <a:srgbClr val="869FB2"/>
            </a:solidFill>
            <a:ln>
              <a:noFill/>
            </a:ln>
          </p:spPr>
          <p:txBody>
            <a:bodyPr anchorCtr="0" anchor="ctr" bIns="74900" lIns="74900" spcFirstLastPara="1" rIns="74900" wrap="square" tIns="74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87" name="Google Shape;2787;g3b499654e41_0_2005"/>
          <p:cNvGrpSpPr/>
          <p:nvPr/>
        </p:nvGrpSpPr>
        <p:grpSpPr>
          <a:xfrm>
            <a:off x="5362029" y="1082244"/>
            <a:ext cx="290867" cy="292414"/>
            <a:chOff x="-3852025" y="2764950"/>
            <a:chExt cx="291450" cy="293000"/>
          </a:xfrm>
        </p:grpSpPr>
        <p:sp>
          <p:nvSpPr>
            <p:cNvPr id="2788" name="Google Shape;2788;g3b499654e41_0_2005"/>
            <p:cNvSpPr/>
            <p:nvPr/>
          </p:nvSpPr>
          <p:spPr>
            <a:xfrm>
              <a:off x="-3852025" y="2764950"/>
              <a:ext cx="291450" cy="293000"/>
            </a:xfrm>
            <a:custGeom>
              <a:rect b="b" l="l" r="r" t="t"/>
              <a:pathLst>
                <a:path extrusionOk="0" h="11720" w="11658">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solidFill>
              <a:srgbClr val="869FB2"/>
            </a:solidFill>
            <a:ln>
              <a:noFill/>
            </a:ln>
          </p:spPr>
          <p:txBody>
            <a:bodyPr anchorCtr="0" anchor="ctr" bIns="63200" lIns="63200" spcFirstLastPara="1" rIns="63200" wrap="square" tIns="63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g3b499654e41_0_2005"/>
            <p:cNvSpPr/>
            <p:nvPr/>
          </p:nvSpPr>
          <p:spPr>
            <a:xfrm>
              <a:off x="-3707100" y="2937425"/>
              <a:ext cx="103200" cy="67775"/>
            </a:xfrm>
            <a:custGeom>
              <a:rect b="b" l="l" r="r" t="t"/>
              <a:pathLst>
                <a:path extrusionOk="0" h="2711" w="4128">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solidFill>
              <a:srgbClr val="869FB2"/>
            </a:solidFill>
            <a:ln>
              <a:noFill/>
            </a:ln>
          </p:spPr>
          <p:txBody>
            <a:bodyPr anchorCtr="0" anchor="ctr" bIns="63200" lIns="63200" spcFirstLastPara="1" rIns="63200" wrap="square" tIns="63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0" name="Google Shape;2790;g3b499654e41_0_2005"/>
          <p:cNvGrpSpPr/>
          <p:nvPr/>
        </p:nvGrpSpPr>
        <p:grpSpPr>
          <a:xfrm>
            <a:off x="3790652" y="3706549"/>
            <a:ext cx="290887" cy="233069"/>
            <a:chOff x="-45665400" y="2703250"/>
            <a:chExt cx="301500" cy="299575"/>
          </a:xfrm>
        </p:grpSpPr>
        <p:sp>
          <p:nvSpPr>
            <p:cNvPr id="2791" name="Google Shape;2791;g3b499654e41_0_2005"/>
            <p:cNvSpPr/>
            <p:nvPr/>
          </p:nvSpPr>
          <p:spPr>
            <a:xfrm>
              <a:off x="-45664625" y="2703250"/>
              <a:ext cx="300725" cy="299575"/>
            </a:xfrm>
            <a:custGeom>
              <a:rect b="b" l="l" r="r" t="t"/>
              <a:pathLst>
                <a:path extrusionOk="0" h="11983" w="12029">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solidFill>
              <a:srgbClr val="869FB2"/>
            </a:solidFill>
            <a:ln>
              <a:noFill/>
            </a:ln>
          </p:spPr>
          <p:txBody>
            <a:bodyPr anchorCtr="0" anchor="ctr" bIns="73900" lIns="73900" spcFirstLastPara="1" rIns="73900" wrap="square" tIns="73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g3b499654e41_0_2005"/>
            <p:cNvSpPr/>
            <p:nvPr/>
          </p:nvSpPr>
          <p:spPr>
            <a:xfrm>
              <a:off x="-45663825" y="2879150"/>
              <a:ext cx="71700" cy="71500"/>
            </a:xfrm>
            <a:custGeom>
              <a:rect b="b" l="l" r="r" t="t"/>
              <a:pathLst>
                <a:path extrusionOk="0" h="2860" w="2868">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solidFill>
              <a:srgbClr val="869FB2"/>
            </a:solidFill>
            <a:ln>
              <a:noFill/>
            </a:ln>
          </p:spPr>
          <p:txBody>
            <a:bodyPr anchorCtr="0" anchor="ctr" bIns="73900" lIns="73900" spcFirstLastPara="1" rIns="73900" wrap="square" tIns="73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3" name="Google Shape;2793;g3b499654e41_0_2005"/>
            <p:cNvSpPr/>
            <p:nvPr/>
          </p:nvSpPr>
          <p:spPr>
            <a:xfrm>
              <a:off x="-45613425" y="2929750"/>
              <a:ext cx="71700" cy="71500"/>
            </a:xfrm>
            <a:custGeom>
              <a:rect b="b" l="l" r="r" t="t"/>
              <a:pathLst>
                <a:path extrusionOk="0" h="2860" w="2868">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solidFill>
              <a:srgbClr val="869FB2"/>
            </a:solidFill>
            <a:ln>
              <a:noFill/>
            </a:ln>
          </p:spPr>
          <p:txBody>
            <a:bodyPr anchorCtr="0" anchor="ctr" bIns="73900" lIns="73900" spcFirstLastPara="1" rIns="73900" wrap="square" tIns="73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4" name="Google Shape;2794;g3b499654e41_0_2005"/>
            <p:cNvSpPr/>
            <p:nvPr/>
          </p:nvSpPr>
          <p:spPr>
            <a:xfrm>
              <a:off x="-45665400" y="2923050"/>
              <a:ext cx="81150" cy="79000"/>
            </a:xfrm>
            <a:custGeom>
              <a:rect b="b" l="l" r="r" t="t"/>
              <a:pathLst>
                <a:path extrusionOk="0" h="3160" w="3246">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solidFill>
              <a:srgbClr val="869FB2"/>
            </a:solidFill>
            <a:ln>
              <a:noFill/>
            </a:ln>
          </p:spPr>
          <p:txBody>
            <a:bodyPr anchorCtr="0" anchor="ctr" bIns="73900" lIns="73900" spcFirstLastPara="1" rIns="73900" wrap="square" tIns="73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95" name="Google Shape;2795;g3b499654e41_0_2005"/>
          <p:cNvSpPr txBox="1"/>
          <p:nvPr>
            <p:ph idx="4294967295" type="title"/>
          </p:nvPr>
        </p:nvSpPr>
        <p:spPr>
          <a:xfrm>
            <a:off x="285775" y="1491300"/>
            <a:ext cx="372300" cy="292500"/>
          </a:xfrm>
          <a:prstGeom prst="rect">
            <a:avLst/>
          </a:prstGeom>
          <a:solidFill>
            <a:srgbClr val="FFFFFF">
              <a:alpha val="7058"/>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sz="1000"/>
              <a:t>1</a:t>
            </a:r>
            <a:endParaRPr sz="1000"/>
          </a:p>
        </p:txBody>
      </p:sp>
      <p:sp>
        <p:nvSpPr>
          <p:cNvPr id="2796" name="Google Shape;2796;g3b499654e41_0_2005"/>
          <p:cNvSpPr txBox="1"/>
          <p:nvPr>
            <p:ph idx="4294967295" type="title"/>
          </p:nvPr>
        </p:nvSpPr>
        <p:spPr>
          <a:xfrm>
            <a:off x="8508450" y="2828238"/>
            <a:ext cx="372300" cy="292500"/>
          </a:xfrm>
          <a:prstGeom prst="rect">
            <a:avLst/>
          </a:prstGeom>
          <a:solidFill>
            <a:srgbClr val="FFFFFF">
              <a:alpha val="7058"/>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sz="1000"/>
              <a:t>2</a:t>
            </a:r>
            <a:endParaRPr sz="1000"/>
          </a:p>
        </p:txBody>
      </p:sp>
      <p:sp>
        <p:nvSpPr>
          <p:cNvPr id="2797" name="Google Shape;2797;g3b499654e41_0_2005"/>
          <p:cNvSpPr txBox="1"/>
          <p:nvPr>
            <p:ph idx="4294967295" type="title"/>
          </p:nvPr>
        </p:nvSpPr>
        <p:spPr>
          <a:xfrm>
            <a:off x="1598850" y="3831025"/>
            <a:ext cx="372300" cy="292500"/>
          </a:xfrm>
          <a:prstGeom prst="rect">
            <a:avLst/>
          </a:prstGeom>
          <a:solidFill>
            <a:srgbClr val="FFFFFF">
              <a:alpha val="7058"/>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sz="1000"/>
              <a:t>3</a:t>
            </a:r>
            <a:endParaRPr sz="1000"/>
          </a:p>
        </p:txBody>
      </p:sp>
      <p:sp>
        <p:nvSpPr>
          <p:cNvPr id="2798" name="Google Shape;2798;g3b499654e41_0_2005"/>
          <p:cNvSpPr/>
          <p:nvPr/>
        </p:nvSpPr>
        <p:spPr>
          <a:xfrm>
            <a:off x="572900" y="1568400"/>
            <a:ext cx="233700" cy="138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799" name="Google Shape;2799;g3b499654e41_0_2005"/>
          <p:cNvSpPr/>
          <p:nvPr/>
        </p:nvSpPr>
        <p:spPr>
          <a:xfrm>
            <a:off x="1923000" y="3908125"/>
            <a:ext cx="233700" cy="138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800" name="Google Shape;2800;g3b499654e41_0_2005"/>
          <p:cNvSpPr/>
          <p:nvPr/>
        </p:nvSpPr>
        <p:spPr>
          <a:xfrm rot="10800000">
            <a:off x="8341825" y="2905350"/>
            <a:ext cx="233700" cy="138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801" name="Google Shape;2801;g3b499654e41_0_2005"/>
          <p:cNvSpPr/>
          <p:nvPr/>
        </p:nvSpPr>
        <p:spPr>
          <a:xfrm>
            <a:off x="3580350" y="4277200"/>
            <a:ext cx="233700" cy="138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
        <p:nvSpPr>
          <p:cNvPr id="2802" name="Google Shape;2802;g3b499654e41_0_2005"/>
          <p:cNvSpPr/>
          <p:nvPr/>
        </p:nvSpPr>
        <p:spPr>
          <a:xfrm>
            <a:off x="5328450" y="4277200"/>
            <a:ext cx="233700" cy="138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6" name="Shape 2806"/>
        <p:cNvGrpSpPr/>
        <p:nvPr/>
      </p:nvGrpSpPr>
      <p:grpSpPr>
        <a:xfrm>
          <a:off x="0" y="0"/>
          <a:ext cx="0" cy="0"/>
          <a:chOff x="0" y="0"/>
          <a:chExt cx="0" cy="0"/>
        </a:xfrm>
      </p:grpSpPr>
      <p:sp>
        <p:nvSpPr>
          <p:cNvPr id="2807" name="Google Shape;2807;g3b89ac5971d_0_9"/>
          <p:cNvSpPr txBox="1"/>
          <p:nvPr>
            <p:ph type="title"/>
          </p:nvPr>
        </p:nvSpPr>
        <p:spPr>
          <a:xfrm>
            <a:off x="720000" y="4991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2600"/>
              <a:buNone/>
            </a:pPr>
            <a:r>
              <a:rPr b="1" lang="en" sz="1800">
                <a:latin typeface="Raleway"/>
                <a:ea typeface="Raleway"/>
                <a:cs typeface="Raleway"/>
                <a:sym typeface="Raleway"/>
              </a:rPr>
              <a:t>INFERENCE PIPELINE</a:t>
            </a:r>
            <a:endParaRPr b="1" sz="1800">
              <a:latin typeface="Raleway"/>
              <a:ea typeface="Raleway"/>
              <a:cs typeface="Raleway"/>
              <a:sym typeface="Raleway"/>
            </a:endParaRPr>
          </a:p>
          <a:p>
            <a:pPr indent="0" lvl="0" marL="0" rtl="0" algn="l">
              <a:lnSpc>
                <a:spcPct val="115000"/>
              </a:lnSpc>
              <a:spcBef>
                <a:spcPts val="1200"/>
              </a:spcBef>
              <a:spcAft>
                <a:spcPts val="1200"/>
              </a:spcAft>
              <a:buSzPts val="2600"/>
              <a:buNone/>
            </a:pPr>
            <a:r>
              <a:t/>
            </a:r>
            <a:endParaRPr b="1" sz="1800">
              <a:latin typeface="Raleway"/>
              <a:ea typeface="Raleway"/>
              <a:cs typeface="Raleway"/>
              <a:sym typeface="Raleway"/>
            </a:endParaRPr>
          </a:p>
        </p:txBody>
      </p:sp>
      <p:sp>
        <p:nvSpPr>
          <p:cNvPr id="2808" name="Google Shape;2808;g3b89ac5971d_0_9"/>
          <p:cNvSpPr/>
          <p:nvPr/>
        </p:nvSpPr>
        <p:spPr>
          <a:xfrm>
            <a:off x="358525" y="1318000"/>
            <a:ext cx="1550700" cy="472500"/>
          </a:xfrm>
          <a:prstGeom prst="rect">
            <a:avLst/>
          </a:prstGeom>
          <a:solidFill>
            <a:srgbClr val="E0E0E0">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Input Attribute</a:t>
            </a:r>
            <a:endParaRPr b="1">
              <a:solidFill>
                <a:schemeClr val="dk1"/>
              </a:solidFill>
              <a:latin typeface="Raleway"/>
              <a:ea typeface="Raleway"/>
              <a:cs typeface="Raleway"/>
              <a:sym typeface="Raleway"/>
            </a:endParaRPr>
          </a:p>
        </p:txBody>
      </p:sp>
      <p:sp>
        <p:nvSpPr>
          <p:cNvPr id="2809" name="Google Shape;2809;g3b89ac5971d_0_9"/>
          <p:cNvSpPr/>
          <p:nvPr/>
        </p:nvSpPr>
        <p:spPr>
          <a:xfrm>
            <a:off x="358525" y="3887725"/>
            <a:ext cx="1550700" cy="472500"/>
          </a:xfrm>
          <a:prstGeom prst="roundRect">
            <a:avLst>
              <a:gd fmla="val 16667" name="adj"/>
            </a:avLst>
          </a:prstGeom>
          <a:solidFill>
            <a:srgbClr val="00CAD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Return Match</a:t>
            </a:r>
            <a:endParaRPr b="1">
              <a:solidFill>
                <a:schemeClr val="dk1"/>
              </a:solidFill>
              <a:latin typeface="Raleway"/>
              <a:ea typeface="Raleway"/>
              <a:cs typeface="Raleway"/>
              <a:sym typeface="Raleway"/>
            </a:endParaRPr>
          </a:p>
        </p:txBody>
      </p:sp>
      <p:sp>
        <p:nvSpPr>
          <p:cNvPr id="2810" name="Google Shape;2810;g3b89ac5971d_0_9"/>
          <p:cNvSpPr/>
          <p:nvPr/>
        </p:nvSpPr>
        <p:spPr>
          <a:xfrm>
            <a:off x="2225388" y="2453213"/>
            <a:ext cx="1405800" cy="716400"/>
          </a:xfrm>
          <a:prstGeom prst="rect">
            <a:avLst/>
          </a:prstGeom>
          <a:solidFill>
            <a:srgbClr val="E0E0E0">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Candidate Retrieval</a:t>
            </a:r>
            <a:endParaRPr b="1">
              <a:solidFill>
                <a:schemeClr val="dk1"/>
              </a:solidFill>
              <a:latin typeface="Raleway"/>
              <a:ea typeface="Raleway"/>
              <a:cs typeface="Raleway"/>
              <a:sym typeface="Raleway"/>
            </a:endParaRPr>
          </a:p>
        </p:txBody>
      </p:sp>
      <p:sp>
        <p:nvSpPr>
          <p:cNvPr id="2811" name="Google Shape;2811;g3b89ac5971d_0_9"/>
          <p:cNvSpPr/>
          <p:nvPr/>
        </p:nvSpPr>
        <p:spPr>
          <a:xfrm>
            <a:off x="3807150" y="1373278"/>
            <a:ext cx="1550700" cy="4227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Lexical Search</a:t>
            </a:r>
            <a:endParaRPr b="1">
              <a:solidFill>
                <a:schemeClr val="dk1"/>
              </a:solidFill>
              <a:latin typeface="Raleway"/>
              <a:ea typeface="Raleway"/>
              <a:cs typeface="Raleway"/>
              <a:sym typeface="Raleway"/>
            </a:endParaRPr>
          </a:p>
        </p:txBody>
      </p:sp>
      <p:sp>
        <p:nvSpPr>
          <p:cNvPr id="2812" name="Google Shape;2812;g3b89ac5971d_0_9"/>
          <p:cNvSpPr/>
          <p:nvPr/>
        </p:nvSpPr>
        <p:spPr>
          <a:xfrm>
            <a:off x="3712800" y="3912675"/>
            <a:ext cx="1739400" cy="4227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Semantic </a:t>
            </a:r>
            <a:r>
              <a:rPr b="1" lang="en">
                <a:solidFill>
                  <a:schemeClr val="dk1"/>
                </a:solidFill>
                <a:latin typeface="Raleway"/>
                <a:ea typeface="Raleway"/>
                <a:cs typeface="Raleway"/>
                <a:sym typeface="Raleway"/>
              </a:rPr>
              <a:t>Search</a:t>
            </a:r>
            <a:endParaRPr b="1">
              <a:solidFill>
                <a:schemeClr val="dk1"/>
              </a:solidFill>
              <a:latin typeface="Raleway"/>
              <a:ea typeface="Raleway"/>
              <a:cs typeface="Raleway"/>
              <a:sym typeface="Raleway"/>
            </a:endParaRPr>
          </a:p>
        </p:txBody>
      </p:sp>
      <p:sp>
        <p:nvSpPr>
          <p:cNvPr id="2813" name="Google Shape;2813;g3b89ac5971d_0_9"/>
          <p:cNvSpPr/>
          <p:nvPr/>
        </p:nvSpPr>
        <p:spPr>
          <a:xfrm>
            <a:off x="3986700" y="2541575"/>
            <a:ext cx="1191600" cy="625500"/>
          </a:xfrm>
          <a:prstGeom prst="rect">
            <a:avLst/>
          </a:prstGeom>
          <a:solidFill>
            <a:srgbClr val="FFFFFF">
              <a:alpha val="4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Merge Candidates</a:t>
            </a:r>
            <a:endParaRPr b="1">
              <a:solidFill>
                <a:schemeClr val="dk1"/>
              </a:solidFill>
              <a:latin typeface="Raleway"/>
              <a:ea typeface="Raleway"/>
              <a:cs typeface="Raleway"/>
              <a:sym typeface="Raleway"/>
            </a:endParaRPr>
          </a:p>
        </p:txBody>
      </p:sp>
      <p:sp>
        <p:nvSpPr>
          <p:cNvPr id="2814" name="Google Shape;2814;g3b89ac5971d_0_9"/>
          <p:cNvSpPr/>
          <p:nvPr/>
        </p:nvSpPr>
        <p:spPr>
          <a:xfrm>
            <a:off x="604075" y="2451425"/>
            <a:ext cx="1059600" cy="720000"/>
          </a:xfrm>
          <a:prstGeom prst="rect">
            <a:avLst/>
          </a:prstGeom>
          <a:solidFill>
            <a:srgbClr val="E0E0E0">
              <a:alpha val="20000"/>
            </a:srgbClr>
          </a:solidFill>
          <a:ln cap="flat" cmpd="sng" w="9525">
            <a:solidFill>
              <a:srgbClr val="4640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oppins SemiBold"/>
                <a:ea typeface="Poppins SemiBold"/>
                <a:cs typeface="Poppins SemiBold"/>
                <a:sym typeface="Poppins SemiBold"/>
              </a:rPr>
              <a:t>Exact Match?</a:t>
            </a:r>
            <a:endParaRPr>
              <a:solidFill>
                <a:schemeClr val="dk1"/>
              </a:solidFill>
              <a:latin typeface="Poppins SemiBold"/>
              <a:ea typeface="Poppins SemiBold"/>
              <a:cs typeface="Poppins SemiBold"/>
              <a:sym typeface="Poppins SemiBold"/>
            </a:endParaRPr>
          </a:p>
        </p:txBody>
      </p:sp>
      <p:cxnSp>
        <p:nvCxnSpPr>
          <p:cNvPr id="2815" name="Google Shape;2815;g3b89ac5971d_0_9"/>
          <p:cNvCxnSpPr>
            <a:stCxn id="2814" idx="2"/>
            <a:endCxn id="2809" idx="0"/>
          </p:cNvCxnSpPr>
          <p:nvPr/>
        </p:nvCxnSpPr>
        <p:spPr>
          <a:xfrm>
            <a:off x="1133875" y="3171425"/>
            <a:ext cx="0" cy="716400"/>
          </a:xfrm>
          <a:prstGeom prst="straightConnector1">
            <a:avLst/>
          </a:prstGeom>
          <a:noFill/>
          <a:ln cap="flat" cmpd="sng" w="9525">
            <a:solidFill>
              <a:schemeClr val="dk1"/>
            </a:solidFill>
            <a:prstDash val="solid"/>
            <a:round/>
            <a:headEnd len="med" w="med" type="none"/>
            <a:tailEnd len="med" w="med" type="triangle"/>
          </a:ln>
        </p:spPr>
      </p:cxnSp>
      <p:cxnSp>
        <p:nvCxnSpPr>
          <p:cNvPr id="2816" name="Google Shape;2816;g3b89ac5971d_0_9"/>
          <p:cNvCxnSpPr>
            <a:stCxn id="2808" idx="2"/>
            <a:endCxn id="2814" idx="0"/>
          </p:cNvCxnSpPr>
          <p:nvPr/>
        </p:nvCxnSpPr>
        <p:spPr>
          <a:xfrm>
            <a:off x="1133875" y="1790500"/>
            <a:ext cx="0" cy="660900"/>
          </a:xfrm>
          <a:prstGeom prst="straightConnector1">
            <a:avLst/>
          </a:prstGeom>
          <a:noFill/>
          <a:ln cap="flat" cmpd="sng" w="9525">
            <a:solidFill>
              <a:schemeClr val="dk1"/>
            </a:solidFill>
            <a:prstDash val="solid"/>
            <a:round/>
            <a:headEnd len="med" w="med" type="none"/>
            <a:tailEnd len="med" w="med" type="triangle"/>
          </a:ln>
        </p:spPr>
      </p:cxnSp>
      <p:cxnSp>
        <p:nvCxnSpPr>
          <p:cNvPr id="2817" name="Google Shape;2817;g3b89ac5971d_0_9"/>
          <p:cNvCxnSpPr>
            <a:stCxn id="2814" idx="3"/>
            <a:endCxn id="2810" idx="1"/>
          </p:cNvCxnSpPr>
          <p:nvPr/>
        </p:nvCxnSpPr>
        <p:spPr>
          <a:xfrm>
            <a:off x="1663675" y="2811425"/>
            <a:ext cx="561600" cy="0"/>
          </a:xfrm>
          <a:prstGeom prst="straightConnector1">
            <a:avLst/>
          </a:prstGeom>
          <a:noFill/>
          <a:ln cap="flat" cmpd="sng" w="9525">
            <a:solidFill>
              <a:schemeClr val="dk1"/>
            </a:solidFill>
            <a:prstDash val="solid"/>
            <a:round/>
            <a:headEnd len="med" w="med" type="none"/>
            <a:tailEnd len="med" w="med" type="triangle"/>
          </a:ln>
        </p:spPr>
      </p:cxnSp>
      <p:cxnSp>
        <p:nvCxnSpPr>
          <p:cNvPr id="2818" name="Google Shape;2818;g3b89ac5971d_0_9"/>
          <p:cNvCxnSpPr>
            <a:stCxn id="2810" idx="0"/>
            <a:endCxn id="2811" idx="1"/>
          </p:cNvCxnSpPr>
          <p:nvPr/>
        </p:nvCxnSpPr>
        <p:spPr>
          <a:xfrm flipH="1" rot="10800000">
            <a:off x="2928288" y="1584713"/>
            <a:ext cx="879000" cy="868500"/>
          </a:xfrm>
          <a:prstGeom prst="straightConnector1">
            <a:avLst/>
          </a:prstGeom>
          <a:noFill/>
          <a:ln cap="flat" cmpd="sng" w="9525">
            <a:solidFill>
              <a:schemeClr val="dk1"/>
            </a:solidFill>
            <a:prstDash val="solid"/>
            <a:round/>
            <a:headEnd len="med" w="med" type="none"/>
            <a:tailEnd len="med" w="med" type="triangle"/>
          </a:ln>
        </p:spPr>
      </p:cxnSp>
      <p:cxnSp>
        <p:nvCxnSpPr>
          <p:cNvPr id="2819" name="Google Shape;2819;g3b89ac5971d_0_9"/>
          <p:cNvCxnSpPr>
            <a:stCxn id="2811" idx="2"/>
            <a:endCxn id="2813" idx="0"/>
          </p:cNvCxnSpPr>
          <p:nvPr/>
        </p:nvCxnSpPr>
        <p:spPr>
          <a:xfrm>
            <a:off x="4582500" y="1795978"/>
            <a:ext cx="0" cy="745500"/>
          </a:xfrm>
          <a:prstGeom prst="straightConnector1">
            <a:avLst/>
          </a:prstGeom>
          <a:noFill/>
          <a:ln cap="flat" cmpd="sng" w="9525">
            <a:solidFill>
              <a:schemeClr val="dk1"/>
            </a:solidFill>
            <a:prstDash val="solid"/>
            <a:round/>
            <a:headEnd len="med" w="med" type="none"/>
            <a:tailEnd len="med" w="med" type="triangle"/>
          </a:ln>
        </p:spPr>
      </p:cxnSp>
      <p:cxnSp>
        <p:nvCxnSpPr>
          <p:cNvPr id="2820" name="Google Shape;2820;g3b89ac5971d_0_9"/>
          <p:cNvCxnSpPr>
            <a:stCxn id="2810" idx="2"/>
            <a:endCxn id="2812" idx="1"/>
          </p:cNvCxnSpPr>
          <p:nvPr/>
        </p:nvCxnSpPr>
        <p:spPr>
          <a:xfrm>
            <a:off x="2928288" y="3169613"/>
            <a:ext cx="784500" cy="954300"/>
          </a:xfrm>
          <a:prstGeom prst="straightConnector1">
            <a:avLst/>
          </a:prstGeom>
          <a:noFill/>
          <a:ln cap="flat" cmpd="sng" w="9525">
            <a:solidFill>
              <a:schemeClr val="dk1"/>
            </a:solidFill>
            <a:prstDash val="solid"/>
            <a:round/>
            <a:headEnd len="med" w="med" type="none"/>
            <a:tailEnd len="med" w="med" type="triangle"/>
          </a:ln>
        </p:spPr>
      </p:cxnSp>
      <p:sp>
        <p:nvSpPr>
          <p:cNvPr id="2821" name="Google Shape;2821;g3b89ac5971d_0_9"/>
          <p:cNvSpPr/>
          <p:nvPr/>
        </p:nvSpPr>
        <p:spPr>
          <a:xfrm>
            <a:off x="5811288" y="2494325"/>
            <a:ext cx="1470000" cy="720000"/>
          </a:xfrm>
          <a:prstGeom prst="rect">
            <a:avLst/>
          </a:prstGeom>
          <a:solidFill>
            <a:srgbClr val="E76A28">
              <a:alpha val="3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Cross-encoder</a:t>
            </a:r>
            <a:endParaRPr b="1">
              <a:solidFill>
                <a:schemeClr val="dk1"/>
              </a:solidFill>
              <a:latin typeface="Raleway"/>
              <a:ea typeface="Raleway"/>
              <a:cs typeface="Raleway"/>
              <a:sym typeface="Raleway"/>
            </a:endParaRPr>
          </a:p>
          <a:p>
            <a:pPr indent="0" lvl="0" marL="0" rtl="0" algn="ctr">
              <a:spcBef>
                <a:spcPts val="0"/>
              </a:spcBef>
              <a:spcAft>
                <a:spcPts val="0"/>
              </a:spcAft>
              <a:buNone/>
            </a:pPr>
            <a:r>
              <a:rPr lang="en">
                <a:solidFill>
                  <a:schemeClr val="dk1"/>
                </a:solidFill>
                <a:latin typeface="Raleway"/>
                <a:ea typeface="Raleway"/>
                <a:cs typeface="Raleway"/>
                <a:sym typeface="Raleway"/>
              </a:rPr>
              <a:t>(Re-Ranking)</a:t>
            </a:r>
            <a:endParaRPr>
              <a:solidFill>
                <a:schemeClr val="dk1"/>
              </a:solidFill>
              <a:latin typeface="Raleway"/>
              <a:ea typeface="Raleway"/>
              <a:cs typeface="Raleway"/>
              <a:sym typeface="Raleway"/>
            </a:endParaRPr>
          </a:p>
        </p:txBody>
      </p:sp>
      <p:cxnSp>
        <p:nvCxnSpPr>
          <p:cNvPr id="2822" name="Google Shape;2822;g3b89ac5971d_0_9"/>
          <p:cNvCxnSpPr>
            <a:stCxn id="2813" idx="3"/>
            <a:endCxn id="2821" idx="1"/>
          </p:cNvCxnSpPr>
          <p:nvPr/>
        </p:nvCxnSpPr>
        <p:spPr>
          <a:xfrm>
            <a:off x="5178300" y="2854325"/>
            <a:ext cx="633000" cy="0"/>
          </a:xfrm>
          <a:prstGeom prst="straightConnector1">
            <a:avLst/>
          </a:prstGeom>
          <a:noFill/>
          <a:ln cap="flat" cmpd="sng" w="9525">
            <a:solidFill>
              <a:schemeClr val="dk1"/>
            </a:solidFill>
            <a:prstDash val="solid"/>
            <a:round/>
            <a:headEnd len="med" w="med" type="none"/>
            <a:tailEnd len="med" w="med" type="triangle"/>
          </a:ln>
        </p:spPr>
      </p:cxnSp>
      <p:sp>
        <p:nvSpPr>
          <p:cNvPr id="2823" name="Google Shape;2823;g3b89ac5971d_0_9"/>
          <p:cNvSpPr/>
          <p:nvPr/>
        </p:nvSpPr>
        <p:spPr>
          <a:xfrm>
            <a:off x="7755600" y="2523875"/>
            <a:ext cx="1191600" cy="660900"/>
          </a:xfrm>
          <a:prstGeom prst="rect">
            <a:avLst/>
          </a:prstGeom>
          <a:solidFill>
            <a:srgbClr val="00CADA">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Final prediction</a:t>
            </a:r>
            <a:endParaRPr>
              <a:solidFill>
                <a:schemeClr val="dk1"/>
              </a:solidFill>
              <a:latin typeface="Raleway"/>
              <a:ea typeface="Raleway"/>
              <a:cs typeface="Raleway"/>
              <a:sym typeface="Raleway"/>
            </a:endParaRPr>
          </a:p>
        </p:txBody>
      </p:sp>
      <p:cxnSp>
        <p:nvCxnSpPr>
          <p:cNvPr id="2824" name="Google Shape;2824;g3b89ac5971d_0_9"/>
          <p:cNvCxnSpPr>
            <a:stCxn id="2821" idx="3"/>
            <a:endCxn id="2823" idx="1"/>
          </p:cNvCxnSpPr>
          <p:nvPr/>
        </p:nvCxnSpPr>
        <p:spPr>
          <a:xfrm>
            <a:off x="7281288" y="2854325"/>
            <a:ext cx="474300" cy="0"/>
          </a:xfrm>
          <a:prstGeom prst="straightConnector1">
            <a:avLst/>
          </a:prstGeom>
          <a:noFill/>
          <a:ln cap="flat" cmpd="sng" w="9525">
            <a:solidFill>
              <a:schemeClr val="dk1"/>
            </a:solidFill>
            <a:prstDash val="solid"/>
            <a:round/>
            <a:headEnd len="med" w="med" type="none"/>
            <a:tailEnd len="med" w="med" type="triangle"/>
          </a:ln>
        </p:spPr>
      </p:cxnSp>
      <p:cxnSp>
        <p:nvCxnSpPr>
          <p:cNvPr id="2825" name="Google Shape;2825;g3b89ac5971d_0_9"/>
          <p:cNvCxnSpPr/>
          <p:nvPr/>
        </p:nvCxnSpPr>
        <p:spPr>
          <a:xfrm flipH="1">
            <a:off x="5533800" y="-85300"/>
            <a:ext cx="12900" cy="5246700"/>
          </a:xfrm>
          <a:prstGeom prst="straightConnector1">
            <a:avLst/>
          </a:prstGeom>
          <a:noFill/>
          <a:ln cap="flat" cmpd="sng" w="19050">
            <a:solidFill>
              <a:schemeClr val="accent2"/>
            </a:solidFill>
            <a:prstDash val="dash"/>
            <a:round/>
            <a:headEnd len="med" w="med" type="none"/>
            <a:tailEnd len="med" w="med" type="none"/>
          </a:ln>
        </p:spPr>
      </p:cxnSp>
      <p:sp>
        <p:nvSpPr>
          <p:cNvPr id="2826" name="Google Shape;2826;g3b89ac5971d_0_9"/>
          <p:cNvSpPr/>
          <p:nvPr/>
        </p:nvSpPr>
        <p:spPr>
          <a:xfrm>
            <a:off x="2013775" y="4432875"/>
            <a:ext cx="1550700" cy="47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STAGE A</a:t>
            </a:r>
            <a:endParaRPr b="1">
              <a:solidFill>
                <a:schemeClr val="dk1"/>
              </a:solidFill>
              <a:latin typeface="Raleway"/>
              <a:ea typeface="Raleway"/>
              <a:cs typeface="Raleway"/>
              <a:sym typeface="Raleway"/>
            </a:endParaRPr>
          </a:p>
        </p:txBody>
      </p:sp>
      <p:sp>
        <p:nvSpPr>
          <p:cNvPr id="2827" name="Google Shape;2827;g3b89ac5971d_0_9"/>
          <p:cNvSpPr/>
          <p:nvPr/>
        </p:nvSpPr>
        <p:spPr>
          <a:xfrm>
            <a:off x="6417950" y="4432875"/>
            <a:ext cx="1550700" cy="47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STAGE B</a:t>
            </a:r>
            <a:endParaRPr b="1">
              <a:solidFill>
                <a:schemeClr val="dk1"/>
              </a:solidFill>
              <a:latin typeface="Raleway"/>
              <a:ea typeface="Raleway"/>
              <a:cs typeface="Raleway"/>
              <a:sym typeface="Raleway"/>
            </a:endParaRPr>
          </a:p>
        </p:txBody>
      </p:sp>
      <p:sp>
        <p:nvSpPr>
          <p:cNvPr id="2828" name="Google Shape;2828;g3b89ac5971d_0_9"/>
          <p:cNvSpPr txBox="1"/>
          <p:nvPr/>
        </p:nvSpPr>
        <p:spPr>
          <a:xfrm>
            <a:off x="664675" y="3388413"/>
            <a:ext cx="4692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Yes</a:t>
            </a:r>
            <a:endParaRPr b="1" sz="1200">
              <a:solidFill>
                <a:schemeClr val="dk1"/>
              </a:solidFill>
              <a:latin typeface="Raleway"/>
              <a:ea typeface="Raleway"/>
              <a:cs typeface="Raleway"/>
              <a:sym typeface="Raleway"/>
            </a:endParaRPr>
          </a:p>
        </p:txBody>
      </p:sp>
      <p:sp>
        <p:nvSpPr>
          <p:cNvPr id="2829" name="Google Shape;2829;g3b89ac5971d_0_9"/>
          <p:cNvSpPr txBox="1"/>
          <p:nvPr/>
        </p:nvSpPr>
        <p:spPr>
          <a:xfrm>
            <a:off x="1756188" y="2430601"/>
            <a:ext cx="4692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No</a:t>
            </a:r>
            <a:endParaRPr b="1" sz="1200">
              <a:solidFill>
                <a:schemeClr val="dk1"/>
              </a:solidFill>
              <a:latin typeface="Raleway"/>
              <a:ea typeface="Raleway"/>
              <a:cs typeface="Raleway"/>
              <a:sym typeface="Raleway"/>
            </a:endParaRPr>
          </a:p>
        </p:txBody>
      </p:sp>
      <p:cxnSp>
        <p:nvCxnSpPr>
          <p:cNvPr id="2830" name="Google Shape;2830;g3b89ac5971d_0_9"/>
          <p:cNvCxnSpPr>
            <a:stCxn id="2812" idx="0"/>
            <a:endCxn id="2813" idx="2"/>
          </p:cNvCxnSpPr>
          <p:nvPr/>
        </p:nvCxnSpPr>
        <p:spPr>
          <a:xfrm rot="10800000">
            <a:off x="4582500" y="3167175"/>
            <a:ext cx="0" cy="745500"/>
          </a:xfrm>
          <a:prstGeom prst="straightConnector1">
            <a:avLst/>
          </a:prstGeom>
          <a:noFill/>
          <a:ln cap="flat" cmpd="sng" w="9525">
            <a:solidFill>
              <a:schemeClr val="dk1"/>
            </a:solidFill>
            <a:prstDash val="solid"/>
            <a:round/>
            <a:headEnd len="med" w="med" type="none"/>
            <a:tailEnd len="med" w="med" type="triangle"/>
          </a:ln>
        </p:spPr>
      </p:cxnSp>
      <p:sp>
        <p:nvSpPr>
          <p:cNvPr id="2831" name="Google Shape;2831;g3b89ac5971d_0_9"/>
          <p:cNvSpPr/>
          <p:nvPr/>
        </p:nvSpPr>
        <p:spPr>
          <a:xfrm>
            <a:off x="8070300" y="574150"/>
            <a:ext cx="469200" cy="422700"/>
          </a:xfrm>
          <a:prstGeom prst="ellipse">
            <a:avLst/>
          </a:prstGeom>
          <a:solidFill>
            <a:srgbClr val="869F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Raleway"/>
                <a:ea typeface="Raleway"/>
                <a:cs typeface="Raleway"/>
                <a:sym typeface="Raleway"/>
              </a:rPr>
              <a:t>H</a:t>
            </a:r>
            <a:r>
              <a:rPr lang="en" sz="800">
                <a:solidFill>
                  <a:schemeClr val="dk1"/>
                </a:solidFill>
                <a:latin typeface="Raleway"/>
                <a:ea typeface="Raleway"/>
                <a:cs typeface="Raleway"/>
                <a:sym typeface="Raleway"/>
              </a:rPr>
              <a:t>2</a:t>
            </a:r>
            <a:endParaRPr b="0" i="0" sz="800" u="none" cap="none" strike="noStrike">
              <a:solidFill>
                <a:schemeClr val="dk1"/>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5" name="Shape 2835"/>
        <p:cNvGrpSpPr/>
        <p:nvPr/>
      </p:nvGrpSpPr>
      <p:grpSpPr>
        <a:xfrm>
          <a:off x="0" y="0"/>
          <a:ext cx="0" cy="0"/>
          <a:chOff x="0" y="0"/>
          <a:chExt cx="0" cy="0"/>
        </a:xfrm>
      </p:grpSpPr>
      <p:sp>
        <p:nvSpPr>
          <p:cNvPr id="2836" name="Google Shape;2836;p10"/>
          <p:cNvSpPr txBox="1"/>
          <p:nvPr>
            <p:ph idx="2" type="title"/>
          </p:nvPr>
        </p:nvSpPr>
        <p:spPr>
          <a:xfrm>
            <a:off x="5222800" y="2325725"/>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sp>
        <p:nvSpPr>
          <p:cNvPr id="2837" name="Google Shape;2837;p10"/>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p10"/>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839" name="Google Shape;2839;p10"/>
          <p:cNvGrpSpPr/>
          <p:nvPr/>
        </p:nvGrpSpPr>
        <p:grpSpPr>
          <a:xfrm flipH="1" rot="10800000">
            <a:off x="7968643" y="3562069"/>
            <a:ext cx="681216" cy="3360486"/>
            <a:chOff x="1337800" y="-2525590"/>
            <a:chExt cx="1498167" cy="7390555"/>
          </a:xfrm>
        </p:grpSpPr>
        <p:cxnSp>
          <p:nvCxnSpPr>
            <p:cNvPr id="2840" name="Google Shape;2840;p10"/>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841" name="Google Shape;2841;p10"/>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842" name="Google Shape;2842;p1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3" name="Google Shape;2843;p10"/>
          <p:cNvGrpSpPr/>
          <p:nvPr/>
        </p:nvGrpSpPr>
        <p:grpSpPr>
          <a:xfrm flipH="1" rot="-5400000">
            <a:off x="70044" y="-592706"/>
            <a:ext cx="681216" cy="3360486"/>
            <a:chOff x="1337800" y="-2525590"/>
            <a:chExt cx="1498167" cy="7390555"/>
          </a:xfrm>
        </p:grpSpPr>
        <p:cxnSp>
          <p:nvCxnSpPr>
            <p:cNvPr id="2844" name="Google Shape;2844;p10"/>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845" name="Google Shape;2845;p10"/>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846" name="Google Shape;2846;p1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47" name="Google Shape;2847;p10"/>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sm" w="sm" type="none"/>
            <a:tailEnd len="sm" w="sm" type="none"/>
          </a:ln>
        </p:spPr>
      </p:sp>
      <p:grpSp>
        <p:nvGrpSpPr>
          <p:cNvPr id="2848" name="Google Shape;2848;p10"/>
          <p:cNvGrpSpPr/>
          <p:nvPr/>
        </p:nvGrpSpPr>
        <p:grpSpPr>
          <a:xfrm>
            <a:off x="7221623" y="1260360"/>
            <a:ext cx="1160061" cy="523162"/>
            <a:chOff x="7221623" y="1260360"/>
            <a:chExt cx="1160061" cy="523162"/>
          </a:xfrm>
        </p:grpSpPr>
        <p:sp>
          <p:nvSpPr>
            <p:cNvPr id="2849" name="Google Shape;2849;p10"/>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0" name="Google Shape;2850;p10"/>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1" name="Google Shape;2851;p10"/>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52" name="Google Shape;2852;p10"/>
          <p:cNvSpPr txBox="1"/>
          <p:nvPr>
            <p:ph type="title"/>
          </p:nvPr>
        </p:nvSpPr>
        <p:spPr>
          <a:xfrm>
            <a:off x="1136800" y="2325725"/>
            <a:ext cx="4086000" cy="989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2700"/>
              <a:t>DATA ENGINEERING</a:t>
            </a:r>
            <a:endParaRPr sz="2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6" name="Shape 2856"/>
        <p:cNvGrpSpPr/>
        <p:nvPr/>
      </p:nvGrpSpPr>
      <p:grpSpPr>
        <a:xfrm>
          <a:off x="0" y="0"/>
          <a:ext cx="0" cy="0"/>
          <a:chOff x="0" y="0"/>
          <a:chExt cx="0" cy="0"/>
        </a:xfrm>
      </p:grpSpPr>
      <p:sp>
        <p:nvSpPr>
          <p:cNvPr id="2857" name="Google Shape;2857;g3b499654e41_0_3351"/>
          <p:cNvSpPr txBox="1"/>
          <p:nvPr>
            <p:ph type="title"/>
          </p:nvPr>
        </p:nvSpPr>
        <p:spPr>
          <a:xfrm>
            <a:off x="793200" y="486550"/>
            <a:ext cx="61623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2600"/>
              <a:buNone/>
            </a:pPr>
            <a:r>
              <a:rPr b="1" lang="en" sz="1800">
                <a:latin typeface="Raleway"/>
                <a:ea typeface="Raleway"/>
                <a:cs typeface="Raleway"/>
                <a:sym typeface="Raleway"/>
              </a:rPr>
              <a:t>DATA PIPELINE: From Ontology to Supervised Training</a:t>
            </a:r>
            <a:endParaRPr b="1" sz="1800">
              <a:latin typeface="Raleway"/>
              <a:ea typeface="Raleway"/>
              <a:cs typeface="Raleway"/>
              <a:sym typeface="Raleway"/>
            </a:endParaRPr>
          </a:p>
          <a:p>
            <a:pPr indent="0" lvl="0" marL="0" rtl="0" algn="l">
              <a:lnSpc>
                <a:spcPct val="100000"/>
              </a:lnSpc>
              <a:spcBef>
                <a:spcPts val="400"/>
              </a:spcBef>
              <a:spcAft>
                <a:spcPts val="0"/>
              </a:spcAft>
              <a:buSzPts val="2600"/>
              <a:buNone/>
            </a:pPr>
            <a:r>
              <a:t/>
            </a:r>
            <a:endParaRPr sz="1800"/>
          </a:p>
        </p:txBody>
      </p:sp>
      <p:sp>
        <p:nvSpPr>
          <p:cNvPr id="2858" name="Google Shape;2858;g3b499654e41_0_3351"/>
          <p:cNvSpPr/>
          <p:nvPr/>
        </p:nvSpPr>
        <p:spPr>
          <a:xfrm>
            <a:off x="292050" y="1019825"/>
            <a:ext cx="4220400" cy="2629800"/>
          </a:xfrm>
          <a:prstGeom prst="rect">
            <a:avLst/>
          </a:prstGeom>
          <a:solidFill>
            <a:srgbClr val="46406B">
              <a:alpha val="298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accent2"/>
                </a:solidFill>
                <a:latin typeface="Raleway"/>
                <a:ea typeface="Raleway"/>
                <a:cs typeface="Raleway"/>
                <a:sym typeface="Raleway"/>
              </a:rPr>
              <a:t>ONTOLOGY STANDARDIZATION</a:t>
            </a:r>
            <a:endParaRPr b="1" sz="1500">
              <a:solidFill>
                <a:schemeClr val="accent2"/>
              </a:solidFill>
              <a:latin typeface="Raleway"/>
              <a:ea typeface="Raleway"/>
              <a:cs typeface="Raleway"/>
              <a:sym typeface="Raleway"/>
            </a:endParaRPr>
          </a:p>
          <a:p>
            <a:pPr indent="0" lvl="0" marL="0" rtl="0" algn="ctr">
              <a:spcBef>
                <a:spcPts val="1000"/>
              </a:spcBef>
              <a:spcAft>
                <a:spcPts val="0"/>
              </a:spcAft>
              <a:buNone/>
            </a:pPr>
            <a:r>
              <a:rPr lang="en" sz="1500">
                <a:solidFill>
                  <a:schemeClr val="lt1"/>
                </a:solidFill>
                <a:latin typeface="Raleway Medium"/>
                <a:ea typeface="Raleway Medium"/>
                <a:cs typeface="Raleway Medium"/>
                <a:sym typeface="Raleway Medium"/>
              </a:rPr>
              <a:t>P</a:t>
            </a:r>
            <a:r>
              <a:rPr lang="en">
                <a:solidFill>
                  <a:schemeClr val="lt1"/>
                </a:solidFill>
                <a:latin typeface="Raleway Medium"/>
                <a:ea typeface="Raleway Medium"/>
                <a:cs typeface="Raleway Medium"/>
                <a:sym typeface="Raleway Medium"/>
              </a:rPr>
              <a:t>rocess</a:t>
            </a:r>
            <a:r>
              <a:rPr b="1" lang="en">
                <a:solidFill>
                  <a:schemeClr val="lt1"/>
                </a:solidFill>
                <a:latin typeface="Raleway"/>
                <a:ea typeface="Raleway"/>
                <a:cs typeface="Raleway"/>
                <a:sym typeface="Raleway"/>
              </a:rPr>
              <a:t>:</a:t>
            </a:r>
            <a:r>
              <a:rPr lang="en">
                <a:solidFill>
                  <a:schemeClr val="dk1"/>
                </a:solidFill>
                <a:latin typeface="Raleway Medium"/>
                <a:ea typeface="Raleway Medium"/>
                <a:cs typeface="Raleway Medium"/>
                <a:sym typeface="Raleway Medium"/>
              </a:rPr>
              <a:t> Parses heterogeneous OWL/RDF files into a Unified View.</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rPr lang="en">
                <a:solidFill>
                  <a:schemeClr val="lt1"/>
                </a:solidFill>
                <a:latin typeface="Raleway Medium"/>
                <a:ea typeface="Raleway Medium"/>
                <a:cs typeface="Raleway Medium"/>
                <a:sym typeface="Raleway Medium"/>
              </a:rPr>
              <a:t>Normalization:</a:t>
            </a:r>
            <a:r>
              <a:rPr lang="en">
                <a:solidFill>
                  <a:schemeClr val="dk1"/>
                </a:solidFill>
                <a:latin typeface="Raleway Medium"/>
                <a:ea typeface="Raleway Medium"/>
                <a:cs typeface="Raleway Medium"/>
                <a:sym typeface="Raleway Medium"/>
              </a:rPr>
              <a:t> Maps diverse metadata (IRI, Labels, Synonyms, Definitions) into a standardized, ontology-agnostic schema.</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rPr lang="en">
                <a:solidFill>
                  <a:schemeClr val="lt1"/>
                </a:solidFill>
                <a:latin typeface="Raleway Medium"/>
                <a:ea typeface="Raleway Medium"/>
                <a:cs typeface="Raleway Medium"/>
                <a:sym typeface="Raleway Medium"/>
              </a:rPr>
              <a:t>Goal:</a:t>
            </a:r>
            <a:r>
              <a:rPr lang="en">
                <a:solidFill>
                  <a:schemeClr val="dk1"/>
                </a:solidFill>
                <a:latin typeface="Raleway Medium"/>
                <a:ea typeface="Raleway Medium"/>
                <a:cs typeface="Raleway Medium"/>
                <a:sym typeface="Raleway Medium"/>
              </a:rPr>
              <a:t> Ensures the model sees consistent input regardless of the source format.</a:t>
            </a:r>
            <a:endParaRPr b="1" sz="1500">
              <a:solidFill>
                <a:schemeClr val="lt1"/>
              </a:solidFill>
              <a:latin typeface="Raleway"/>
              <a:ea typeface="Raleway"/>
              <a:cs typeface="Raleway"/>
              <a:sym typeface="Raleway"/>
            </a:endParaRPr>
          </a:p>
        </p:txBody>
      </p:sp>
      <p:sp>
        <p:nvSpPr>
          <p:cNvPr id="2859" name="Google Shape;2859;g3b499654e41_0_3351"/>
          <p:cNvSpPr/>
          <p:nvPr/>
        </p:nvSpPr>
        <p:spPr>
          <a:xfrm>
            <a:off x="4631550" y="1019825"/>
            <a:ext cx="4220400" cy="2629800"/>
          </a:xfrm>
          <a:prstGeom prst="rect">
            <a:avLst/>
          </a:prstGeom>
          <a:solidFill>
            <a:srgbClr val="46406B">
              <a:alpha val="298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500">
              <a:solidFill>
                <a:schemeClr val="dk1"/>
              </a:solidFill>
              <a:latin typeface="Raleway"/>
              <a:ea typeface="Raleway"/>
              <a:cs typeface="Raleway"/>
              <a:sym typeface="Raleway"/>
            </a:endParaRPr>
          </a:p>
          <a:p>
            <a:pPr indent="0" lvl="0" marL="0" rtl="0" algn="ctr">
              <a:spcBef>
                <a:spcPts val="0"/>
              </a:spcBef>
              <a:spcAft>
                <a:spcPts val="0"/>
              </a:spcAft>
              <a:buNone/>
            </a:pPr>
            <a:r>
              <a:t/>
            </a:r>
            <a:endParaRPr b="1" sz="1500">
              <a:solidFill>
                <a:schemeClr val="dk1"/>
              </a:solidFill>
              <a:latin typeface="Raleway"/>
              <a:ea typeface="Raleway"/>
              <a:cs typeface="Raleway"/>
              <a:sym typeface="Raleway"/>
            </a:endParaRPr>
          </a:p>
          <a:p>
            <a:pPr indent="0" lvl="0" marL="0" rtl="0" algn="ctr">
              <a:spcBef>
                <a:spcPts val="0"/>
              </a:spcBef>
              <a:spcAft>
                <a:spcPts val="0"/>
              </a:spcAft>
              <a:buNone/>
            </a:pPr>
            <a:r>
              <a:rPr b="1" lang="en" sz="1500">
                <a:solidFill>
                  <a:schemeClr val="accent2"/>
                </a:solidFill>
                <a:latin typeface="Raleway"/>
                <a:ea typeface="Raleway"/>
                <a:cs typeface="Raleway"/>
                <a:sym typeface="Raleway"/>
              </a:rPr>
              <a:t>SUPERVISED DATASET CONSTRUCTION</a:t>
            </a:r>
            <a:endParaRPr b="1" sz="1500">
              <a:solidFill>
                <a:schemeClr val="accent2"/>
              </a:solidFill>
              <a:latin typeface="Raleway"/>
              <a:ea typeface="Raleway"/>
              <a:cs typeface="Raleway"/>
              <a:sym typeface="Raleway"/>
            </a:endParaRPr>
          </a:p>
          <a:p>
            <a:pPr indent="0" lvl="0" marL="0" rtl="0" algn="l">
              <a:lnSpc>
                <a:spcPct val="115000"/>
              </a:lnSpc>
              <a:spcBef>
                <a:spcPts val="1000"/>
              </a:spcBef>
              <a:spcAft>
                <a:spcPts val="0"/>
              </a:spcAft>
              <a:buNone/>
            </a:pPr>
            <a:r>
              <a:rPr lang="en">
                <a:solidFill>
                  <a:schemeClr val="lt1"/>
                </a:solidFill>
                <a:latin typeface="Raleway Medium"/>
                <a:ea typeface="Raleway Medium"/>
                <a:cs typeface="Raleway Medium"/>
                <a:sym typeface="Raleway Medium"/>
              </a:rPr>
              <a:t>Structure:</a:t>
            </a:r>
            <a:r>
              <a:rPr lang="en">
                <a:solidFill>
                  <a:schemeClr val="dk1"/>
                </a:solidFill>
                <a:latin typeface="Raleway Medium"/>
                <a:ea typeface="Raleway Medium"/>
                <a:cs typeface="Raleway Medium"/>
                <a:sym typeface="Raleway Medium"/>
              </a:rPr>
              <a:t> Converts data into pairwise samples </a:t>
            </a:r>
            <a:r>
              <a:rPr b="1" i="1" lang="en">
                <a:solidFill>
                  <a:schemeClr val="dk1"/>
                </a:solidFill>
                <a:latin typeface="Raleway"/>
                <a:ea typeface="Raleway"/>
                <a:cs typeface="Raleway"/>
                <a:sym typeface="Raleway"/>
              </a:rPr>
              <a:t>(Attribute, Concept, Label).</a:t>
            </a:r>
            <a:endParaRPr b="1" i="1">
              <a:solidFill>
                <a:schemeClr val="dk1"/>
              </a:solidFill>
              <a:latin typeface="Raleway"/>
              <a:ea typeface="Raleway"/>
              <a:cs typeface="Raleway"/>
              <a:sym typeface="Raleway"/>
            </a:endParaRPr>
          </a:p>
          <a:p>
            <a:pPr indent="0" lvl="0" marL="0" rtl="0" algn="l">
              <a:lnSpc>
                <a:spcPct val="115000"/>
              </a:lnSpc>
              <a:spcBef>
                <a:spcPts val="1000"/>
              </a:spcBef>
              <a:spcAft>
                <a:spcPts val="0"/>
              </a:spcAft>
              <a:buNone/>
            </a:pPr>
            <a:r>
              <a:rPr lang="en">
                <a:solidFill>
                  <a:schemeClr val="lt1"/>
                </a:solidFill>
                <a:latin typeface="Raleway Medium"/>
                <a:ea typeface="Raleway Medium"/>
                <a:cs typeface="Raleway Medium"/>
                <a:sym typeface="Raleway Medium"/>
              </a:rPr>
              <a:t>Positives:</a:t>
            </a:r>
            <a:r>
              <a:rPr lang="en">
                <a:solidFill>
                  <a:schemeClr val="dk1"/>
                </a:solidFill>
                <a:latin typeface="Raleway Medium"/>
                <a:ea typeface="Raleway Medium"/>
                <a:cs typeface="Raleway Medium"/>
                <a:sym typeface="Raleway Medium"/>
              </a:rPr>
              <a:t> Drawn from Gold Standard alignments.</a:t>
            </a:r>
            <a:endParaRPr>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a:solidFill>
                  <a:schemeClr val="lt1"/>
                </a:solidFill>
                <a:latin typeface="Raleway Medium"/>
                <a:ea typeface="Raleway Medium"/>
                <a:cs typeface="Raleway Medium"/>
                <a:sym typeface="Raleway Medium"/>
              </a:rPr>
              <a:t>Negatives:</a:t>
            </a:r>
            <a:endParaRPr>
              <a:solidFill>
                <a:schemeClr val="lt1"/>
              </a:solidFill>
              <a:latin typeface="Raleway Medium"/>
              <a:ea typeface="Raleway Medium"/>
              <a:cs typeface="Raleway Medium"/>
              <a:sym typeface="Raleway Medium"/>
            </a:endParaRPr>
          </a:p>
          <a:p>
            <a:pPr indent="-317500" lvl="0" marL="457200" rtl="0" algn="l">
              <a:lnSpc>
                <a:spcPct val="115000"/>
              </a:lnSpc>
              <a:spcBef>
                <a:spcPts val="0"/>
              </a:spcBef>
              <a:spcAft>
                <a:spcPts val="0"/>
              </a:spcAft>
              <a:buClr>
                <a:schemeClr val="dk1"/>
              </a:buClr>
              <a:buSzPts val="1400"/>
              <a:buFont typeface="Raleway Medium"/>
              <a:buChar char="-"/>
            </a:pPr>
            <a:r>
              <a:rPr b="1" i="1" lang="en">
                <a:solidFill>
                  <a:schemeClr val="dk1"/>
                </a:solidFill>
                <a:latin typeface="Raleway"/>
                <a:ea typeface="Raleway"/>
                <a:cs typeface="Raleway"/>
                <a:sym typeface="Raleway"/>
              </a:rPr>
              <a:t>Random</a:t>
            </a:r>
            <a:r>
              <a:rPr i="1" lang="en">
                <a:solidFill>
                  <a:schemeClr val="dk1"/>
                </a:solidFill>
                <a:latin typeface="Raleway Medium"/>
                <a:ea typeface="Raleway Medium"/>
                <a:cs typeface="Raleway Medium"/>
                <a:sym typeface="Raleway Medium"/>
              </a:rPr>
              <a:t>:</a:t>
            </a:r>
            <a:r>
              <a:rPr lang="en">
                <a:solidFill>
                  <a:schemeClr val="dk1"/>
                </a:solidFill>
                <a:latin typeface="Raleway Medium"/>
                <a:ea typeface="Raleway Medium"/>
                <a:cs typeface="Raleway Medium"/>
                <a:sym typeface="Raleway Medium"/>
              </a:rPr>
              <a:t> For broad coverage.</a:t>
            </a:r>
            <a:endParaRPr>
              <a:solidFill>
                <a:schemeClr val="dk1"/>
              </a:solidFill>
              <a:latin typeface="Raleway Medium"/>
              <a:ea typeface="Raleway Medium"/>
              <a:cs typeface="Raleway Medium"/>
              <a:sym typeface="Raleway Medium"/>
            </a:endParaRPr>
          </a:p>
          <a:p>
            <a:pPr indent="-317500" lvl="0" marL="457200" rtl="0" algn="l">
              <a:lnSpc>
                <a:spcPct val="115000"/>
              </a:lnSpc>
              <a:spcBef>
                <a:spcPts val="0"/>
              </a:spcBef>
              <a:spcAft>
                <a:spcPts val="0"/>
              </a:spcAft>
              <a:buClr>
                <a:schemeClr val="dk1"/>
              </a:buClr>
              <a:buSzPts val="1400"/>
              <a:buFont typeface="Raleway Medium"/>
              <a:buChar char="-"/>
            </a:pPr>
            <a:r>
              <a:rPr b="1" i="1" lang="en">
                <a:solidFill>
                  <a:schemeClr val="dk1"/>
                </a:solidFill>
                <a:latin typeface="Raleway"/>
                <a:ea typeface="Raleway"/>
                <a:cs typeface="Raleway"/>
                <a:sym typeface="Raleway"/>
              </a:rPr>
              <a:t>Hard Negatives</a:t>
            </a:r>
            <a:r>
              <a:rPr i="1" lang="en">
                <a:solidFill>
                  <a:schemeClr val="dk1"/>
                </a:solidFill>
                <a:latin typeface="Raleway Medium"/>
                <a:ea typeface="Raleway Medium"/>
                <a:cs typeface="Raleway Medium"/>
                <a:sym typeface="Raleway Medium"/>
              </a:rPr>
              <a:t>:</a:t>
            </a:r>
            <a:r>
              <a:rPr lang="en">
                <a:solidFill>
                  <a:schemeClr val="dk1"/>
                </a:solidFill>
                <a:latin typeface="Raleway Medium"/>
                <a:ea typeface="Raleway Medium"/>
                <a:cs typeface="Raleway Medium"/>
                <a:sym typeface="Raleway Medium"/>
              </a:rPr>
              <a:t> Mined from semantically close "near-miss" candidates.</a:t>
            </a:r>
            <a:endParaRPr sz="1500">
              <a:solidFill>
                <a:schemeClr val="dk1"/>
              </a:solidFill>
              <a:latin typeface="Raleway Medium"/>
              <a:ea typeface="Raleway Medium"/>
              <a:cs typeface="Raleway Medium"/>
              <a:sym typeface="Raleway Medium"/>
            </a:endParaRPr>
          </a:p>
          <a:p>
            <a:pPr indent="0" lvl="0" marL="0" rtl="0" algn="ctr">
              <a:spcBef>
                <a:spcPts val="1200"/>
              </a:spcBef>
              <a:spcAft>
                <a:spcPts val="0"/>
              </a:spcAft>
              <a:buNone/>
            </a:pPr>
            <a:r>
              <a:t/>
            </a:r>
            <a:endParaRPr b="1" sz="1500">
              <a:solidFill>
                <a:schemeClr val="dk1"/>
              </a:solidFill>
              <a:latin typeface="Raleway"/>
              <a:ea typeface="Raleway"/>
              <a:cs typeface="Raleway"/>
              <a:sym typeface="Raleway"/>
            </a:endParaRPr>
          </a:p>
        </p:txBody>
      </p:sp>
      <p:sp>
        <p:nvSpPr>
          <p:cNvPr id="2860" name="Google Shape;2860;g3b499654e41_0_3351"/>
          <p:cNvSpPr/>
          <p:nvPr/>
        </p:nvSpPr>
        <p:spPr>
          <a:xfrm>
            <a:off x="1224900" y="3838200"/>
            <a:ext cx="6694200" cy="1305300"/>
          </a:xfrm>
          <a:prstGeom prst="rect">
            <a:avLst/>
          </a:prstGeom>
          <a:noFill/>
          <a:ln>
            <a:noFill/>
          </a:ln>
        </p:spPr>
        <p:txBody>
          <a:bodyPr anchorCtr="0" anchor="t" bIns="91425" lIns="91425" spcFirstLastPara="1" rIns="91425" wrap="square" tIns="91425">
            <a:noAutofit/>
          </a:bodyPr>
          <a:lstStyle/>
          <a:p>
            <a:pPr indent="0" lvl="0" marL="0" marR="381000" rtl="0" algn="ctr">
              <a:lnSpc>
                <a:spcPct val="115000"/>
              </a:lnSpc>
              <a:spcBef>
                <a:spcPts val="0"/>
              </a:spcBef>
              <a:spcAft>
                <a:spcPts val="0"/>
              </a:spcAft>
              <a:buNone/>
            </a:pPr>
            <a:r>
              <a:rPr b="1" lang="en">
                <a:solidFill>
                  <a:schemeClr val="accent2"/>
                </a:solidFill>
                <a:latin typeface="Raleway"/>
                <a:ea typeface="Raleway"/>
                <a:cs typeface="Raleway"/>
                <a:sym typeface="Raleway"/>
              </a:rPr>
              <a:t>KEY OUTCOME</a:t>
            </a:r>
            <a:endParaRPr b="1">
              <a:solidFill>
                <a:schemeClr val="accent2"/>
              </a:solidFill>
              <a:latin typeface="Raleway"/>
              <a:ea typeface="Raleway"/>
              <a:cs typeface="Raleway"/>
              <a:sym typeface="Raleway"/>
            </a:endParaRPr>
          </a:p>
          <a:p>
            <a:pPr indent="0" lvl="0" marL="0" marR="381000" rtl="0" algn="ctr">
              <a:lnSpc>
                <a:spcPct val="115000"/>
              </a:lnSpc>
              <a:spcBef>
                <a:spcPts val="0"/>
              </a:spcBef>
              <a:spcAft>
                <a:spcPts val="0"/>
              </a:spcAft>
              <a:buNone/>
            </a:pPr>
            <a:r>
              <a:rPr lang="en" sz="1500">
                <a:solidFill>
                  <a:schemeClr val="lt1"/>
                </a:solidFill>
                <a:latin typeface="Raleway Medium"/>
                <a:ea typeface="Raleway Medium"/>
                <a:cs typeface="Raleway Medium"/>
                <a:sym typeface="Raleway Medium"/>
              </a:rPr>
              <a:t>Balanced Training Set: </a:t>
            </a:r>
            <a:r>
              <a:rPr lang="en" sz="1500">
                <a:solidFill>
                  <a:schemeClr val="dk1"/>
                </a:solidFill>
                <a:latin typeface="Raleway Medium"/>
                <a:ea typeface="Raleway Medium"/>
                <a:cs typeface="Raleway Medium"/>
                <a:sym typeface="Raleway Medium"/>
              </a:rPr>
              <a:t>The pipeline ensures a 1:1 ratio of positives to negatives, preventing class imbalance and forcing the model to learn fine-grained semantic distinctions.</a:t>
            </a:r>
            <a:endParaRPr sz="1500">
              <a:solidFill>
                <a:schemeClr val="dk1"/>
              </a:solidFill>
              <a:latin typeface="Raleway Medium"/>
              <a:ea typeface="Raleway Medium"/>
              <a:cs typeface="Raleway Medium"/>
              <a:sym typeface="Raleway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4" name="Shape 2864"/>
        <p:cNvGrpSpPr/>
        <p:nvPr/>
      </p:nvGrpSpPr>
      <p:grpSpPr>
        <a:xfrm>
          <a:off x="0" y="0"/>
          <a:ext cx="0" cy="0"/>
          <a:chOff x="0" y="0"/>
          <a:chExt cx="0" cy="0"/>
        </a:xfrm>
      </p:grpSpPr>
      <p:sp>
        <p:nvSpPr>
          <p:cNvPr id="2865" name="Google Shape;2865;g3b47ec10538_0_81"/>
          <p:cNvSpPr txBox="1"/>
          <p:nvPr>
            <p:ph type="title"/>
          </p:nvPr>
        </p:nvSpPr>
        <p:spPr>
          <a:xfrm>
            <a:off x="1136800" y="2325725"/>
            <a:ext cx="4384200" cy="989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2700"/>
              <a:t>EVALUATION &amp; RESULTS</a:t>
            </a:r>
            <a:endParaRPr sz="2700"/>
          </a:p>
        </p:txBody>
      </p:sp>
      <p:sp>
        <p:nvSpPr>
          <p:cNvPr id="2866" name="Google Shape;2866;g3b47ec10538_0_81"/>
          <p:cNvSpPr txBox="1"/>
          <p:nvPr>
            <p:ph idx="2" type="title"/>
          </p:nvPr>
        </p:nvSpPr>
        <p:spPr>
          <a:xfrm>
            <a:off x="5521000" y="2325725"/>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05</a:t>
            </a:r>
            <a:endParaRPr/>
          </a:p>
        </p:txBody>
      </p:sp>
      <p:sp>
        <p:nvSpPr>
          <p:cNvPr id="2867" name="Google Shape;2867;g3b47ec10538_0_81"/>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g3b47ec10538_0_81"/>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869" name="Google Shape;2869;g3b47ec10538_0_81"/>
          <p:cNvGrpSpPr/>
          <p:nvPr/>
        </p:nvGrpSpPr>
        <p:grpSpPr>
          <a:xfrm flipH="1" rot="10800000">
            <a:off x="7968643" y="3562069"/>
            <a:ext cx="681216" cy="3360486"/>
            <a:chOff x="1337800" y="-2525590"/>
            <a:chExt cx="1498167" cy="7390555"/>
          </a:xfrm>
        </p:grpSpPr>
        <p:cxnSp>
          <p:nvCxnSpPr>
            <p:cNvPr id="2870" name="Google Shape;2870;g3b47ec10538_0_81"/>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871" name="Google Shape;2871;g3b47ec10538_0_81"/>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872" name="Google Shape;2872;g3b47ec10538_0_8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73" name="Google Shape;2873;g3b47ec10538_0_81"/>
          <p:cNvGrpSpPr/>
          <p:nvPr/>
        </p:nvGrpSpPr>
        <p:grpSpPr>
          <a:xfrm flipH="1" rot="-5400000">
            <a:off x="70044" y="-592706"/>
            <a:ext cx="681216" cy="3360486"/>
            <a:chOff x="1337800" y="-2525590"/>
            <a:chExt cx="1498167" cy="7390555"/>
          </a:xfrm>
        </p:grpSpPr>
        <p:cxnSp>
          <p:nvCxnSpPr>
            <p:cNvPr id="2874" name="Google Shape;2874;g3b47ec10538_0_81"/>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875" name="Google Shape;2875;g3b47ec10538_0_81"/>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876" name="Google Shape;2876;g3b47ec10538_0_8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77" name="Google Shape;2877;g3b47ec10538_0_81"/>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sm" w="sm" type="none"/>
            <a:tailEnd len="sm" w="sm" type="none"/>
          </a:ln>
        </p:spPr>
      </p:sp>
      <p:grpSp>
        <p:nvGrpSpPr>
          <p:cNvPr id="2878" name="Google Shape;2878;g3b47ec10538_0_81"/>
          <p:cNvGrpSpPr/>
          <p:nvPr/>
        </p:nvGrpSpPr>
        <p:grpSpPr>
          <a:xfrm>
            <a:off x="7221623" y="1260360"/>
            <a:ext cx="1160061" cy="523162"/>
            <a:chOff x="7221623" y="1260360"/>
            <a:chExt cx="1160061" cy="523162"/>
          </a:xfrm>
        </p:grpSpPr>
        <p:sp>
          <p:nvSpPr>
            <p:cNvPr id="2879" name="Google Shape;2879;g3b47ec10538_0_81"/>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g3b47ec10538_0_81"/>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g3b47ec10538_0_81"/>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5" name="Shape 2885"/>
        <p:cNvGrpSpPr/>
        <p:nvPr/>
      </p:nvGrpSpPr>
      <p:grpSpPr>
        <a:xfrm>
          <a:off x="0" y="0"/>
          <a:ext cx="0" cy="0"/>
          <a:chOff x="0" y="0"/>
          <a:chExt cx="0" cy="0"/>
        </a:xfrm>
      </p:grpSpPr>
      <p:sp>
        <p:nvSpPr>
          <p:cNvPr id="2886" name="Google Shape;2886;g3b4a8032e18_0_139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2600"/>
              <a:buFont typeface="Arial"/>
              <a:buNone/>
            </a:pPr>
            <a:r>
              <a:rPr b="1" lang="en" sz="1800">
                <a:latin typeface="Raleway"/>
                <a:ea typeface="Raleway"/>
                <a:cs typeface="Raleway"/>
                <a:sym typeface="Raleway"/>
              </a:rPr>
              <a:t>EVALUATION SETUP &amp; METRICS</a:t>
            </a:r>
            <a:endParaRPr/>
          </a:p>
        </p:txBody>
      </p:sp>
      <p:sp>
        <p:nvSpPr>
          <p:cNvPr id="2887" name="Google Shape;2887;g3b4a8032e18_0_1393"/>
          <p:cNvSpPr/>
          <p:nvPr/>
        </p:nvSpPr>
        <p:spPr>
          <a:xfrm>
            <a:off x="286900" y="1556375"/>
            <a:ext cx="2093400" cy="917100"/>
          </a:xfrm>
          <a:prstGeom prst="round2DiagRect">
            <a:avLst>
              <a:gd fmla="val 16667" name="adj1"/>
              <a:gd fmla="val 0" name="adj2"/>
            </a:avLst>
          </a:prstGeom>
          <a:solidFill>
            <a:srgbClr val="46406B">
              <a:alpha val="29803"/>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chemeClr val="accent2"/>
                </a:solidFill>
                <a:latin typeface="Raleway"/>
                <a:ea typeface="Raleway"/>
                <a:cs typeface="Raleway"/>
                <a:sym typeface="Raleway"/>
              </a:rPr>
              <a:t>ENVO-SWEE</a:t>
            </a:r>
            <a:r>
              <a:rPr b="1" lang="en" sz="1500">
                <a:solidFill>
                  <a:schemeClr val="accent2"/>
                </a:solidFill>
                <a:latin typeface="Raleway"/>
                <a:ea typeface="Raleway"/>
                <a:cs typeface="Raleway"/>
                <a:sym typeface="Raleway"/>
              </a:rPr>
              <a:t>T</a:t>
            </a:r>
            <a:endParaRPr b="1" sz="1500">
              <a:solidFill>
                <a:schemeClr val="accent2"/>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1500"/>
              <a:buFont typeface="Arial"/>
              <a:buNone/>
            </a:pPr>
            <a:r>
              <a:rPr lang="en">
                <a:solidFill>
                  <a:schemeClr val="dk1"/>
                </a:solidFill>
                <a:latin typeface="Raleway Medium"/>
                <a:ea typeface="Raleway Medium"/>
                <a:cs typeface="Raleway Medium"/>
                <a:sym typeface="Raleway Medium"/>
              </a:rPr>
              <a:t>Primary Benchmark &amp; Tuning</a:t>
            </a:r>
            <a:endParaRPr>
              <a:solidFill>
                <a:schemeClr val="dk1"/>
              </a:solidFill>
              <a:latin typeface="Raleway Medium"/>
              <a:ea typeface="Raleway Medium"/>
              <a:cs typeface="Raleway Medium"/>
              <a:sym typeface="Raleway Medium"/>
            </a:endParaRPr>
          </a:p>
        </p:txBody>
      </p:sp>
      <p:sp>
        <p:nvSpPr>
          <p:cNvPr id="2888" name="Google Shape;2888;g3b4a8032e18_0_1393"/>
          <p:cNvSpPr/>
          <p:nvPr/>
        </p:nvSpPr>
        <p:spPr>
          <a:xfrm>
            <a:off x="286900" y="2934150"/>
            <a:ext cx="2093400" cy="917100"/>
          </a:xfrm>
          <a:prstGeom prst="round2DiagRect">
            <a:avLst>
              <a:gd fmla="val 16667" name="adj1"/>
              <a:gd fmla="val 0" name="adj2"/>
            </a:avLst>
          </a:prstGeom>
          <a:solidFill>
            <a:srgbClr val="46406B">
              <a:alpha val="29803"/>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500">
                <a:solidFill>
                  <a:schemeClr val="accent2"/>
                </a:solidFill>
                <a:latin typeface="Raleway"/>
                <a:ea typeface="Raleway"/>
                <a:cs typeface="Raleway"/>
                <a:sym typeface="Raleway"/>
              </a:rPr>
              <a:t>FLOPO-TO</a:t>
            </a:r>
            <a:endParaRPr b="1" sz="1500">
              <a:solidFill>
                <a:schemeClr val="accent2"/>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1500"/>
              <a:buFont typeface="Arial"/>
              <a:buNone/>
            </a:pPr>
            <a:r>
              <a:rPr lang="en">
                <a:solidFill>
                  <a:schemeClr val="dk1"/>
                </a:solidFill>
                <a:latin typeface="Raleway Medium"/>
                <a:ea typeface="Raleway Medium"/>
                <a:cs typeface="Raleway Medium"/>
                <a:sym typeface="Raleway Medium"/>
              </a:rPr>
              <a:t>Unseen Domain: Biodiversity</a:t>
            </a:r>
            <a:endParaRPr>
              <a:solidFill>
                <a:schemeClr val="dk1"/>
              </a:solidFill>
              <a:latin typeface="Raleway Medium"/>
              <a:ea typeface="Raleway Medium"/>
              <a:cs typeface="Raleway Medium"/>
              <a:sym typeface="Raleway Medium"/>
            </a:endParaRPr>
          </a:p>
        </p:txBody>
      </p:sp>
      <p:sp>
        <p:nvSpPr>
          <p:cNvPr id="2889" name="Google Shape;2889;g3b4a8032e18_0_1393"/>
          <p:cNvSpPr txBox="1"/>
          <p:nvPr/>
        </p:nvSpPr>
        <p:spPr>
          <a:xfrm>
            <a:off x="2974300" y="1975500"/>
            <a:ext cx="2223600" cy="1377900"/>
          </a:xfrm>
          <a:prstGeom prst="rect">
            <a:avLst/>
          </a:prstGeom>
          <a:solidFill>
            <a:srgbClr val="00CADA">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1200"/>
              </a:spcBef>
              <a:spcAft>
                <a:spcPts val="0"/>
              </a:spcAft>
              <a:buClr>
                <a:srgbClr val="000000"/>
              </a:buClr>
              <a:buSzPts val="1200"/>
              <a:buFont typeface="Arial"/>
              <a:buNone/>
            </a:pPr>
            <a:r>
              <a:rPr b="1" lang="en" sz="1500">
                <a:solidFill>
                  <a:schemeClr val="dk1"/>
                </a:solidFill>
                <a:latin typeface="Raleway"/>
                <a:ea typeface="Raleway"/>
                <a:cs typeface="Raleway"/>
                <a:sym typeface="Raleway"/>
              </a:rPr>
              <a:t>SUPERVISED DATASET</a:t>
            </a:r>
            <a:endParaRPr b="1" sz="1500">
              <a:solidFill>
                <a:schemeClr val="dk1"/>
              </a:solidFill>
              <a:latin typeface="Raleway"/>
              <a:ea typeface="Raleway"/>
              <a:cs typeface="Raleway"/>
              <a:sym typeface="Raleway"/>
            </a:endParaRPr>
          </a:p>
          <a:p>
            <a:pPr indent="0" lvl="0" marL="0" marR="0" rtl="0" algn="ctr">
              <a:lnSpc>
                <a:spcPct val="100000"/>
              </a:lnSpc>
              <a:spcBef>
                <a:spcPts val="1000"/>
              </a:spcBef>
              <a:spcAft>
                <a:spcPts val="0"/>
              </a:spcAft>
              <a:buClr>
                <a:srgbClr val="000000"/>
              </a:buClr>
              <a:buSzPts val="1200"/>
              <a:buFont typeface="Arial"/>
              <a:buNone/>
            </a:pPr>
            <a:r>
              <a:rPr b="1" lang="en">
                <a:solidFill>
                  <a:schemeClr val="dk1"/>
                </a:solidFill>
                <a:latin typeface="Raleway"/>
                <a:ea typeface="Raleway"/>
                <a:cs typeface="Raleway"/>
                <a:sym typeface="Raleway"/>
              </a:rPr>
              <a:t>Positives</a:t>
            </a:r>
            <a:r>
              <a:rPr lang="en">
                <a:solidFill>
                  <a:schemeClr val="dk1"/>
                </a:solidFill>
                <a:latin typeface="Raleway Medium"/>
                <a:ea typeface="Raleway Medium"/>
                <a:cs typeface="Raleway Medium"/>
                <a:sym typeface="Raleway Medium"/>
              </a:rPr>
              <a:t>: Reference Alignments</a:t>
            </a:r>
            <a:endParaRPr>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200"/>
              <a:buFont typeface="Arial"/>
              <a:buNone/>
            </a:pPr>
            <a:r>
              <a:rPr b="1" lang="en">
                <a:solidFill>
                  <a:schemeClr val="dk1"/>
                </a:solidFill>
                <a:latin typeface="Raleway"/>
                <a:ea typeface="Raleway"/>
                <a:cs typeface="Raleway"/>
                <a:sym typeface="Raleway"/>
              </a:rPr>
              <a:t>Negatives</a:t>
            </a:r>
            <a:r>
              <a:rPr lang="en">
                <a:solidFill>
                  <a:schemeClr val="dk1"/>
                </a:solidFill>
                <a:latin typeface="Raleway Medium"/>
                <a:ea typeface="Raleway Medium"/>
                <a:cs typeface="Raleway Medium"/>
                <a:sym typeface="Raleway Medium"/>
              </a:rPr>
              <a:t>: Random + Hard Negatives</a:t>
            </a:r>
            <a:endParaRPr>
              <a:solidFill>
                <a:schemeClr val="dk1"/>
              </a:solidFill>
              <a:latin typeface="Raleway Medium"/>
              <a:ea typeface="Raleway Medium"/>
              <a:cs typeface="Raleway Medium"/>
              <a:sym typeface="Raleway Medium"/>
            </a:endParaRPr>
          </a:p>
        </p:txBody>
      </p:sp>
      <p:sp>
        <p:nvSpPr>
          <p:cNvPr id="2890" name="Google Shape;2890;g3b4a8032e18_0_1393"/>
          <p:cNvSpPr/>
          <p:nvPr/>
        </p:nvSpPr>
        <p:spPr>
          <a:xfrm>
            <a:off x="6011950" y="974038"/>
            <a:ext cx="2494200" cy="1007100"/>
          </a:xfrm>
          <a:prstGeom prst="round2DiagRect">
            <a:avLst>
              <a:gd fmla="val 16667" name="adj1"/>
              <a:gd fmla="val 0" name="adj2"/>
            </a:avLst>
          </a:prstGeom>
          <a:solidFill>
            <a:srgbClr val="46406B">
              <a:alpha val="2980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600">
                <a:solidFill>
                  <a:schemeClr val="lt1"/>
                </a:solidFill>
                <a:latin typeface="Raleway"/>
                <a:ea typeface="Raleway"/>
                <a:cs typeface="Raleway"/>
                <a:sym typeface="Raleway"/>
              </a:rPr>
              <a:t>Hits@K</a:t>
            </a:r>
            <a:endParaRPr b="1" sz="1600">
              <a:solidFill>
                <a:schemeClr val="lt1"/>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1500"/>
              <a:buFont typeface="Arial"/>
              <a:buNone/>
            </a:pPr>
            <a:r>
              <a:rPr lang="en" sz="1300">
                <a:solidFill>
                  <a:schemeClr val="dk1"/>
                </a:solidFill>
                <a:latin typeface="Raleway Medium"/>
                <a:ea typeface="Raleway Medium"/>
                <a:cs typeface="Raleway Medium"/>
                <a:sym typeface="Raleway Medium"/>
              </a:rPr>
              <a:t>Retrieval Recall </a:t>
            </a:r>
            <a:endParaRPr sz="1300">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500"/>
              <a:buFont typeface="Arial"/>
              <a:buNone/>
            </a:pPr>
            <a:r>
              <a:rPr lang="en" sz="1300">
                <a:solidFill>
                  <a:schemeClr val="dk1"/>
                </a:solidFill>
                <a:latin typeface="Raleway Medium"/>
                <a:ea typeface="Raleway Medium"/>
                <a:cs typeface="Raleway Medium"/>
                <a:sym typeface="Raleway Medium"/>
              </a:rPr>
              <a:t>(Is the correct answer in the shortlist?)</a:t>
            </a:r>
            <a:endParaRPr sz="1300">
              <a:solidFill>
                <a:schemeClr val="dk1"/>
              </a:solidFill>
              <a:latin typeface="Raleway Medium"/>
              <a:ea typeface="Raleway Medium"/>
              <a:cs typeface="Raleway Medium"/>
              <a:sym typeface="Raleway Medium"/>
            </a:endParaRPr>
          </a:p>
        </p:txBody>
      </p:sp>
      <p:sp>
        <p:nvSpPr>
          <p:cNvPr id="2891" name="Google Shape;2891;g3b4a8032e18_0_1393"/>
          <p:cNvSpPr/>
          <p:nvPr/>
        </p:nvSpPr>
        <p:spPr>
          <a:xfrm>
            <a:off x="6011950" y="2160888"/>
            <a:ext cx="2494200" cy="1007100"/>
          </a:xfrm>
          <a:prstGeom prst="round2DiagRect">
            <a:avLst>
              <a:gd fmla="val 16667" name="adj1"/>
              <a:gd fmla="val 0" name="adj2"/>
            </a:avLst>
          </a:prstGeom>
          <a:solidFill>
            <a:srgbClr val="46406B">
              <a:alpha val="2980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600">
                <a:solidFill>
                  <a:schemeClr val="lt1"/>
                </a:solidFill>
                <a:latin typeface="Raleway"/>
                <a:ea typeface="Raleway"/>
                <a:cs typeface="Raleway"/>
                <a:sym typeface="Raleway"/>
              </a:rPr>
              <a:t>Precision@1</a:t>
            </a:r>
            <a:endParaRPr b="1" sz="1600">
              <a:solidFill>
                <a:schemeClr val="lt1"/>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1500"/>
              <a:buFont typeface="Arial"/>
              <a:buNone/>
            </a:pPr>
            <a:r>
              <a:rPr lang="en" sz="1300">
                <a:solidFill>
                  <a:schemeClr val="dk1"/>
                </a:solidFill>
                <a:latin typeface="Raleway Medium"/>
                <a:ea typeface="Raleway Medium"/>
                <a:cs typeface="Raleway Medium"/>
                <a:sym typeface="Raleway Medium"/>
              </a:rPr>
              <a:t>Automation Utility</a:t>
            </a:r>
            <a:endParaRPr sz="1300">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500"/>
              <a:buFont typeface="Arial"/>
              <a:buNone/>
            </a:pPr>
            <a:r>
              <a:rPr lang="en" sz="1300">
                <a:solidFill>
                  <a:schemeClr val="dk1"/>
                </a:solidFill>
                <a:latin typeface="Raleway Medium"/>
                <a:ea typeface="Raleway Medium"/>
                <a:cs typeface="Raleway Medium"/>
                <a:sym typeface="Raleway Medium"/>
              </a:rPr>
              <a:t> (Is the top prediction correct?)</a:t>
            </a:r>
            <a:endParaRPr sz="1300">
              <a:solidFill>
                <a:schemeClr val="dk1"/>
              </a:solidFill>
              <a:latin typeface="Raleway Medium"/>
              <a:ea typeface="Raleway Medium"/>
              <a:cs typeface="Raleway Medium"/>
              <a:sym typeface="Raleway Medium"/>
            </a:endParaRPr>
          </a:p>
        </p:txBody>
      </p:sp>
      <p:sp>
        <p:nvSpPr>
          <p:cNvPr id="2892" name="Google Shape;2892;g3b4a8032e18_0_1393"/>
          <p:cNvSpPr/>
          <p:nvPr/>
        </p:nvSpPr>
        <p:spPr>
          <a:xfrm>
            <a:off x="6011950" y="3347738"/>
            <a:ext cx="2494200" cy="1007100"/>
          </a:xfrm>
          <a:prstGeom prst="round2DiagRect">
            <a:avLst>
              <a:gd fmla="val 16667" name="adj1"/>
              <a:gd fmla="val 0" name="adj2"/>
            </a:avLst>
          </a:prstGeom>
          <a:solidFill>
            <a:srgbClr val="46406B">
              <a:alpha val="2980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600">
                <a:solidFill>
                  <a:schemeClr val="lt1"/>
                </a:solidFill>
                <a:latin typeface="Raleway"/>
                <a:ea typeface="Raleway"/>
                <a:cs typeface="Raleway"/>
                <a:sym typeface="Raleway"/>
              </a:rPr>
              <a:t>MRR</a:t>
            </a:r>
            <a:endParaRPr b="1" sz="1600">
              <a:solidFill>
                <a:schemeClr val="lt1"/>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1500"/>
              <a:buFont typeface="Arial"/>
              <a:buNone/>
            </a:pPr>
            <a:r>
              <a:rPr lang="en" sz="1300">
                <a:solidFill>
                  <a:schemeClr val="dk1"/>
                </a:solidFill>
                <a:latin typeface="Raleway Medium"/>
                <a:ea typeface="Raleway Medium"/>
                <a:cs typeface="Raleway Medium"/>
                <a:sym typeface="Raleway Medium"/>
              </a:rPr>
              <a:t>Ranking Quality </a:t>
            </a:r>
            <a:endParaRPr sz="1300">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500"/>
              <a:buFont typeface="Arial"/>
              <a:buNone/>
            </a:pPr>
            <a:r>
              <a:rPr lang="en" sz="1300">
                <a:solidFill>
                  <a:schemeClr val="dk1"/>
                </a:solidFill>
                <a:latin typeface="Raleway Medium"/>
                <a:ea typeface="Raleway Medium"/>
                <a:cs typeface="Raleway Medium"/>
                <a:sym typeface="Raleway Medium"/>
              </a:rPr>
              <a:t>(How high is the correct match?)</a:t>
            </a:r>
            <a:endParaRPr sz="1300">
              <a:solidFill>
                <a:schemeClr val="dk1"/>
              </a:solidFill>
              <a:latin typeface="Raleway Medium"/>
              <a:ea typeface="Raleway Medium"/>
              <a:cs typeface="Raleway Medium"/>
              <a:sym typeface="Raleway Medium"/>
            </a:endParaRPr>
          </a:p>
        </p:txBody>
      </p:sp>
      <p:cxnSp>
        <p:nvCxnSpPr>
          <p:cNvPr id="2893" name="Google Shape;2893;g3b4a8032e18_0_1393"/>
          <p:cNvCxnSpPr>
            <a:stCxn id="2887" idx="0"/>
            <a:endCxn id="2889" idx="1"/>
          </p:cNvCxnSpPr>
          <p:nvPr/>
        </p:nvCxnSpPr>
        <p:spPr>
          <a:xfrm>
            <a:off x="2380300" y="2014925"/>
            <a:ext cx="594000" cy="649500"/>
          </a:xfrm>
          <a:prstGeom prst="straightConnector1">
            <a:avLst/>
          </a:prstGeom>
          <a:noFill/>
          <a:ln cap="flat" cmpd="sng" w="19050">
            <a:solidFill>
              <a:schemeClr val="dk1"/>
            </a:solidFill>
            <a:prstDash val="solid"/>
            <a:round/>
            <a:headEnd len="med" w="med" type="none"/>
            <a:tailEnd len="med" w="med" type="triangle"/>
          </a:ln>
        </p:spPr>
      </p:cxnSp>
      <p:cxnSp>
        <p:nvCxnSpPr>
          <p:cNvPr id="2894" name="Google Shape;2894;g3b4a8032e18_0_1393"/>
          <p:cNvCxnSpPr>
            <a:stCxn id="2888" idx="0"/>
            <a:endCxn id="2889" idx="1"/>
          </p:cNvCxnSpPr>
          <p:nvPr/>
        </p:nvCxnSpPr>
        <p:spPr>
          <a:xfrm flipH="1" rot="10800000">
            <a:off x="2380300" y="2664300"/>
            <a:ext cx="594000" cy="728400"/>
          </a:xfrm>
          <a:prstGeom prst="straightConnector1">
            <a:avLst/>
          </a:prstGeom>
          <a:noFill/>
          <a:ln cap="flat" cmpd="sng" w="19050">
            <a:solidFill>
              <a:schemeClr val="dk1"/>
            </a:solidFill>
            <a:prstDash val="solid"/>
            <a:round/>
            <a:headEnd len="med" w="med" type="none"/>
            <a:tailEnd len="med" w="med" type="triangle"/>
          </a:ln>
        </p:spPr>
      </p:cxnSp>
      <p:cxnSp>
        <p:nvCxnSpPr>
          <p:cNvPr id="2895" name="Google Shape;2895;g3b4a8032e18_0_1393"/>
          <p:cNvCxnSpPr>
            <a:stCxn id="2889" idx="3"/>
            <a:endCxn id="2890" idx="2"/>
          </p:cNvCxnSpPr>
          <p:nvPr/>
        </p:nvCxnSpPr>
        <p:spPr>
          <a:xfrm flipH="1" rot="10800000">
            <a:off x="5197900" y="1477650"/>
            <a:ext cx="814200" cy="1186800"/>
          </a:xfrm>
          <a:prstGeom prst="straightConnector1">
            <a:avLst/>
          </a:prstGeom>
          <a:noFill/>
          <a:ln cap="flat" cmpd="sng" w="19050">
            <a:solidFill>
              <a:schemeClr val="dk1"/>
            </a:solidFill>
            <a:prstDash val="solid"/>
            <a:round/>
            <a:headEnd len="med" w="med" type="none"/>
            <a:tailEnd len="med" w="med" type="triangle"/>
          </a:ln>
        </p:spPr>
      </p:cxnSp>
      <p:cxnSp>
        <p:nvCxnSpPr>
          <p:cNvPr id="2896" name="Google Shape;2896;g3b4a8032e18_0_1393"/>
          <p:cNvCxnSpPr>
            <a:stCxn id="2889" idx="3"/>
            <a:endCxn id="2891" idx="2"/>
          </p:cNvCxnSpPr>
          <p:nvPr/>
        </p:nvCxnSpPr>
        <p:spPr>
          <a:xfrm>
            <a:off x="5197900" y="2664450"/>
            <a:ext cx="814200" cy="0"/>
          </a:xfrm>
          <a:prstGeom prst="straightConnector1">
            <a:avLst/>
          </a:prstGeom>
          <a:noFill/>
          <a:ln cap="flat" cmpd="sng" w="19050">
            <a:solidFill>
              <a:schemeClr val="dk1"/>
            </a:solidFill>
            <a:prstDash val="solid"/>
            <a:round/>
            <a:headEnd len="med" w="med" type="none"/>
            <a:tailEnd len="med" w="med" type="triangle"/>
          </a:ln>
        </p:spPr>
      </p:cxnSp>
      <p:cxnSp>
        <p:nvCxnSpPr>
          <p:cNvPr id="2897" name="Google Shape;2897;g3b4a8032e18_0_1393"/>
          <p:cNvCxnSpPr>
            <a:stCxn id="2889" idx="3"/>
            <a:endCxn id="2892" idx="2"/>
          </p:cNvCxnSpPr>
          <p:nvPr/>
        </p:nvCxnSpPr>
        <p:spPr>
          <a:xfrm>
            <a:off x="5197900" y="2664450"/>
            <a:ext cx="814200" cy="1186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1" name="Shape 2901"/>
        <p:cNvGrpSpPr/>
        <p:nvPr/>
      </p:nvGrpSpPr>
      <p:grpSpPr>
        <a:xfrm>
          <a:off x="0" y="0"/>
          <a:ext cx="0" cy="0"/>
          <a:chOff x="0" y="0"/>
          <a:chExt cx="0" cy="0"/>
        </a:xfrm>
      </p:grpSpPr>
      <p:sp>
        <p:nvSpPr>
          <p:cNvPr id="2902" name="Google Shape;2902;g3b4a8032e18_0_139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2600"/>
              <a:buFont typeface="Arial"/>
              <a:buNone/>
            </a:pPr>
            <a:r>
              <a:rPr b="1" lang="en" sz="1800">
                <a:latin typeface="Raleway"/>
                <a:ea typeface="Raleway"/>
                <a:cs typeface="Raleway"/>
                <a:sym typeface="Raleway"/>
              </a:rPr>
              <a:t>MODEL SCREENING &amp; SELECTION</a:t>
            </a:r>
            <a:endParaRPr/>
          </a:p>
        </p:txBody>
      </p:sp>
      <p:grpSp>
        <p:nvGrpSpPr>
          <p:cNvPr id="2903" name="Google Shape;2903;g3b4a8032e18_0_1399"/>
          <p:cNvGrpSpPr/>
          <p:nvPr/>
        </p:nvGrpSpPr>
        <p:grpSpPr>
          <a:xfrm>
            <a:off x="2470564" y="1251174"/>
            <a:ext cx="4730286" cy="1196552"/>
            <a:chOff x="3913765" y="3997002"/>
            <a:chExt cx="1522804" cy="395463"/>
          </a:xfrm>
        </p:grpSpPr>
        <p:grpSp>
          <p:nvGrpSpPr>
            <p:cNvPr id="2904" name="Google Shape;2904;g3b4a8032e18_0_1399"/>
            <p:cNvGrpSpPr/>
            <p:nvPr/>
          </p:nvGrpSpPr>
          <p:grpSpPr>
            <a:xfrm>
              <a:off x="3913765" y="4138659"/>
              <a:ext cx="507602" cy="253806"/>
              <a:chOff x="3913765" y="4138659"/>
              <a:chExt cx="507602" cy="253806"/>
            </a:xfrm>
          </p:grpSpPr>
          <p:sp>
            <p:nvSpPr>
              <p:cNvPr id="2905" name="Google Shape;2905;g3b4a8032e18_0_1399"/>
              <p:cNvSpPr/>
              <p:nvPr/>
            </p:nvSpPr>
            <p:spPr>
              <a:xfrm>
                <a:off x="3913765" y="4138659"/>
                <a:ext cx="507602" cy="50764"/>
              </a:xfrm>
              <a:custGeom>
                <a:rect b="b" l="l" r="r" t="t"/>
                <a:pathLst>
                  <a:path extrusionOk="0" fill="none" h="9502" w="95012">
                    <a:moveTo>
                      <a:pt x="95011" y="1"/>
                    </a:moveTo>
                    <a:lnTo>
                      <a:pt x="23755" y="1"/>
                    </a:lnTo>
                    <a:lnTo>
                      <a:pt x="1" y="9501"/>
                    </a:lnTo>
                    <a:lnTo>
                      <a:pt x="95011" y="9501"/>
                    </a:lnTo>
                    <a:close/>
                  </a:path>
                </a:pathLst>
              </a:custGeom>
              <a:noFill/>
              <a:ln cap="flat" cmpd="sng" w="29750">
                <a:solidFill>
                  <a:srgbClr val="A5B7C5"/>
                </a:solidFill>
                <a:prstDash val="solid"/>
                <a:round/>
                <a:headEnd len="sm" w="sm" type="none"/>
                <a:tailEnd len="sm" w="sm" type="none"/>
              </a:ln>
            </p:spPr>
            <p:txBody>
              <a:bodyPr anchorCtr="0" anchor="ctr" bIns="285750" lIns="285750" spcFirstLastPara="1" rIns="285750" wrap="square" tIns="285750">
                <a:noAutofit/>
              </a:bodyPr>
              <a:lstStyle/>
              <a:p>
                <a:pPr indent="0" lvl="0" marL="0" marR="0" rtl="0" algn="l">
                  <a:lnSpc>
                    <a:spcPct val="100000"/>
                  </a:lnSpc>
                  <a:spcBef>
                    <a:spcPts val="0"/>
                  </a:spcBef>
                  <a:spcAft>
                    <a:spcPts val="0"/>
                  </a:spcAft>
                  <a:buClr>
                    <a:srgbClr val="000000"/>
                  </a:buClr>
                  <a:buSzPts val="1546"/>
                  <a:buFont typeface="Arial"/>
                  <a:buNone/>
                </a:pPr>
                <a:r>
                  <a:t/>
                </a:r>
                <a:endParaRPr b="0" i="0" sz="1546" u="none" cap="none" strike="noStrike">
                  <a:solidFill>
                    <a:srgbClr val="000000"/>
                  </a:solidFill>
                  <a:latin typeface="Arial"/>
                  <a:ea typeface="Arial"/>
                  <a:cs typeface="Arial"/>
                  <a:sym typeface="Arial"/>
                </a:endParaRPr>
              </a:p>
            </p:txBody>
          </p:sp>
          <p:sp>
            <p:nvSpPr>
              <p:cNvPr id="2906" name="Google Shape;2906;g3b4a8032e18_0_1399"/>
              <p:cNvSpPr/>
              <p:nvPr/>
            </p:nvSpPr>
            <p:spPr>
              <a:xfrm>
                <a:off x="3913765" y="4189418"/>
                <a:ext cx="507602" cy="203047"/>
              </a:xfrm>
              <a:custGeom>
                <a:rect b="b" l="l" r="r" t="t"/>
                <a:pathLst>
                  <a:path extrusionOk="0" fill="none" h="38006" w="95012">
                    <a:moveTo>
                      <a:pt x="1" y="0"/>
                    </a:moveTo>
                    <a:lnTo>
                      <a:pt x="1" y="38005"/>
                    </a:lnTo>
                    <a:lnTo>
                      <a:pt x="95011" y="38005"/>
                    </a:lnTo>
                    <a:lnTo>
                      <a:pt x="95011" y="38005"/>
                    </a:lnTo>
                    <a:lnTo>
                      <a:pt x="95011" y="0"/>
                    </a:lnTo>
                    <a:close/>
                  </a:path>
                </a:pathLst>
              </a:custGeom>
              <a:noFill/>
              <a:ln cap="flat" cmpd="sng" w="29750">
                <a:solidFill>
                  <a:srgbClr val="869FB1"/>
                </a:solidFill>
                <a:prstDash val="solid"/>
                <a:miter lim="2676"/>
                <a:headEnd len="sm" w="sm" type="none"/>
                <a:tailEnd len="sm" w="sm" type="none"/>
              </a:ln>
            </p:spPr>
            <p:txBody>
              <a:bodyPr anchorCtr="0" anchor="ctr" bIns="285750" lIns="285750" spcFirstLastPara="1" rIns="285750" wrap="square" tIns="285750">
                <a:noAutofit/>
              </a:bodyPr>
              <a:lstStyle/>
              <a:p>
                <a:pPr indent="0" lvl="0" marL="0" marR="0" rtl="0" algn="l">
                  <a:lnSpc>
                    <a:spcPct val="100000"/>
                  </a:lnSpc>
                  <a:spcBef>
                    <a:spcPts val="0"/>
                  </a:spcBef>
                  <a:spcAft>
                    <a:spcPts val="0"/>
                  </a:spcAft>
                  <a:buClr>
                    <a:srgbClr val="000000"/>
                  </a:buClr>
                  <a:buSzPts val="4375"/>
                  <a:buFont typeface="Arial"/>
                  <a:buNone/>
                </a:pPr>
                <a:r>
                  <a:rPr b="0" i="0" lang="en" sz="4374" u="none" cap="none" strike="noStrike">
                    <a:solidFill>
                      <a:srgbClr val="000000"/>
                    </a:solidFill>
                    <a:latin typeface="Arial"/>
                    <a:ea typeface="Arial"/>
                    <a:cs typeface="Arial"/>
                    <a:sym typeface="Arial"/>
                  </a:rPr>
                  <a:t>     </a:t>
                </a:r>
                <a:endParaRPr b="0" i="0" sz="4374" u="none" cap="none" strike="noStrike">
                  <a:solidFill>
                    <a:srgbClr val="000000"/>
                  </a:solidFill>
                  <a:latin typeface="Arial"/>
                  <a:ea typeface="Arial"/>
                  <a:cs typeface="Arial"/>
                  <a:sym typeface="Arial"/>
                </a:endParaRPr>
              </a:p>
            </p:txBody>
          </p:sp>
        </p:grpSp>
        <p:grpSp>
          <p:nvGrpSpPr>
            <p:cNvPr id="2907" name="Google Shape;2907;g3b4a8032e18_0_1399"/>
            <p:cNvGrpSpPr/>
            <p:nvPr/>
          </p:nvGrpSpPr>
          <p:grpSpPr>
            <a:xfrm>
              <a:off x="4421361" y="3997002"/>
              <a:ext cx="507618" cy="395463"/>
              <a:chOff x="4421361" y="3997002"/>
              <a:chExt cx="507618" cy="395463"/>
            </a:xfrm>
          </p:grpSpPr>
          <p:sp>
            <p:nvSpPr>
              <p:cNvPr id="2908" name="Google Shape;2908;g3b4a8032e18_0_1399"/>
              <p:cNvSpPr/>
              <p:nvPr/>
            </p:nvSpPr>
            <p:spPr>
              <a:xfrm>
                <a:off x="4421361" y="3997002"/>
                <a:ext cx="507618" cy="50759"/>
              </a:xfrm>
              <a:custGeom>
                <a:rect b="b" l="l" r="r" t="t"/>
                <a:pathLst>
                  <a:path extrusionOk="0" fill="none" h="9501" w="95015">
                    <a:moveTo>
                      <a:pt x="71260" y="0"/>
                    </a:moveTo>
                    <a:lnTo>
                      <a:pt x="23755" y="0"/>
                    </a:lnTo>
                    <a:lnTo>
                      <a:pt x="0" y="9501"/>
                    </a:lnTo>
                    <a:lnTo>
                      <a:pt x="95014" y="9501"/>
                    </a:lnTo>
                    <a:close/>
                  </a:path>
                </a:pathLst>
              </a:custGeom>
              <a:noFill/>
              <a:ln cap="sq" cmpd="sng" w="29750">
                <a:solidFill>
                  <a:srgbClr val="A5B7C5"/>
                </a:solidFill>
                <a:prstDash val="solid"/>
                <a:round/>
                <a:headEnd len="sm" w="sm" type="none"/>
                <a:tailEnd len="sm" w="sm" type="none"/>
              </a:ln>
            </p:spPr>
            <p:txBody>
              <a:bodyPr anchorCtr="0" anchor="ctr" bIns="285750" lIns="285750" spcFirstLastPara="1" rIns="285750" wrap="square" tIns="285750">
                <a:noAutofit/>
              </a:bodyPr>
              <a:lstStyle/>
              <a:p>
                <a:pPr indent="0" lvl="0" marL="0" marR="0" rtl="0" algn="l">
                  <a:lnSpc>
                    <a:spcPct val="100000"/>
                  </a:lnSpc>
                  <a:spcBef>
                    <a:spcPts val="0"/>
                  </a:spcBef>
                  <a:spcAft>
                    <a:spcPts val="0"/>
                  </a:spcAft>
                  <a:buClr>
                    <a:srgbClr val="000000"/>
                  </a:buClr>
                  <a:buSzPts val="1546"/>
                  <a:buFont typeface="Arial"/>
                  <a:buNone/>
                </a:pPr>
                <a:r>
                  <a:t/>
                </a:r>
                <a:endParaRPr b="0" i="0" sz="1546" u="none" cap="none" strike="noStrike">
                  <a:solidFill>
                    <a:srgbClr val="000000"/>
                  </a:solidFill>
                  <a:latin typeface="Arial"/>
                  <a:ea typeface="Arial"/>
                  <a:cs typeface="Arial"/>
                  <a:sym typeface="Arial"/>
                </a:endParaRPr>
              </a:p>
            </p:txBody>
          </p:sp>
          <p:sp>
            <p:nvSpPr>
              <p:cNvPr id="2909" name="Google Shape;2909;g3b4a8032e18_0_1399"/>
              <p:cNvSpPr/>
              <p:nvPr/>
            </p:nvSpPr>
            <p:spPr>
              <a:xfrm>
                <a:off x="4421361" y="4047756"/>
                <a:ext cx="507618" cy="344709"/>
              </a:xfrm>
              <a:custGeom>
                <a:rect b="b" l="l" r="r" t="t"/>
                <a:pathLst>
                  <a:path extrusionOk="0" fill="none" h="64522" w="95015">
                    <a:moveTo>
                      <a:pt x="0" y="1"/>
                    </a:moveTo>
                    <a:lnTo>
                      <a:pt x="0" y="64521"/>
                    </a:lnTo>
                    <a:lnTo>
                      <a:pt x="95014" y="64521"/>
                    </a:lnTo>
                    <a:lnTo>
                      <a:pt x="95014" y="35846"/>
                    </a:lnTo>
                    <a:lnTo>
                      <a:pt x="95014" y="35846"/>
                    </a:lnTo>
                    <a:lnTo>
                      <a:pt x="95014" y="26286"/>
                    </a:lnTo>
                    <a:lnTo>
                      <a:pt x="95014" y="1"/>
                    </a:lnTo>
                    <a:close/>
                  </a:path>
                </a:pathLst>
              </a:custGeom>
              <a:noFill/>
              <a:ln cap="flat" cmpd="sng" w="29750">
                <a:solidFill>
                  <a:srgbClr val="DBE2E7"/>
                </a:solidFill>
                <a:prstDash val="solid"/>
                <a:miter lim="2676"/>
                <a:headEnd len="sm" w="sm" type="none"/>
                <a:tailEnd len="sm" w="sm" type="none"/>
              </a:ln>
            </p:spPr>
            <p:txBody>
              <a:bodyPr anchorCtr="0" anchor="ctr" bIns="285750" lIns="285750" spcFirstLastPara="1" rIns="285750" wrap="square" tIns="285750">
                <a:noAutofit/>
              </a:bodyPr>
              <a:lstStyle/>
              <a:p>
                <a:pPr indent="0" lvl="0" marL="0" marR="0" rtl="0" algn="l">
                  <a:lnSpc>
                    <a:spcPct val="100000"/>
                  </a:lnSpc>
                  <a:spcBef>
                    <a:spcPts val="0"/>
                  </a:spcBef>
                  <a:spcAft>
                    <a:spcPts val="0"/>
                  </a:spcAft>
                  <a:buClr>
                    <a:srgbClr val="000000"/>
                  </a:buClr>
                  <a:buSzPts val="1289"/>
                  <a:buFont typeface="Arial"/>
                  <a:buNone/>
                </a:pPr>
                <a:r>
                  <a:t/>
                </a:r>
                <a:endParaRPr b="0" i="0" sz="1288" u="none" cap="none" strike="noStrike">
                  <a:solidFill>
                    <a:srgbClr val="000000"/>
                  </a:solidFill>
                  <a:latin typeface="Arial"/>
                  <a:ea typeface="Arial"/>
                  <a:cs typeface="Arial"/>
                  <a:sym typeface="Arial"/>
                </a:endParaRPr>
              </a:p>
            </p:txBody>
          </p:sp>
        </p:grpSp>
        <p:grpSp>
          <p:nvGrpSpPr>
            <p:cNvPr id="2910" name="Google Shape;2910;g3b4a8032e18_0_1399"/>
            <p:cNvGrpSpPr/>
            <p:nvPr/>
          </p:nvGrpSpPr>
          <p:grpSpPr>
            <a:xfrm>
              <a:off x="4928973" y="4189418"/>
              <a:ext cx="507596" cy="203047"/>
              <a:chOff x="4928973" y="4189418"/>
              <a:chExt cx="507596" cy="203047"/>
            </a:xfrm>
          </p:grpSpPr>
          <p:sp>
            <p:nvSpPr>
              <p:cNvPr id="2911" name="Google Shape;2911;g3b4a8032e18_0_1399"/>
              <p:cNvSpPr/>
              <p:nvPr/>
            </p:nvSpPr>
            <p:spPr>
              <a:xfrm>
                <a:off x="4928973" y="4189418"/>
                <a:ext cx="507596" cy="50759"/>
              </a:xfrm>
              <a:custGeom>
                <a:rect b="b" l="l" r="r" t="t"/>
                <a:pathLst>
                  <a:path extrusionOk="0" fill="none" h="9501" w="95011">
                    <a:moveTo>
                      <a:pt x="95011" y="9501"/>
                    </a:moveTo>
                    <a:lnTo>
                      <a:pt x="71260" y="0"/>
                    </a:lnTo>
                    <a:lnTo>
                      <a:pt x="0" y="0"/>
                    </a:lnTo>
                    <a:lnTo>
                      <a:pt x="0" y="9501"/>
                    </a:lnTo>
                    <a:close/>
                  </a:path>
                </a:pathLst>
              </a:custGeom>
              <a:noFill/>
              <a:ln cap="flat" cmpd="sng" w="29750">
                <a:solidFill>
                  <a:srgbClr val="A5B7C5"/>
                </a:solidFill>
                <a:prstDash val="solid"/>
                <a:round/>
                <a:headEnd len="sm" w="sm" type="none"/>
                <a:tailEnd len="sm" w="sm" type="none"/>
              </a:ln>
            </p:spPr>
            <p:txBody>
              <a:bodyPr anchorCtr="0" anchor="ctr" bIns="285750" lIns="285750" spcFirstLastPara="1" rIns="285750" wrap="square" tIns="285750">
                <a:noAutofit/>
              </a:bodyPr>
              <a:lstStyle/>
              <a:p>
                <a:pPr indent="0" lvl="0" marL="0" marR="0" rtl="0" algn="l">
                  <a:lnSpc>
                    <a:spcPct val="100000"/>
                  </a:lnSpc>
                  <a:spcBef>
                    <a:spcPts val="0"/>
                  </a:spcBef>
                  <a:spcAft>
                    <a:spcPts val="0"/>
                  </a:spcAft>
                  <a:buClr>
                    <a:srgbClr val="000000"/>
                  </a:buClr>
                  <a:buSzPts val="1546"/>
                  <a:buFont typeface="Arial"/>
                  <a:buNone/>
                </a:pPr>
                <a:r>
                  <a:t/>
                </a:r>
                <a:endParaRPr b="0" i="0" sz="1546" u="none" cap="none" strike="noStrike">
                  <a:solidFill>
                    <a:srgbClr val="000000"/>
                  </a:solidFill>
                  <a:latin typeface="Arial"/>
                  <a:ea typeface="Arial"/>
                  <a:cs typeface="Arial"/>
                  <a:sym typeface="Arial"/>
                </a:endParaRPr>
              </a:p>
            </p:txBody>
          </p:sp>
          <p:sp>
            <p:nvSpPr>
              <p:cNvPr id="2912" name="Google Shape;2912;g3b4a8032e18_0_1399"/>
              <p:cNvSpPr/>
              <p:nvPr/>
            </p:nvSpPr>
            <p:spPr>
              <a:xfrm>
                <a:off x="4928973" y="4240172"/>
                <a:ext cx="507596" cy="152293"/>
              </a:xfrm>
              <a:custGeom>
                <a:rect b="b" l="l" r="r" t="t"/>
                <a:pathLst>
                  <a:path extrusionOk="0" fill="none" h="28506" w="95011">
                    <a:moveTo>
                      <a:pt x="0" y="28505"/>
                    </a:moveTo>
                    <a:lnTo>
                      <a:pt x="0" y="28505"/>
                    </a:lnTo>
                    <a:lnTo>
                      <a:pt x="95011" y="28505"/>
                    </a:lnTo>
                    <a:lnTo>
                      <a:pt x="95011" y="1"/>
                    </a:lnTo>
                    <a:lnTo>
                      <a:pt x="0" y="1"/>
                    </a:lnTo>
                    <a:close/>
                  </a:path>
                </a:pathLst>
              </a:custGeom>
              <a:noFill/>
              <a:ln cap="flat" cmpd="sng" w="29750">
                <a:solidFill>
                  <a:srgbClr val="869FB1"/>
                </a:solidFill>
                <a:prstDash val="solid"/>
                <a:miter lim="2676"/>
                <a:headEnd len="sm" w="sm" type="none"/>
                <a:tailEnd len="sm" w="sm" type="none"/>
              </a:ln>
            </p:spPr>
            <p:txBody>
              <a:bodyPr anchorCtr="0" anchor="ctr" bIns="285750" lIns="285750" spcFirstLastPara="1" rIns="285750" wrap="square" tIns="285750">
                <a:noAutofit/>
              </a:bodyPr>
              <a:lstStyle/>
              <a:p>
                <a:pPr indent="0" lvl="0" marL="0" marR="0" rtl="0" algn="l">
                  <a:lnSpc>
                    <a:spcPct val="100000"/>
                  </a:lnSpc>
                  <a:spcBef>
                    <a:spcPts val="0"/>
                  </a:spcBef>
                  <a:spcAft>
                    <a:spcPts val="0"/>
                  </a:spcAft>
                  <a:buClr>
                    <a:srgbClr val="000000"/>
                  </a:buClr>
                  <a:buSzPts val="1546"/>
                  <a:buFont typeface="Arial"/>
                  <a:buNone/>
                </a:pPr>
                <a:r>
                  <a:t/>
                </a:r>
                <a:endParaRPr b="0" i="0" sz="1546" u="none" cap="none" strike="noStrike">
                  <a:solidFill>
                    <a:srgbClr val="000000"/>
                  </a:solidFill>
                  <a:latin typeface="Arial"/>
                  <a:ea typeface="Arial"/>
                  <a:cs typeface="Arial"/>
                  <a:sym typeface="Arial"/>
                </a:endParaRPr>
              </a:p>
            </p:txBody>
          </p:sp>
        </p:grpSp>
      </p:grpSp>
      <p:sp>
        <p:nvSpPr>
          <p:cNvPr id="2913" name="Google Shape;2913;g3b4a8032e18_0_1399"/>
          <p:cNvSpPr txBox="1"/>
          <p:nvPr/>
        </p:nvSpPr>
        <p:spPr>
          <a:xfrm>
            <a:off x="4260765" y="1017725"/>
            <a:ext cx="11499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500" u="none" cap="none" strike="noStrike">
                <a:solidFill>
                  <a:schemeClr val="lt1"/>
                </a:solidFill>
                <a:latin typeface="Raleway"/>
                <a:ea typeface="Raleway"/>
                <a:cs typeface="Raleway"/>
                <a:sym typeface="Raleway"/>
              </a:rPr>
              <a:t>SciBERT</a:t>
            </a:r>
            <a:endParaRPr b="1" i="0" sz="1500" u="none" cap="none" strike="noStrike">
              <a:solidFill>
                <a:schemeClr val="lt1"/>
              </a:solidFill>
              <a:latin typeface="Raleway"/>
              <a:ea typeface="Raleway"/>
              <a:cs typeface="Raleway"/>
              <a:sym typeface="Raleway"/>
            </a:endParaRPr>
          </a:p>
        </p:txBody>
      </p:sp>
      <p:sp>
        <p:nvSpPr>
          <p:cNvPr id="2914" name="Google Shape;2914;g3b4a8032e18_0_1399"/>
          <p:cNvSpPr txBox="1"/>
          <p:nvPr/>
        </p:nvSpPr>
        <p:spPr>
          <a:xfrm>
            <a:off x="2607525" y="1409075"/>
            <a:ext cx="14652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u="none" cap="none" strike="noStrike">
                <a:solidFill>
                  <a:schemeClr val="dk1"/>
                </a:solidFill>
                <a:latin typeface="Raleway"/>
                <a:ea typeface="Raleway"/>
                <a:cs typeface="Raleway"/>
                <a:sym typeface="Raleway"/>
              </a:rPr>
              <a:t>PubMedBERT</a:t>
            </a:r>
            <a:endParaRPr i="0" u="none" cap="none" strike="noStrike">
              <a:solidFill>
                <a:schemeClr val="dk1"/>
              </a:solidFill>
              <a:latin typeface="Raleway"/>
              <a:ea typeface="Raleway"/>
              <a:cs typeface="Raleway"/>
              <a:sym typeface="Raleway"/>
            </a:endParaRPr>
          </a:p>
        </p:txBody>
      </p:sp>
      <p:sp>
        <p:nvSpPr>
          <p:cNvPr id="2915" name="Google Shape;2915;g3b4a8032e18_0_1399"/>
          <p:cNvSpPr txBox="1"/>
          <p:nvPr/>
        </p:nvSpPr>
        <p:spPr>
          <a:xfrm>
            <a:off x="5702813" y="1620413"/>
            <a:ext cx="11499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400" u="none" cap="none" strike="noStrike">
                <a:solidFill>
                  <a:schemeClr val="dk1"/>
                </a:solidFill>
                <a:latin typeface="Raleway"/>
                <a:ea typeface="Raleway"/>
                <a:cs typeface="Raleway"/>
                <a:sym typeface="Raleway"/>
              </a:rPr>
              <a:t>BERT_base</a:t>
            </a:r>
            <a:endParaRPr i="0" sz="1400" u="none" cap="none" strike="noStrike">
              <a:solidFill>
                <a:schemeClr val="dk1"/>
              </a:solidFill>
              <a:latin typeface="Raleway"/>
              <a:ea typeface="Raleway"/>
              <a:cs typeface="Raleway"/>
              <a:sym typeface="Raleway"/>
            </a:endParaRPr>
          </a:p>
        </p:txBody>
      </p:sp>
      <p:sp>
        <p:nvSpPr>
          <p:cNvPr id="2916" name="Google Shape;2916;g3b4a8032e18_0_1399"/>
          <p:cNvSpPr txBox="1"/>
          <p:nvPr/>
        </p:nvSpPr>
        <p:spPr>
          <a:xfrm>
            <a:off x="2452550" y="1853825"/>
            <a:ext cx="14652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Raleway Medium"/>
                <a:ea typeface="Raleway Medium"/>
                <a:cs typeface="Raleway Medium"/>
                <a:sym typeface="Raleway Medium"/>
              </a:rPr>
              <a:t>60% Precision</a:t>
            </a:r>
            <a:endParaRPr sz="1200">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Raleway Medium"/>
                <a:ea typeface="Raleway Medium"/>
                <a:cs typeface="Raleway Medium"/>
                <a:sym typeface="Raleway Medium"/>
              </a:rPr>
              <a:t>Good Recall, lower Precision</a:t>
            </a:r>
            <a:endParaRPr sz="1200">
              <a:solidFill>
                <a:schemeClr val="dk1"/>
              </a:solidFill>
              <a:latin typeface="Raleway Medium"/>
              <a:ea typeface="Raleway Medium"/>
              <a:cs typeface="Raleway Medium"/>
              <a:sym typeface="Raleway Medium"/>
            </a:endParaRPr>
          </a:p>
        </p:txBody>
      </p:sp>
      <p:sp>
        <p:nvSpPr>
          <p:cNvPr id="2917" name="Google Shape;2917;g3b4a8032e18_0_1399"/>
          <p:cNvSpPr txBox="1"/>
          <p:nvPr/>
        </p:nvSpPr>
        <p:spPr>
          <a:xfrm>
            <a:off x="4020838" y="1511825"/>
            <a:ext cx="1465200" cy="778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Raleway Medium"/>
                <a:ea typeface="Raleway Medium"/>
                <a:cs typeface="Raleway Medium"/>
                <a:sym typeface="Raleway Medium"/>
              </a:rPr>
              <a:t>62% Precision</a:t>
            </a:r>
            <a:endParaRPr sz="1300">
              <a:solidFill>
                <a:schemeClr val="dk1"/>
              </a:solidFill>
              <a:latin typeface="Raleway Medium"/>
              <a:ea typeface="Raleway Medium"/>
              <a:cs typeface="Raleway Medium"/>
              <a:sym typeface="Raleway Medium"/>
            </a:endParaRPr>
          </a:p>
          <a:p>
            <a:pPr indent="0" lvl="0" marL="0" marR="0" rtl="0" algn="ctr">
              <a:lnSpc>
                <a:spcPct val="100000"/>
              </a:lnSpc>
              <a:spcBef>
                <a:spcPts val="1000"/>
              </a:spcBef>
              <a:spcAft>
                <a:spcPts val="0"/>
              </a:spcAft>
              <a:buClr>
                <a:srgbClr val="000000"/>
              </a:buClr>
              <a:buSzPts val="1200"/>
              <a:buFont typeface="Arial"/>
              <a:buNone/>
            </a:pPr>
            <a:r>
              <a:rPr lang="en" sz="1300">
                <a:solidFill>
                  <a:schemeClr val="dk1"/>
                </a:solidFill>
                <a:latin typeface="Raleway Medium"/>
                <a:ea typeface="Raleway Medium"/>
                <a:cs typeface="Raleway Medium"/>
                <a:sym typeface="Raleway Medium"/>
              </a:rPr>
              <a:t>Winner: Best Ranking</a:t>
            </a:r>
            <a:endParaRPr sz="1300">
              <a:solidFill>
                <a:schemeClr val="dk1"/>
              </a:solidFill>
              <a:latin typeface="Raleway Medium"/>
              <a:ea typeface="Raleway Medium"/>
              <a:cs typeface="Raleway Medium"/>
              <a:sym typeface="Raleway Medium"/>
            </a:endParaRPr>
          </a:p>
        </p:txBody>
      </p:sp>
      <p:sp>
        <p:nvSpPr>
          <p:cNvPr id="2918" name="Google Shape;2918;g3b4a8032e18_0_1399"/>
          <p:cNvSpPr txBox="1"/>
          <p:nvPr/>
        </p:nvSpPr>
        <p:spPr>
          <a:xfrm>
            <a:off x="5486050" y="2001025"/>
            <a:ext cx="1821000" cy="44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Raleway Medium"/>
                <a:ea typeface="Raleway Medium"/>
                <a:cs typeface="Raleway Medium"/>
                <a:sym typeface="Raleway Medium"/>
              </a:rPr>
              <a:t>58% Precision</a:t>
            </a:r>
            <a:endParaRPr sz="1200">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Raleway Medium"/>
                <a:ea typeface="Raleway Medium"/>
                <a:cs typeface="Raleway Medium"/>
                <a:sym typeface="Raleway Medium"/>
              </a:rPr>
              <a:t>Baseline Performance</a:t>
            </a:r>
            <a:endParaRPr sz="1200">
              <a:solidFill>
                <a:schemeClr val="dk1"/>
              </a:solidFill>
              <a:latin typeface="Raleway Medium"/>
              <a:ea typeface="Raleway Medium"/>
              <a:cs typeface="Raleway Medium"/>
              <a:sym typeface="Raleway Medium"/>
            </a:endParaRPr>
          </a:p>
        </p:txBody>
      </p:sp>
      <p:sp>
        <p:nvSpPr>
          <p:cNvPr id="2919" name="Google Shape;2919;g3b4a8032e18_0_1399"/>
          <p:cNvSpPr txBox="1"/>
          <p:nvPr/>
        </p:nvSpPr>
        <p:spPr>
          <a:xfrm>
            <a:off x="792400" y="2681175"/>
            <a:ext cx="7922100" cy="778800"/>
          </a:xfrm>
          <a:prstGeom prst="rect">
            <a:avLst/>
          </a:prstGeom>
          <a:solidFill>
            <a:srgbClr val="46406B">
              <a:alpha val="29800"/>
            </a:srgbClr>
          </a:solidFill>
          <a:ln cap="flat" cmpd="sng" w="28575">
            <a:solidFill>
              <a:srgbClr val="46406B"/>
            </a:solidFill>
            <a:prstDash val="solid"/>
            <a:round/>
            <a:headEnd len="sm" w="sm" type="none"/>
            <a:tailEnd len="sm" w="sm" type="none"/>
          </a:ln>
        </p:spPr>
        <p:txBody>
          <a:bodyPr anchorCtr="0" anchor="ctr" bIns="91425" lIns="91425" spcFirstLastPara="1" rIns="91425" wrap="square" tIns="91425">
            <a:noAutofit/>
          </a:bodyPr>
          <a:lstStyle/>
          <a:p>
            <a:pPr indent="0" lvl="0" marL="139700" marR="0" rtl="0" algn="ctr">
              <a:lnSpc>
                <a:spcPct val="115000"/>
              </a:lnSpc>
              <a:spcBef>
                <a:spcPts val="0"/>
              </a:spcBef>
              <a:spcAft>
                <a:spcPts val="0"/>
              </a:spcAft>
              <a:buClr>
                <a:srgbClr val="000000"/>
              </a:buClr>
              <a:buSzPts val="1400"/>
              <a:buFont typeface="Arial"/>
              <a:buNone/>
            </a:pPr>
            <a:r>
              <a:rPr b="1" lang="en" sz="1500">
                <a:solidFill>
                  <a:schemeClr val="lt1"/>
                </a:solidFill>
                <a:latin typeface="Raleway"/>
                <a:ea typeface="Raleway"/>
                <a:cs typeface="Raleway"/>
                <a:sym typeface="Raleway"/>
              </a:rPr>
              <a:t>The Insight: </a:t>
            </a:r>
            <a:r>
              <a:rPr lang="en" sz="1500">
                <a:solidFill>
                  <a:schemeClr val="dk1"/>
                </a:solidFill>
                <a:latin typeface="Raleway Medium"/>
                <a:ea typeface="Raleway Medium"/>
                <a:cs typeface="Raleway Medium"/>
                <a:sym typeface="Raleway Medium"/>
              </a:rPr>
              <a:t>All models were equally good at </a:t>
            </a:r>
            <a:r>
              <a:rPr i="1" lang="en" sz="1500">
                <a:solidFill>
                  <a:schemeClr val="dk1"/>
                </a:solidFill>
                <a:latin typeface="Raleway Medium"/>
                <a:ea typeface="Raleway Medium"/>
                <a:cs typeface="Raleway Medium"/>
                <a:sym typeface="Raleway Medium"/>
              </a:rPr>
              <a:t>finding</a:t>
            </a:r>
            <a:r>
              <a:rPr lang="en" sz="1500">
                <a:solidFill>
                  <a:schemeClr val="dk1"/>
                </a:solidFill>
                <a:latin typeface="Raleway Medium"/>
                <a:ea typeface="Raleway Medium"/>
                <a:cs typeface="Raleway Medium"/>
                <a:sym typeface="Raleway Medium"/>
              </a:rPr>
              <a:t> candidates (Recall ∼ 70%), but SciBERT achieved the highest Precision@1 and MRR, indicating a stronger ability to rank the correct concept at the top.</a:t>
            </a:r>
            <a:endParaRPr sz="1500">
              <a:solidFill>
                <a:schemeClr val="dk1"/>
              </a:solidFill>
              <a:latin typeface="Raleway Medium"/>
              <a:ea typeface="Raleway Medium"/>
              <a:cs typeface="Raleway Medium"/>
              <a:sym typeface="Raleway Medium"/>
            </a:endParaRPr>
          </a:p>
        </p:txBody>
      </p:sp>
      <p:sp>
        <p:nvSpPr>
          <p:cNvPr id="2920" name="Google Shape;2920;g3b4a8032e18_0_1399"/>
          <p:cNvSpPr txBox="1"/>
          <p:nvPr/>
        </p:nvSpPr>
        <p:spPr>
          <a:xfrm>
            <a:off x="792400" y="3608975"/>
            <a:ext cx="7922100" cy="1009800"/>
          </a:xfrm>
          <a:prstGeom prst="rect">
            <a:avLst/>
          </a:prstGeom>
          <a:solidFill>
            <a:srgbClr val="46406B">
              <a:alpha val="29800"/>
            </a:srgbClr>
          </a:solidFill>
          <a:ln cap="flat" cmpd="sng" w="28575">
            <a:solidFill>
              <a:srgbClr val="46406B"/>
            </a:solidFill>
            <a:prstDash val="solid"/>
            <a:round/>
            <a:headEnd len="sm" w="sm" type="none"/>
            <a:tailEnd len="sm" w="sm" type="none"/>
          </a:ln>
        </p:spPr>
        <p:txBody>
          <a:bodyPr anchorCtr="0" anchor="ctr" bIns="91425" lIns="91425" spcFirstLastPara="1" rIns="91425" wrap="square" tIns="91425">
            <a:noAutofit/>
          </a:bodyPr>
          <a:lstStyle/>
          <a:p>
            <a:pPr indent="0" lvl="0" marL="139700" marR="0" rtl="0" algn="ctr">
              <a:lnSpc>
                <a:spcPct val="115000"/>
              </a:lnSpc>
              <a:spcBef>
                <a:spcPts val="0"/>
              </a:spcBef>
              <a:spcAft>
                <a:spcPts val="0"/>
              </a:spcAft>
              <a:buClr>
                <a:srgbClr val="000000"/>
              </a:buClr>
              <a:buSzPts val="1400"/>
              <a:buFont typeface="Arial"/>
              <a:buNone/>
            </a:pPr>
            <a:r>
              <a:rPr b="1" lang="en" sz="1500">
                <a:solidFill>
                  <a:schemeClr val="lt1"/>
                </a:solidFill>
                <a:latin typeface="Raleway"/>
                <a:ea typeface="Raleway"/>
                <a:cs typeface="Raleway"/>
                <a:sym typeface="Raleway"/>
              </a:rPr>
              <a:t>The Reason:</a:t>
            </a:r>
            <a:r>
              <a:rPr lang="en" sz="1500">
                <a:solidFill>
                  <a:schemeClr val="dk1"/>
                </a:solidFill>
                <a:latin typeface="Raleway Medium"/>
                <a:ea typeface="Raleway Medium"/>
                <a:cs typeface="Raleway Medium"/>
                <a:sym typeface="Raleway Medium"/>
              </a:rPr>
              <a:t> While both models are trained on scientific papers, SciBERT covers a broader range of domains, whereas PubMedBERT is strictly biomedical. This wider scope gave SciBERT a slight edge in handling the mixed terminology of our dataset.</a:t>
            </a:r>
            <a:endParaRPr sz="1500">
              <a:solidFill>
                <a:schemeClr val="dk1"/>
              </a:solidFill>
              <a:latin typeface="Raleway Medium"/>
              <a:ea typeface="Raleway Medium"/>
              <a:cs typeface="Raleway Medium"/>
              <a:sym typeface="Raleway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4" name="Shape 2924"/>
        <p:cNvGrpSpPr/>
        <p:nvPr/>
      </p:nvGrpSpPr>
      <p:grpSpPr>
        <a:xfrm>
          <a:off x="0" y="0"/>
          <a:ext cx="0" cy="0"/>
          <a:chOff x="0" y="0"/>
          <a:chExt cx="0" cy="0"/>
        </a:xfrm>
      </p:grpSpPr>
      <p:sp>
        <p:nvSpPr>
          <p:cNvPr id="2925" name="Google Shape;2925;g3b4a8032e18_0_1414"/>
          <p:cNvSpPr txBox="1"/>
          <p:nvPr>
            <p:ph type="title"/>
          </p:nvPr>
        </p:nvSpPr>
        <p:spPr>
          <a:xfrm>
            <a:off x="720000" y="445025"/>
            <a:ext cx="47103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2600"/>
              <a:buFont typeface="Arial"/>
              <a:buNone/>
            </a:pPr>
            <a:r>
              <a:rPr b="1" lang="en" sz="1800">
                <a:latin typeface="Raleway"/>
                <a:ea typeface="Raleway"/>
                <a:cs typeface="Raleway"/>
                <a:sym typeface="Raleway"/>
              </a:rPr>
              <a:t>BASELINES &amp; EVALUATION CONVENTION</a:t>
            </a:r>
            <a:endParaRPr/>
          </a:p>
        </p:txBody>
      </p:sp>
      <p:sp>
        <p:nvSpPr>
          <p:cNvPr id="2926" name="Google Shape;2926;g3b4a8032e18_0_1414"/>
          <p:cNvSpPr/>
          <p:nvPr/>
        </p:nvSpPr>
        <p:spPr>
          <a:xfrm>
            <a:off x="8406300" y="155475"/>
            <a:ext cx="469200" cy="422700"/>
          </a:xfrm>
          <a:prstGeom prst="ellipse">
            <a:avLst/>
          </a:prstGeom>
          <a:solidFill>
            <a:srgbClr val="869F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Raleway"/>
                <a:ea typeface="Raleway"/>
                <a:cs typeface="Raleway"/>
                <a:sym typeface="Raleway"/>
              </a:rPr>
              <a:t>H1</a:t>
            </a:r>
            <a:endParaRPr b="0" i="0" sz="800" u="none" cap="none" strike="noStrike">
              <a:solidFill>
                <a:schemeClr val="dk1"/>
              </a:solidFill>
              <a:latin typeface="Raleway"/>
              <a:ea typeface="Raleway"/>
              <a:cs typeface="Raleway"/>
              <a:sym typeface="Raleway"/>
            </a:endParaRPr>
          </a:p>
        </p:txBody>
      </p:sp>
      <p:sp>
        <p:nvSpPr>
          <p:cNvPr id="2927" name="Google Shape;2927;g3b4a8032e18_0_1414"/>
          <p:cNvSpPr/>
          <p:nvPr/>
        </p:nvSpPr>
        <p:spPr>
          <a:xfrm>
            <a:off x="8406300" y="665775"/>
            <a:ext cx="469200" cy="422700"/>
          </a:xfrm>
          <a:prstGeom prst="ellipse">
            <a:avLst/>
          </a:prstGeom>
          <a:solidFill>
            <a:srgbClr val="869F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Raleway"/>
                <a:ea typeface="Raleway"/>
                <a:cs typeface="Raleway"/>
                <a:sym typeface="Raleway"/>
              </a:rPr>
              <a:t>H2</a:t>
            </a:r>
            <a:endParaRPr b="0" i="0" sz="800" u="none" cap="none" strike="noStrike">
              <a:solidFill>
                <a:schemeClr val="dk1"/>
              </a:solidFill>
              <a:latin typeface="Raleway"/>
              <a:ea typeface="Raleway"/>
              <a:cs typeface="Raleway"/>
              <a:sym typeface="Raleway"/>
            </a:endParaRPr>
          </a:p>
        </p:txBody>
      </p:sp>
      <p:grpSp>
        <p:nvGrpSpPr>
          <p:cNvPr id="2928" name="Google Shape;2928;g3b4a8032e18_0_1414"/>
          <p:cNvGrpSpPr/>
          <p:nvPr/>
        </p:nvGrpSpPr>
        <p:grpSpPr>
          <a:xfrm>
            <a:off x="799682" y="1017750"/>
            <a:ext cx="3727382" cy="2541351"/>
            <a:chOff x="763817" y="1054683"/>
            <a:chExt cx="3224100" cy="2050800"/>
          </a:xfrm>
        </p:grpSpPr>
        <p:sp>
          <p:nvSpPr>
            <p:cNvPr id="2929" name="Google Shape;2929;g3b4a8032e18_0_1414"/>
            <p:cNvSpPr txBox="1"/>
            <p:nvPr/>
          </p:nvSpPr>
          <p:spPr>
            <a:xfrm>
              <a:off x="763817" y="1054683"/>
              <a:ext cx="3224100" cy="341100"/>
            </a:xfrm>
            <a:prstGeom prst="rect">
              <a:avLst/>
            </a:prstGeom>
            <a:noFill/>
            <a:ln cap="flat" cmpd="sng" w="34375">
              <a:solidFill>
                <a:schemeClr val="accent1"/>
              </a:solidFill>
              <a:prstDash val="solid"/>
              <a:round/>
              <a:headEnd len="sm" w="sm" type="none"/>
              <a:tailEnd len="sm" w="sm" type="none"/>
            </a:ln>
          </p:spPr>
          <p:txBody>
            <a:bodyPr anchorCtr="0" anchor="t" bIns="113575" lIns="113575" spcFirstLastPara="1" rIns="113575" wrap="square" tIns="113575">
              <a:noAutofit/>
            </a:bodyPr>
            <a:lstStyle/>
            <a:p>
              <a:pPr indent="0" lvl="0" marL="0" marR="0" rtl="0" algn="ctr">
                <a:lnSpc>
                  <a:spcPct val="100000"/>
                </a:lnSpc>
                <a:spcBef>
                  <a:spcPts val="0"/>
                </a:spcBef>
                <a:spcAft>
                  <a:spcPts val="0"/>
                </a:spcAft>
                <a:buClr>
                  <a:srgbClr val="000000"/>
                </a:buClr>
                <a:buSzPts val="1739"/>
                <a:buFont typeface="Arial"/>
                <a:buNone/>
              </a:pPr>
              <a:r>
                <a:rPr b="1" lang="en" sz="1538">
                  <a:solidFill>
                    <a:schemeClr val="lt1"/>
                  </a:solidFill>
                  <a:latin typeface="Raleway"/>
                  <a:ea typeface="Raleway"/>
                  <a:cs typeface="Raleway"/>
                  <a:sym typeface="Raleway"/>
                </a:rPr>
                <a:t>EXACT MATCH (Reference)</a:t>
              </a:r>
              <a:endParaRPr b="1" i="0" sz="1538" u="none" cap="none" strike="noStrike">
                <a:solidFill>
                  <a:schemeClr val="lt1"/>
                </a:solidFill>
                <a:latin typeface="Raleway"/>
                <a:ea typeface="Raleway"/>
                <a:cs typeface="Raleway"/>
                <a:sym typeface="Raleway"/>
              </a:endParaRPr>
            </a:p>
          </p:txBody>
        </p:sp>
        <p:sp>
          <p:nvSpPr>
            <p:cNvPr id="2930" name="Google Shape;2930;g3b4a8032e18_0_1414"/>
            <p:cNvSpPr txBox="1"/>
            <p:nvPr/>
          </p:nvSpPr>
          <p:spPr>
            <a:xfrm>
              <a:off x="763817" y="1392483"/>
              <a:ext cx="3224100" cy="1713000"/>
            </a:xfrm>
            <a:prstGeom prst="rect">
              <a:avLst/>
            </a:prstGeom>
            <a:noFill/>
            <a:ln cap="flat" cmpd="sng" w="34375">
              <a:solidFill>
                <a:schemeClr val="accent1"/>
              </a:solidFill>
              <a:prstDash val="solid"/>
              <a:round/>
              <a:headEnd len="sm" w="sm" type="none"/>
              <a:tailEnd len="sm" w="sm" type="none"/>
            </a:ln>
          </p:spPr>
          <p:txBody>
            <a:bodyPr anchorCtr="0" anchor="t" bIns="113575" lIns="113575" spcFirstLastPara="1" rIns="113575" wrap="square" tIns="113575">
              <a:noAutofit/>
            </a:bodyPr>
            <a:lstStyle/>
            <a:p>
              <a:pPr indent="0" lvl="0" marL="0" rtl="0" algn="l">
                <a:spcBef>
                  <a:spcPts val="0"/>
                </a:spcBef>
                <a:spcAft>
                  <a:spcPts val="0"/>
                </a:spcAft>
                <a:buNone/>
              </a:pPr>
              <a:r>
                <a:rPr b="1" lang="en" sz="1430">
                  <a:solidFill>
                    <a:schemeClr val="lt1"/>
                  </a:solidFill>
                  <a:latin typeface="Raleway"/>
                  <a:ea typeface="Raleway"/>
                  <a:cs typeface="Raleway"/>
                  <a:sym typeface="Raleway"/>
                </a:rPr>
                <a:t>Definition</a:t>
              </a:r>
              <a:r>
                <a:rPr b="1" lang="en" sz="1430">
                  <a:solidFill>
                    <a:schemeClr val="dk1"/>
                  </a:solidFill>
                  <a:latin typeface="Raleway"/>
                  <a:ea typeface="Raleway"/>
                  <a:cs typeface="Raleway"/>
                  <a:sym typeface="Raleway"/>
                </a:rPr>
                <a:t>:</a:t>
              </a:r>
              <a:r>
                <a:rPr lang="en" sz="1430">
                  <a:solidFill>
                    <a:schemeClr val="dk1"/>
                  </a:solidFill>
                  <a:latin typeface="Raleway Medium"/>
                  <a:ea typeface="Raleway Medium"/>
                  <a:cs typeface="Raleway Medium"/>
                  <a:sym typeface="Raleway Medium"/>
                </a:rPr>
                <a:t> Strict resolution via label or synonym matching only.</a:t>
              </a:r>
              <a:endParaRPr sz="1430">
                <a:solidFill>
                  <a:schemeClr val="dk1"/>
                </a:solidFill>
                <a:latin typeface="Raleway Medium"/>
                <a:ea typeface="Raleway Medium"/>
                <a:cs typeface="Raleway Medium"/>
                <a:sym typeface="Raleway Medium"/>
              </a:endParaRPr>
            </a:p>
            <a:p>
              <a:pPr indent="0" lvl="0" marL="0" rtl="0" algn="l">
                <a:spcBef>
                  <a:spcPts val="1000"/>
                </a:spcBef>
                <a:spcAft>
                  <a:spcPts val="0"/>
                </a:spcAft>
                <a:buNone/>
              </a:pPr>
              <a:r>
                <a:rPr b="1" lang="en" sz="1430">
                  <a:solidFill>
                    <a:schemeClr val="lt1"/>
                  </a:solidFill>
                  <a:latin typeface="Raleway"/>
                  <a:ea typeface="Raleway"/>
                  <a:cs typeface="Raleway"/>
                  <a:sym typeface="Raleway"/>
                </a:rPr>
                <a:t>Constraint</a:t>
              </a:r>
              <a:r>
                <a:rPr lang="en" sz="1430">
                  <a:solidFill>
                    <a:schemeClr val="dk1"/>
                  </a:solidFill>
                  <a:latin typeface="Raleway Medium"/>
                  <a:ea typeface="Raleway Medium"/>
                  <a:cs typeface="Raleway Medium"/>
                  <a:sym typeface="Raleway Medium"/>
                </a:rPr>
                <a:t>: Attributes with no direct correspondence are treated as incorrect.</a:t>
              </a:r>
              <a:endParaRPr sz="1430">
                <a:solidFill>
                  <a:schemeClr val="dk1"/>
                </a:solidFill>
                <a:latin typeface="Raleway Medium"/>
                <a:ea typeface="Raleway Medium"/>
                <a:cs typeface="Raleway Medium"/>
                <a:sym typeface="Raleway Medium"/>
              </a:endParaRPr>
            </a:p>
            <a:p>
              <a:pPr indent="0" lvl="0" marL="0" rtl="0" algn="l">
                <a:spcBef>
                  <a:spcPts val="1000"/>
                </a:spcBef>
                <a:spcAft>
                  <a:spcPts val="0"/>
                </a:spcAft>
                <a:buNone/>
              </a:pPr>
              <a:r>
                <a:rPr b="1" lang="en" sz="1430">
                  <a:solidFill>
                    <a:schemeClr val="lt1"/>
                  </a:solidFill>
                  <a:latin typeface="Raleway"/>
                  <a:ea typeface="Raleway"/>
                  <a:cs typeface="Raleway"/>
                  <a:sym typeface="Raleway"/>
                </a:rPr>
                <a:t>Role</a:t>
              </a:r>
              <a:r>
                <a:rPr lang="en" sz="1430">
                  <a:solidFill>
                    <a:schemeClr val="dk1"/>
                  </a:solidFill>
                  <a:latin typeface="Raleway Medium"/>
                  <a:ea typeface="Raleway Medium"/>
                  <a:cs typeface="Raleway Medium"/>
                  <a:sym typeface="Raleway Medium"/>
                </a:rPr>
                <a:t>: Captures the proportion of cases resolvable deterministically.</a:t>
              </a:r>
              <a:endParaRPr sz="1430">
                <a:solidFill>
                  <a:schemeClr val="dk1"/>
                </a:solidFill>
                <a:latin typeface="Raleway Medium"/>
                <a:ea typeface="Raleway Medium"/>
                <a:cs typeface="Raleway Medium"/>
                <a:sym typeface="Raleway Medium"/>
              </a:endParaRPr>
            </a:p>
            <a:p>
              <a:pPr indent="0" lvl="0" marL="0" rtl="0" algn="l">
                <a:spcBef>
                  <a:spcPts val="1000"/>
                </a:spcBef>
                <a:spcAft>
                  <a:spcPts val="0"/>
                </a:spcAft>
                <a:buNone/>
              </a:pPr>
              <a:r>
                <a:rPr b="1" lang="en" sz="1430">
                  <a:solidFill>
                    <a:schemeClr val="lt1"/>
                  </a:solidFill>
                  <a:latin typeface="Raleway"/>
                  <a:ea typeface="Raleway"/>
                  <a:cs typeface="Raleway"/>
                  <a:sym typeface="Raleway"/>
                </a:rPr>
                <a:t>Metric</a:t>
              </a:r>
              <a:r>
                <a:rPr b="1" lang="en" sz="1430">
                  <a:solidFill>
                    <a:schemeClr val="dk1"/>
                  </a:solidFill>
                  <a:latin typeface="Raleway"/>
                  <a:ea typeface="Raleway"/>
                  <a:cs typeface="Raleway"/>
                  <a:sym typeface="Raleway"/>
                </a:rPr>
                <a:t>:</a:t>
              </a:r>
              <a:r>
                <a:rPr lang="en" sz="1430">
                  <a:solidFill>
                    <a:schemeClr val="dk1"/>
                  </a:solidFill>
                  <a:latin typeface="Raleway Medium"/>
                  <a:ea typeface="Raleway Medium"/>
                  <a:cs typeface="Raleway Medium"/>
                  <a:sym typeface="Raleway Medium"/>
                </a:rPr>
                <a:t>  </a:t>
              </a:r>
              <a:r>
                <a:rPr b="1" lang="en" sz="1630">
                  <a:solidFill>
                    <a:schemeClr val="dk1"/>
                  </a:solidFill>
                  <a:latin typeface="Raleway"/>
                  <a:ea typeface="Raleway"/>
                  <a:cs typeface="Raleway"/>
                  <a:sym typeface="Raleway"/>
                </a:rPr>
                <a:t>Precision@1: 0.6119</a:t>
              </a:r>
              <a:endParaRPr b="1" sz="1630">
                <a:solidFill>
                  <a:schemeClr val="dk1"/>
                </a:solidFill>
                <a:latin typeface="Raleway"/>
                <a:ea typeface="Raleway"/>
                <a:cs typeface="Raleway"/>
                <a:sym typeface="Raleway"/>
              </a:endParaRPr>
            </a:p>
            <a:p>
              <a:pPr indent="0" lvl="0" marL="0" marR="0" rtl="0" algn="l">
                <a:lnSpc>
                  <a:spcPct val="100000"/>
                </a:lnSpc>
                <a:spcBef>
                  <a:spcPts val="1000"/>
                </a:spcBef>
                <a:spcAft>
                  <a:spcPts val="0"/>
                </a:spcAft>
                <a:buNone/>
              </a:pPr>
              <a:r>
                <a:t/>
              </a:r>
              <a:endParaRPr sz="1330">
                <a:solidFill>
                  <a:schemeClr val="dk1"/>
                </a:solidFill>
                <a:latin typeface="Raleway Medium"/>
                <a:ea typeface="Raleway Medium"/>
                <a:cs typeface="Raleway Medium"/>
                <a:sym typeface="Raleway Medium"/>
              </a:endParaRPr>
            </a:p>
          </p:txBody>
        </p:sp>
      </p:grpSp>
      <p:grpSp>
        <p:nvGrpSpPr>
          <p:cNvPr id="2931" name="Google Shape;2931;g3b4a8032e18_0_1414"/>
          <p:cNvGrpSpPr/>
          <p:nvPr/>
        </p:nvGrpSpPr>
        <p:grpSpPr>
          <a:xfrm>
            <a:off x="4617013" y="1017725"/>
            <a:ext cx="3727292" cy="2541395"/>
            <a:chOff x="763825" y="1037953"/>
            <a:chExt cx="3377700" cy="1637391"/>
          </a:xfrm>
        </p:grpSpPr>
        <p:sp>
          <p:nvSpPr>
            <p:cNvPr id="2932" name="Google Shape;2932;g3b4a8032e18_0_1414"/>
            <p:cNvSpPr txBox="1"/>
            <p:nvPr/>
          </p:nvSpPr>
          <p:spPr>
            <a:xfrm>
              <a:off x="763825" y="1037953"/>
              <a:ext cx="3377700" cy="272400"/>
            </a:xfrm>
            <a:prstGeom prst="rect">
              <a:avLst/>
            </a:prstGeom>
            <a:noFill/>
            <a:ln cap="flat" cmpd="sng" w="29575">
              <a:solidFill>
                <a:schemeClr val="accent1"/>
              </a:solidFill>
              <a:prstDash val="solid"/>
              <a:round/>
              <a:headEnd len="sm" w="sm" type="none"/>
              <a:tailEnd len="sm" w="sm" type="none"/>
            </a:ln>
          </p:spPr>
          <p:txBody>
            <a:bodyPr anchorCtr="0" anchor="t" bIns="97700" lIns="97700" spcFirstLastPara="1" rIns="97700" wrap="square" tIns="97700">
              <a:noAutofit/>
            </a:bodyPr>
            <a:lstStyle/>
            <a:p>
              <a:pPr indent="0" lvl="0" marL="0" marR="0" rtl="0" algn="ctr">
                <a:lnSpc>
                  <a:spcPct val="100000"/>
                </a:lnSpc>
                <a:spcBef>
                  <a:spcPts val="0"/>
                </a:spcBef>
                <a:spcAft>
                  <a:spcPts val="0"/>
                </a:spcAft>
                <a:buClr>
                  <a:srgbClr val="000000"/>
                </a:buClr>
                <a:buSzPts val="1496"/>
                <a:buFont typeface="Arial"/>
                <a:buNone/>
              </a:pPr>
              <a:r>
                <a:rPr b="1" lang="en" sz="1500">
                  <a:solidFill>
                    <a:schemeClr val="lt1"/>
                  </a:solidFill>
                  <a:latin typeface="Raleway"/>
                  <a:ea typeface="Raleway"/>
                  <a:cs typeface="Raleway"/>
                  <a:sym typeface="Raleway"/>
                </a:rPr>
                <a:t>LEXICAL MODE (Baseline)</a:t>
              </a:r>
              <a:endParaRPr b="1" i="0" sz="1500" u="none" cap="none" strike="noStrike">
                <a:solidFill>
                  <a:schemeClr val="lt1"/>
                </a:solidFill>
                <a:latin typeface="Raleway"/>
                <a:ea typeface="Raleway"/>
                <a:cs typeface="Raleway"/>
                <a:sym typeface="Raleway"/>
              </a:endParaRPr>
            </a:p>
          </p:txBody>
        </p:sp>
        <p:sp>
          <p:nvSpPr>
            <p:cNvPr id="2933" name="Google Shape;2933;g3b4a8032e18_0_1414"/>
            <p:cNvSpPr txBox="1"/>
            <p:nvPr/>
          </p:nvSpPr>
          <p:spPr>
            <a:xfrm>
              <a:off x="763825" y="1307644"/>
              <a:ext cx="3377700" cy="1367700"/>
            </a:xfrm>
            <a:prstGeom prst="rect">
              <a:avLst/>
            </a:prstGeom>
            <a:noFill/>
            <a:ln cap="flat" cmpd="sng" w="29575">
              <a:solidFill>
                <a:schemeClr val="accent1"/>
              </a:solidFill>
              <a:prstDash val="solid"/>
              <a:round/>
              <a:headEnd len="sm" w="sm" type="none"/>
              <a:tailEnd len="sm" w="sm" type="none"/>
            </a:ln>
          </p:spPr>
          <p:txBody>
            <a:bodyPr anchorCtr="0" anchor="t" bIns="97700" lIns="97700" spcFirstLastPara="1" rIns="97700" wrap="square" tIns="97700">
              <a:noAutofit/>
            </a:bodyPr>
            <a:lstStyle/>
            <a:p>
              <a:pPr indent="0" lvl="0" marL="0" rtl="0" algn="l">
                <a:spcBef>
                  <a:spcPts val="0"/>
                </a:spcBef>
                <a:spcAft>
                  <a:spcPts val="0"/>
                </a:spcAft>
                <a:buNone/>
              </a:pPr>
              <a:r>
                <a:rPr b="1" lang="en">
                  <a:solidFill>
                    <a:schemeClr val="lt1"/>
                  </a:solidFill>
                  <a:latin typeface="Raleway"/>
                  <a:ea typeface="Raleway"/>
                  <a:cs typeface="Raleway"/>
                  <a:sym typeface="Raleway"/>
                </a:rPr>
                <a:t>Definition</a:t>
              </a:r>
              <a:r>
                <a:rPr lang="en">
                  <a:solidFill>
                    <a:schemeClr val="dk1"/>
                  </a:solidFill>
                  <a:latin typeface="Raleway Medium"/>
                  <a:ea typeface="Raleway Medium"/>
                  <a:cs typeface="Raleway Medium"/>
                  <a:sym typeface="Raleway Medium"/>
                </a:rPr>
                <a:t>: Integrates Exact Match with Subword-based Lexical Retrieval.</a:t>
              </a:r>
              <a:endParaRPr>
                <a:solidFill>
                  <a:schemeClr val="dk1"/>
                </a:solidFill>
                <a:latin typeface="Raleway Medium"/>
                <a:ea typeface="Raleway Medium"/>
                <a:cs typeface="Raleway Medium"/>
                <a:sym typeface="Raleway Medium"/>
              </a:endParaRPr>
            </a:p>
            <a:p>
              <a:pPr indent="0" lvl="0" marL="0" rtl="0" algn="l">
                <a:spcBef>
                  <a:spcPts val="1000"/>
                </a:spcBef>
                <a:spcAft>
                  <a:spcPts val="0"/>
                </a:spcAft>
                <a:buNone/>
              </a:pPr>
              <a:r>
                <a:rPr b="1" lang="en">
                  <a:solidFill>
                    <a:schemeClr val="lt1"/>
                  </a:solidFill>
                  <a:latin typeface="Raleway"/>
                  <a:ea typeface="Raleway"/>
                  <a:cs typeface="Raleway"/>
                  <a:sym typeface="Raleway"/>
                </a:rPr>
                <a:t>Ranking</a:t>
              </a:r>
              <a:r>
                <a:rPr lang="en">
                  <a:solidFill>
                    <a:schemeClr val="dk1"/>
                  </a:solidFill>
                  <a:latin typeface="Raleway Medium"/>
                  <a:ea typeface="Raleway Medium"/>
                  <a:cs typeface="Raleway Medium"/>
                  <a:sym typeface="Raleway Medium"/>
                </a:rPr>
                <a:t>: Uses SciBERT Cross-Encoder for re-ranking.</a:t>
              </a:r>
              <a:endParaRPr>
                <a:solidFill>
                  <a:schemeClr val="dk1"/>
                </a:solidFill>
                <a:latin typeface="Raleway Medium"/>
                <a:ea typeface="Raleway Medium"/>
                <a:cs typeface="Raleway Medium"/>
                <a:sym typeface="Raleway Medium"/>
              </a:endParaRPr>
            </a:p>
            <a:p>
              <a:pPr indent="0" lvl="0" marL="0" rtl="0" algn="l">
                <a:spcBef>
                  <a:spcPts val="1000"/>
                </a:spcBef>
                <a:spcAft>
                  <a:spcPts val="0"/>
                </a:spcAft>
                <a:buNone/>
              </a:pPr>
              <a:r>
                <a:rPr b="1" lang="en">
                  <a:solidFill>
                    <a:schemeClr val="lt1"/>
                  </a:solidFill>
                  <a:latin typeface="Raleway"/>
                  <a:ea typeface="Raleway"/>
                  <a:cs typeface="Raleway"/>
                  <a:sym typeface="Raleway"/>
                </a:rPr>
                <a:t>Constraint</a:t>
              </a:r>
              <a:r>
                <a:rPr lang="en">
                  <a:solidFill>
                    <a:schemeClr val="dk1"/>
                  </a:solidFill>
                  <a:latin typeface="Raleway Medium"/>
                  <a:ea typeface="Raleway Medium"/>
                  <a:cs typeface="Raleway Medium"/>
                  <a:sym typeface="Raleway Medium"/>
                </a:rPr>
                <a:t>: Semantic Retrieval is DISABLED.</a:t>
              </a:r>
              <a:endParaRPr>
                <a:solidFill>
                  <a:schemeClr val="dk1"/>
                </a:solidFill>
                <a:latin typeface="Raleway Medium"/>
                <a:ea typeface="Raleway Medium"/>
                <a:cs typeface="Raleway Medium"/>
                <a:sym typeface="Raleway Medium"/>
              </a:endParaRPr>
            </a:p>
            <a:p>
              <a:pPr indent="0" lvl="0" marL="0" rtl="0" algn="l">
                <a:spcBef>
                  <a:spcPts val="1000"/>
                </a:spcBef>
                <a:spcAft>
                  <a:spcPts val="1000"/>
                </a:spcAft>
                <a:buNone/>
              </a:pPr>
              <a:r>
                <a:rPr b="1" lang="en">
                  <a:solidFill>
                    <a:schemeClr val="lt1"/>
                  </a:solidFill>
                  <a:latin typeface="Raleway"/>
                  <a:ea typeface="Raleway"/>
                  <a:cs typeface="Raleway"/>
                  <a:sym typeface="Raleway"/>
                </a:rPr>
                <a:t>Metrics</a:t>
              </a:r>
              <a:r>
                <a:rPr b="1" lang="en">
                  <a:solidFill>
                    <a:schemeClr val="dk1"/>
                  </a:solidFill>
                  <a:latin typeface="Raleway"/>
                  <a:ea typeface="Raleway"/>
                  <a:cs typeface="Raleway"/>
                  <a:sym typeface="Raleway"/>
                </a:rPr>
                <a:t>:</a:t>
              </a:r>
              <a:r>
                <a:rPr b="1" lang="en">
                  <a:solidFill>
                    <a:schemeClr val="lt1"/>
                  </a:solidFill>
                  <a:latin typeface="Raleway"/>
                  <a:ea typeface="Raleway"/>
                  <a:cs typeface="Raleway"/>
                  <a:sym typeface="Raleway"/>
                </a:rPr>
                <a:t> </a:t>
              </a:r>
              <a:r>
                <a:rPr lang="en">
                  <a:solidFill>
                    <a:schemeClr val="dk1"/>
                  </a:solidFill>
                  <a:latin typeface="Raleway Medium"/>
                  <a:ea typeface="Raleway Medium"/>
                  <a:cs typeface="Raleway Medium"/>
                  <a:sym typeface="Raleway Medium"/>
                </a:rPr>
                <a:t>Precision@1: 0.6716 </a:t>
              </a:r>
              <a:endParaRPr>
                <a:solidFill>
                  <a:schemeClr val="dk1"/>
                </a:solidFill>
                <a:latin typeface="Raleway Medium"/>
                <a:ea typeface="Raleway Medium"/>
                <a:cs typeface="Raleway Medium"/>
                <a:sym typeface="Raleway Medium"/>
              </a:endParaRPr>
            </a:p>
          </p:txBody>
        </p:sp>
      </p:grpSp>
      <p:sp>
        <p:nvSpPr>
          <p:cNvPr id="2934" name="Google Shape;2934;g3b4a8032e18_0_1414"/>
          <p:cNvSpPr txBox="1"/>
          <p:nvPr/>
        </p:nvSpPr>
        <p:spPr>
          <a:xfrm>
            <a:off x="1360500" y="3740025"/>
            <a:ext cx="6423000" cy="1137300"/>
          </a:xfrm>
          <a:prstGeom prst="rect">
            <a:avLst/>
          </a:prstGeom>
          <a:noFill/>
          <a:ln>
            <a:noFill/>
          </a:ln>
        </p:spPr>
        <p:txBody>
          <a:bodyPr anchorCtr="0" anchor="ctr" bIns="119700" lIns="119700" spcFirstLastPara="1" rIns="119700" wrap="square" tIns="119700">
            <a:noAutofit/>
          </a:bodyPr>
          <a:lstStyle/>
          <a:p>
            <a:pPr indent="0" lvl="0" marL="0" marR="0" rtl="0" algn="ctr">
              <a:lnSpc>
                <a:spcPct val="100000"/>
              </a:lnSpc>
              <a:spcBef>
                <a:spcPts val="0"/>
              </a:spcBef>
              <a:spcAft>
                <a:spcPts val="0"/>
              </a:spcAft>
              <a:buClr>
                <a:srgbClr val="000000"/>
              </a:buClr>
              <a:buSzPts val="1400"/>
              <a:buFont typeface="Arial"/>
              <a:buNone/>
            </a:pPr>
            <a:r>
              <a:rPr b="1" lang="en" sz="1500">
                <a:solidFill>
                  <a:schemeClr val="lt1"/>
                </a:solidFill>
                <a:latin typeface="Raleway"/>
                <a:ea typeface="Raleway"/>
                <a:cs typeface="Raleway"/>
                <a:sym typeface="Raleway"/>
              </a:rPr>
              <a:t>KEY INSIGHTS</a:t>
            </a:r>
            <a:endParaRPr b="1" sz="1500">
              <a:solidFill>
                <a:schemeClr val="lt1"/>
              </a:solidFill>
              <a:latin typeface="Raleway"/>
              <a:ea typeface="Raleway"/>
              <a:cs typeface="Raleway"/>
              <a:sym typeface="Raleway"/>
            </a:endParaRPr>
          </a:p>
          <a:p>
            <a:pPr indent="0" lvl="0" marL="0" marR="0" rtl="0" algn="ctr">
              <a:lnSpc>
                <a:spcPct val="100000"/>
              </a:lnSpc>
              <a:spcBef>
                <a:spcPts val="1000"/>
              </a:spcBef>
              <a:spcAft>
                <a:spcPts val="0"/>
              </a:spcAft>
              <a:buClr>
                <a:srgbClr val="000000"/>
              </a:buClr>
              <a:buSzPts val="1400"/>
              <a:buFont typeface="Arial"/>
              <a:buNone/>
            </a:pPr>
            <a:r>
              <a:rPr lang="en" sz="1500">
                <a:solidFill>
                  <a:schemeClr val="dk1"/>
                </a:solidFill>
                <a:latin typeface="Raleway Medium"/>
                <a:ea typeface="Raleway Medium"/>
                <a:cs typeface="Raleway Medium"/>
                <a:sym typeface="Raleway Medium"/>
              </a:rPr>
              <a:t>Structured lexical retrieval combined with discriminative re-ranking provides a ~6% gain over pure exact matching. This isolates the contribution of ranking </a:t>
            </a:r>
            <a:r>
              <a:rPr i="1" lang="en" sz="1500">
                <a:solidFill>
                  <a:schemeClr val="dk1"/>
                </a:solidFill>
                <a:latin typeface="Raleway Medium"/>
                <a:ea typeface="Raleway Medium"/>
                <a:cs typeface="Raleway Medium"/>
                <a:sym typeface="Raleway Medium"/>
              </a:rPr>
              <a:t>before</a:t>
            </a:r>
            <a:r>
              <a:rPr lang="en" sz="1500">
                <a:solidFill>
                  <a:schemeClr val="dk1"/>
                </a:solidFill>
                <a:latin typeface="Raleway Medium"/>
                <a:ea typeface="Raleway Medium"/>
                <a:cs typeface="Raleway Medium"/>
                <a:sym typeface="Raleway Medium"/>
              </a:rPr>
              <a:t> we introduce Dense Semantic Search.</a:t>
            </a:r>
            <a:endParaRPr i="0" sz="1500" u="none" cap="none" strike="noStrike">
              <a:solidFill>
                <a:schemeClr val="dk1"/>
              </a:solidFill>
              <a:latin typeface="Raleway Medium"/>
              <a:ea typeface="Raleway Medium"/>
              <a:cs typeface="Raleway Medium"/>
              <a:sym typeface="Raleway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8" name="Shape 2938"/>
        <p:cNvGrpSpPr/>
        <p:nvPr/>
      </p:nvGrpSpPr>
      <p:grpSpPr>
        <a:xfrm>
          <a:off x="0" y="0"/>
          <a:ext cx="0" cy="0"/>
          <a:chOff x="0" y="0"/>
          <a:chExt cx="0" cy="0"/>
        </a:xfrm>
      </p:grpSpPr>
      <p:sp>
        <p:nvSpPr>
          <p:cNvPr id="2939" name="Google Shape;2939;g3b4a8032e18_0_1404"/>
          <p:cNvSpPr txBox="1"/>
          <p:nvPr/>
        </p:nvSpPr>
        <p:spPr>
          <a:xfrm>
            <a:off x="4683900" y="3114525"/>
            <a:ext cx="3740100" cy="1388100"/>
          </a:xfrm>
          <a:prstGeom prst="rect">
            <a:avLst/>
          </a:prstGeom>
          <a:solidFill>
            <a:srgbClr val="00CADA">
              <a:alpha val="18000"/>
            </a:srgbClr>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lang="en" sz="1500">
                <a:solidFill>
                  <a:schemeClr val="accent2"/>
                </a:solidFill>
                <a:latin typeface="Raleway"/>
                <a:ea typeface="Raleway"/>
                <a:cs typeface="Raleway"/>
                <a:sym typeface="Raleway"/>
              </a:rPr>
              <a:t>Why Recall Stays Same?</a:t>
            </a:r>
            <a:endParaRPr b="1" sz="1500">
              <a:solidFill>
                <a:schemeClr val="accent2"/>
              </a:solidFill>
              <a:latin typeface="Raleway"/>
              <a:ea typeface="Raleway"/>
              <a:cs typeface="Raleway"/>
              <a:sym typeface="Raleway"/>
            </a:endParaRPr>
          </a:p>
          <a:p>
            <a:pPr indent="0" lvl="0" marL="0" marR="0" rtl="0" algn="ctr">
              <a:lnSpc>
                <a:spcPct val="115000"/>
              </a:lnSpc>
              <a:spcBef>
                <a:spcPts val="0"/>
              </a:spcBef>
              <a:spcAft>
                <a:spcPts val="0"/>
              </a:spcAft>
              <a:buClr>
                <a:srgbClr val="000000"/>
              </a:buClr>
              <a:buSzPts val="1200"/>
              <a:buFont typeface="Arial"/>
              <a:buNone/>
            </a:pPr>
            <a:r>
              <a:rPr lang="en" sz="1300">
                <a:solidFill>
                  <a:schemeClr val="dk1"/>
                </a:solidFill>
                <a:latin typeface="Raleway Medium"/>
                <a:ea typeface="Raleway Medium"/>
                <a:cs typeface="Raleway Medium"/>
                <a:sym typeface="Raleway Medium"/>
              </a:rPr>
              <a:t> Hard Negatives don't help the model </a:t>
            </a:r>
            <a:r>
              <a:rPr i="1" lang="en" sz="1300">
                <a:solidFill>
                  <a:schemeClr val="dk1"/>
                </a:solidFill>
                <a:latin typeface="Raleway Medium"/>
                <a:ea typeface="Raleway Medium"/>
                <a:cs typeface="Raleway Medium"/>
                <a:sym typeface="Raleway Medium"/>
              </a:rPr>
              <a:t>find</a:t>
            </a:r>
            <a:r>
              <a:rPr lang="en" sz="1300">
                <a:solidFill>
                  <a:schemeClr val="dk1"/>
                </a:solidFill>
                <a:latin typeface="Raleway Medium"/>
                <a:ea typeface="Raleway Medium"/>
                <a:cs typeface="Raleway Medium"/>
                <a:sym typeface="Raleway Medium"/>
              </a:rPr>
              <a:t> candidates. They only teach the model how to </a:t>
            </a:r>
            <a:r>
              <a:rPr i="1" lang="en" sz="1300">
                <a:solidFill>
                  <a:schemeClr val="dk1"/>
                </a:solidFill>
                <a:latin typeface="Raleway Medium"/>
                <a:ea typeface="Raleway Medium"/>
                <a:cs typeface="Raleway Medium"/>
                <a:sym typeface="Raleway Medium"/>
              </a:rPr>
              <a:t>rank</a:t>
            </a:r>
            <a:r>
              <a:rPr lang="en" sz="1300">
                <a:solidFill>
                  <a:schemeClr val="dk1"/>
                </a:solidFill>
                <a:latin typeface="Raleway Medium"/>
                <a:ea typeface="Raleway Medium"/>
                <a:cs typeface="Raleway Medium"/>
                <a:sym typeface="Raleway Medium"/>
              </a:rPr>
              <a:t> the shortlist correctly. Thus, the search ability (Hits@20) remains identical.</a:t>
            </a:r>
            <a:endParaRPr i="0" sz="1300" u="none" cap="none" strike="noStrike">
              <a:solidFill>
                <a:schemeClr val="dk1"/>
              </a:solidFill>
              <a:latin typeface="Raleway Medium"/>
              <a:ea typeface="Raleway Medium"/>
              <a:cs typeface="Raleway Medium"/>
              <a:sym typeface="Raleway Medium"/>
            </a:endParaRPr>
          </a:p>
        </p:txBody>
      </p:sp>
      <p:sp>
        <p:nvSpPr>
          <p:cNvPr id="2940" name="Google Shape;2940;g3b4a8032e18_0_1404"/>
          <p:cNvSpPr txBox="1"/>
          <p:nvPr/>
        </p:nvSpPr>
        <p:spPr>
          <a:xfrm>
            <a:off x="560200" y="3114525"/>
            <a:ext cx="3740100" cy="1388100"/>
          </a:xfrm>
          <a:prstGeom prst="rect">
            <a:avLst/>
          </a:prstGeom>
          <a:solidFill>
            <a:srgbClr val="00CADA">
              <a:alpha val="18000"/>
            </a:srgbClr>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lang="en" sz="1500">
                <a:solidFill>
                  <a:schemeClr val="accent2"/>
                </a:solidFill>
                <a:latin typeface="Raleway"/>
                <a:ea typeface="Raleway"/>
                <a:cs typeface="Raleway"/>
                <a:sym typeface="Raleway"/>
              </a:rPr>
              <a:t>Why Precision Drops?</a:t>
            </a:r>
            <a:endParaRPr b="1" sz="1500">
              <a:solidFill>
                <a:schemeClr val="accent2"/>
              </a:solidFill>
              <a:latin typeface="Raleway"/>
              <a:ea typeface="Raleway"/>
              <a:cs typeface="Raleway"/>
              <a:sym typeface="Raleway"/>
            </a:endParaRPr>
          </a:p>
          <a:p>
            <a:pPr indent="0" lvl="0" marL="0" marR="0" rtl="0" algn="ctr">
              <a:lnSpc>
                <a:spcPct val="115000"/>
              </a:lnSpc>
              <a:spcBef>
                <a:spcPts val="0"/>
              </a:spcBef>
              <a:spcAft>
                <a:spcPts val="0"/>
              </a:spcAft>
              <a:buClr>
                <a:srgbClr val="000000"/>
              </a:buClr>
              <a:buSzPts val="1200"/>
              <a:buFont typeface="Arial"/>
              <a:buNone/>
            </a:pPr>
            <a:r>
              <a:rPr lang="en" sz="1300">
                <a:solidFill>
                  <a:schemeClr val="dk1"/>
                </a:solidFill>
                <a:latin typeface="Raleway Medium"/>
                <a:ea typeface="Raleway Medium"/>
                <a:cs typeface="Raleway Medium"/>
                <a:sym typeface="Raleway Medium"/>
              </a:rPr>
              <a:t>Without Hard Negatives, the model gets confused by "Near-Misses". It treats related concepts as correct, lowering the automation score.</a:t>
            </a:r>
            <a:endParaRPr i="0" sz="1300" u="none" cap="none" strike="noStrike">
              <a:solidFill>
                <a:schemeClr val="dk1"/>
              </a:solidFill>
              <a:latin typeface="Raleway Medium"/>
              <a:ea typeface="Raleway Medium"/>
              <a:cs typeface="Raleway Medium"/>
              <a:sym typeface="Raleway Medium"/>
            </a:endParaRPr>
          </a:p>
        </p:txBody>
      </p:sp>
      <p:sp>
        <p:nvSpPr>
          <p:cNvPr id="2941" name="Google Shape;2941;g3b4a8032e18_0_140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2600"/>
              <a:buFont typeface="Arial"/>
              <a:buNone/>
            </a:pPr>
            <a:r>
              <a:rPr b="1" lang="en" sz="1800">
                <a:latin typeface="Raleway"/>
                <a:ea typeface="Raleway"/>
                <a:cs typeface="Raleway"/>
                <a:sym typeface="Raleway"/>
              </a:rPr>
              <a:t>ABLATION STUDY: HARD NEGATIVES</a:t>
            </a:r>
            <a:endParaRPr/>
          </a:p>
        </p:txBody>
      </p:sp>
      <p:sp>
        <p:nvSpPr>
          <p:cNvPr id="2942" name="Google Shape;2942;g3b4a8032e18_0_1404"/>
          <p:cNvSpPr/>
          <p:nvPr/>
        </p:nvSpPr>
        <p:spPr>
          <a:xfrm>
            <a:off x="8073500" y="520025"/>
            <a:ext cx="469200" cy="422700"/>
          </a:xfrm>
          <a:prstGeom prst="ellipse">
            <a:avLst/>
          </a:prstGeom>
          <a:solidFill>
            <a:srgbClr val="869FB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Raleway"/>
                <a:ea typeface="Raleway"/>
                <a:cs typeface="Raleway"/>
                <a:sym typeface="Raleway"/>
              </a:rPr>
              <a:t>H3</a:t>
            </a:r>
            <a:endParaRPr b="0" i="0" sz="800" u="none" cap="none" strike="noStrike">
              <a:solidFill>
                <a:schemeClr val="dk1"/>
              </a:solidFill>
              <a:latin typeface="Raleway"/>
              <a:ea typeface="Raleway"/>
              <a:cs typeface="Raleway"/>
              <a:sym typeface="Raleway"/>
            </a:endParaRPr>
          </a:p>
        </p:txBody>
      </p:sp>
      <p:graphicFrame>
        <p:nvGraphicFramePr>
          <p:cNvPr id="2943" name="Google Shape;2943;g3b4a8032e18_0_1404"/>
          <p:cNvGraphicFramePr/>
          <p:nvPr/>
        </p:nvGraphicFramePr>
        <p:xfrm>
          <a:off x="560200" y="1183425"/>
          <a:ext cx="3000000" cy="3000000"/>
        </p:xfrm>
        <a:graphic>
          <a:graphicData uri="http://schemas.openxmlformats.org/drawingml/2006/table">
            <a:tbl>
              <a:tblPr>
                <a:noFill/>
                <a:tableStyleId>{1B873436-43CC-4DB5-9227-608E988AD4E0}</a:tableStyleId>
              </a:tblPr>
              <a:tblGrid>
                <a:gridCol w="1870050"/>
                <a:gridCol w="1870050"/>
              </a:tblGrid>
              <a:tr h="434275">
                <a:tc>
                  <a:txBody>
                    <a:bodyPr/>
                    <a:lstStyle/>
                    <a:p>
                      <a:pPr indent="0" lvl="0" marL="0" marR="0" rtl="0" algn="l">
                        <a:lnSpc>
                          <a:spcPct val="100000"/>
                        </a:lnSpc>
                        <a:spcBef>
                          <a:spcPts val="0"/>
                        </a:spcBef>
                        <a:spcAft>
                          <a:spcPts val="0"/>
                        </a:spcAft>
                        <a:buClr>
                          <a:srgbClr val="000000"/>
                        </a:buClr>
                        <a:buSzPts val="1000"/>
                        <a:buFont typeface="Arial"/>
                        <a:buNone/>
                      </a:pPr>
                      <a:r>
                        <a:rPr b="1" lang="en" sz="1200">
                          <a:solidFill>
                            <a:schemeClr val="dk1"/>
                          </a:solidFill>
                          <a:latin typeface="Raleway"/>
                          <a:ea typeface="Raleway"/>
                          <a:cs typeface="Raleway"/>
                          <a:sym typeface="Raleway"/>
                        </a:rPr>
                        <a:t>Training Configuration</a:t>
                      </a:r>
                      <a:endParaRPr b="1" sz="1200" u="none" cap="none" strike="noStrike">
                        <a:solidFill>
                          <a:schemeClr val="dk1"/>
                        </a:solidFill>
                        <a:latin typeface="Raleway"/>
                        <a:ea typeface="Raleway"/>
                        <a:cs typeface="Raleway"/>
                        <a:sym typeface="Raleway"/>
                      </a:endParaRPr>
                    </a:p>
                  </a:txBody>
                  <a:tcPr marT="91425" marB="91425" marR="91425" marL="91425">
                    <a:no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200" u="none" cap="none" strike="noStrike">
                          <a:solidFill>
                            <a:schemeClr val="dk1"/>
                          </a:solidFill>
                          <a:latin typeface="Raleway"/>
                          <a:ea typeface="Raleway"/>
                          <a:cs typeface="Raleway"/>
                          <a:sym typeface="Raleway"/>
                        </a:rPr>
                        <a:t>Precision</a:t>
                      </a:r>
                      <a:r>
                        <a:rPr b="1" lang="en" sz="1200">
                          <a:solidFill>
                            <a:schemeClr val="dk1"/>
                          </a:solidFill>
                          <a:latin typeface="Raleway"/>
                          <a:ea typeface="Raleway"/>
                          <a:cs typeface="Raleway"/>
                          <a:sym typeface="Raleway"/>
                        </a:rPr>
                        <a:t>@1</a:t>
                      </a:r>
                      <a:endParaRPr b="1" sz="1200" u="none" cap="none" strike="noStrike">
                        <a:solidFill>
                          <a:schemeClr val="dk1"/>
                        </a:solidFill>
                        <a:latin typeface="Raleway"/>
                        <a:ea typeface="Raleway"/>
                        <a:cs typeface="Raleway"/>
                        <a:sym typeface="Raleway"/>
                      </a:endParaRPr>
                    </a:p>
                  </a:txBody>
                  <a:tcPr marT="91425" marB="91425" marR="91425" marL="91425">
                    <a:noFill/>
                  </a:tcPr>
                </a:tc>
              </a:tr>
              <a:tr h="429575">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Medium"/>
                          <a:ea typeface="Raleway Medium"/>
                          <a:cs typeface="Raleway Medium"/>
                          <a:sym typeface="Raleway Medium"/>
                        </a:rPr>
                        <a:t>SciBERT (Standard)</a:t>
                      </a:r>
                      <a:endParaRPr sz="1200" u="none" cap="none" strike="noStrike">
                        <a:solidFill>
                          <a:schemeClr val="dk1"/>
                        </a:solidFill>
                        <a:latin typeface="Raleway Medium"/>
                        <a:ea typeface="Raleway Medium"/>
                        <a:cs typeface="Raleway Medium"/>
                        <a:sym typeface="Raleway Medium"/>
                      </a:endParaRPr>
                    </a:p>
                  </a:txBody>
                  <a:tcPr marT="91425" marB="91425" marR="91425" marL="91425">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a:ea typeface="Raleway"/>
                          <a:cs typeface="Raleway"/>
                          <a:sym typeface="Raleway"/>
                        </a:rPr>
                        <a:t>0.6866</a:t>
                      </a:r>
                      <a:endParaRPr sz="1200" u="none" cap="none" strike="noStrike">
                        <a:solidFill>
                          <a:schemeClr val="dk1"/>
                        </a:solidFill>
                        <a:latin typeface="Raleway"/>
                        <a:ea typeface="Raleway"/>
                        <a:cs typeface="Raleway"/>
                        <a:sym typeface="Raleway"/>
                      </a:endParaRPr>
                    </a:p>
                  </a:txBody>
                  <a:tcPr marT="91425" marB="91425" marR="91425" marL="91425">
                    <a:noFill/>
                  </a:tcPr>
                </a:tc>
              </a:tr>
              <a:tr h="377975">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a:ea typeface="Raleway"/>
                          <a:cs typeface="Raleway"/>
                          <a:sym typeface="Raleway"/>
                        </a:rPr>
                        <a:t>SciBERT (NO HN)</a:t>
                      </a:r>
                      <a:endParaRPr sz="1200" u="none" cap="none" strike="noStrike">
                        <a:solidFill>
                          <a:schemeClr val="dk1"/>
                        </a:solidFill>
                        <a:latin typeface="Raleway"/>
                        <a:ea typeface="Raleway"/>
                        <a:cs typeface="Raleway"/>
                        <a:sym typeface="Raleway"/>
                      </a:endParaRPr>
                    </a:p>
                  </a:txBody>
                  <a:tcPr marT="91425" marB="91425" marR="91425" marL="91425">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a:ea typeface="Raleway"/>
                          <a:cs typeface="Raleway"/>
                          <a:sym typeface="Raleway"/>
                        </a:rPr>
                        <a:t>0.64  </a:t>
                      </a:r>
                      <a:r>
                        <a:rPr lang="en" sz="1100">
                          <a:solidFill>
                            <a:srgbClr val="E76A28"/>
                          </a:solidFill>
                          <a:latin typeface="Raleway"/>
                          <a:ea typeface="Raleway"/>
                          <a:cs typeface="Raleway"/>
                          <a:sym typeface="Raleway"/>
                        </a:rPr>
                        <a:t>(-5% Drop)</a:t>
                      </a:r>
                      <a:endParaRPr sz="1100" u="none" cap="none" strike="noStrike">
                        <a:solidFill>
                          <a:srgbClr val="E76A28"/>
                        </a:solidFill>
                        <a:latin typeface="Raleway"/>
                        <a:ea typeface="Raleway"/>
                        <a:cs typeface="Raleway"/>
                        <a:sym typeface="Raleway"/>
                      </a:endParaRPr>
                    </a:p>
                  </a:txBody>
                  <a:tcPr marT="91425" marB="91425" marR="91425" marL="91425">
                    <a:noFill/>
                  </a:tcPr>
                </a:tc>
              </a:tr>
            </a:tbl>
          </a:graphicData>
        </a:graphic>
      </p:graphicFrame>
      <p:graphicFrame>
        <p:nvGraphicFramePr>
          <p:cNvPr id="2944" name="Google Shape;2944;g3b4a8032e18_0_1404"/>
          <p:cNvGraphicFramePr/>
          <p:nvPr/>
        </p:nvGraphicFramePr>
        <p:xfrm>
          <a:off x="4683900" y="1183413"/>
          <a:ext cx="3000000" cy="3000000"/>
        </p:xfrm>
        <a:graphic>
          <a:graphicData uri="http://schemas.openxmlformats.org/drawingml/2006/table">
            <a:tbl>
              <a:tblPr>
                <a:noFill/>
                <a:tableStyleId>{1B873436-43CC-4DB5-9227-608E988AD4E0}</a:tableStyleId>
              </a:tblPr>
              <a:tblGrid>
                <a:gridCol w="1870050"/>
                <a:gridCol w="1870050"/>
              </a:tblGrid>
              <a:tr h="407900">
                <a:tc>
                  <a:txBody>
                    <a:bodyPr/>
                    <a:lstStyle/>
                    <a:p>
                      <a:pPr indent="0" lvl="0" marL="0" marR="0" rtl="0" algn="l">
                        <a:lnSpc>
                          <a:spcPct val="100000"/>
                        </a:lnSpc>
                        <a:spcBef>
                          <a:spcPts val="0"/>
                        </a:spcBef>
                        <a:spcAft>
                          <a:spcPts val="0"/>
                        </a:spcAft>
                        <a:buClr>
                          <a:srgbClr val="000000"/>
                        </a:buClr>
                        <a:buSzPts val="1000"/>
                        <a:buFont typeface="Arial"/>
                        <a:buNone/>
                      </a:pPr>
                      <a:r>
                        <a:rPr b="1" lang="en" sz="1200">
                          <a:solidFill>
                            <a:schemeClr val="dk1"/>
                          </a:solidFill>
                          <a:latin typeface="Raleway"/>
                          <a:ea typeface="Raleway"/>
                          <a:cs typeface="Raleway"/>
                          <a:sym typeface="Raleway"/>
                        </a:rPr>
                        <a:t>Training Configuration</a:t>
                      </a:r>
                      <a:endParaRPr b="1" sz="1200" u="none" cap="none" strike="noStrike">
                        <a:solidFill>
                          <a:schemeClr val="dk1"/>
                        </a:solidFill>
                        <a:latin typeface="Raleway"/>
                        <a:ea typeface="Raleway"/>
                        <a:cs typeface="Raleway"/>
                        <a:sym typeface="Raleway"/>
                      </a:endParaRPr>
                    </a:p>
                  </a:txBody>
                  <a:tcPr marT="91425" marB="91425" marR="91425" marL="91425">
                    <a:no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200">
                          <a:solidFill>
                            <a:schemeClr val="dk1"/>
                          </a:solidFill>
                          <a:latin typeface="Raleway"/>
                          <a:ea typeface="Raleway"/>
                          <a:cs typeface="Raleway"/>
                          <a:sym typeface="Raleway"/>
                        </a:rPr>
                        <a:t>Hits@20</a:t>
                      </a:r>
                      <a:endParaRPr b="1" sz="1200" u="none" cap="none" strike="noStrike">
                        <a:solidFill>
                          <a:schemeClr val="dk1"/>
                        </a:solidFill>
                        <a:latin typeface="Raleway"/>
                        <a:ea typeface="Raleway"/>
                        <a:cs typeface="Raleway"/>
                        <a:sym typeface="Raleway"/>
                      </a:endParaRPr>
                    </a:p>
                  </a:txBody>
                  <a:tcPr marT="91425" marB="91425" marR="91425" marL="91425">
                    <a:noFill/>
                  </a:tcPr>
                </a:tc>
              </a:tr>
              <a:tr h="428350">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Medium"/>
                          <a:ea typeface="Raleway Medium"/>
                          <a:cs typeface="Raleway Medium"/>
                          <a:sym typeface="Raleway Medium"/>
                        </a:rPr>
                        <a:t>SciBERT (Standard)</a:t>
                      </a:r>
                      <a:endParaRPr sz="1200" u="none" cap="none" strike="noStrike">
                        <a:solidFill>
                          <a:schemeClr val="dk1"/>
                        </a:solidFill>
                        <a:latin typeface="Raleway Medium"/>
                        <a:ea typeface="Raleway Medium"/>
                        <a:cs typeface="Raleway Medium"/>
                        <a:sym typeface="Raleway Medium"/>
                      </a:endParaRPr>
                    </a:p>
                  </a:txBody>
                  <a:tcPr marT="91425" marB="91425" marR="91425" marL="91425">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a:ea typeface="Raleway"/>
                          <a:cs typeface="Raleway"/>
                          <a:sym typeface="Raleway"/>
                        </a:rPr>
                        <a:t>o.70</a:t>
                      </a:r>
                      <a:endParaRPr sz="1200" u="none" cap="none" strike="noStrike">
                        <a:solidFill>
                          <a:schemeClr val="dk1"/>
                        </a:solidFill>
                        <a:latin typeface="Raleway"/>
                        <a:ea typeface="Raleway"/>
                        <a:cs typeface="Raleway"/>
                        <a:sym typeface="Raleway"/>
                      </a:endParaRPr>
                    </a:p>
                  </a:txBody>
                  <a:tcPr marT="91425" marB="91425" marR="91425" marL="91425">
                    <a:noFill/>
                  </a:tcPr>
                </a:tc>
              </a:tr>
              <a:tr h="405575">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a:ea typeface="Raleway"/>
                          <a:cs typeface="Raleway"/>
                          <a:sym typeface="Raleway"/>
                        </a:rPr>
                        <a:t>SciBERT (NO HN)</a:t>
                      </a:r>
                      <a:endParaRPr sz="1200" u="none" cap="none" strike="noStrike">
                        <a:solidFill>
                          <a:schemeClr val="dk1"/>
                        </a:solidFill>
                        <a:latin typeface="Raleway"/>
                        <a:ea typeface="Raleway"/>
                        <a:cs typeface="Raleway"/>
                        <a:sym typeface="Raleway"/>
                      </a:endParaRPr>
                    </a:p>
                  </a:txBody>
                  <a:tcPr marT="91425" marB="91425" marR="91425" marL="91425">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Raleway"/>
                          <a:ea typeface="Raleway"/>
                          <a:cs typeface="Raleway"/>
                          <a:sym typeface="Raleway"/>
                        </a:rPr>
                        <a:t>0.70  </a:t>
                      </a:r>
                      <a:r>
                        <a:rPr lang="en" sz="1200">
                          <a:solidFill>
                            <a:srgbClr val="00CADA"/>
                          </a:solidFill>
                          <a:latin typeface="Raleway"/>
                          <a:ea typeface="Raleway"/>
                          <a:cs typeface="Raleway"/>
                          <a:sym typeface="Raleway"/>
                        </a:rPr>
                        <a:t>(Unchanged) </a:t>
                      </a:r>
                      <a:endParaRPr sz="1200" u="none" cap="none" strike="noStrike">
                        <a:solidFill>
                          <a:srgbClr val="00CADA"/>
                        </a:solidFill>
                        <a:latin typeface="Raleway"/>
                        <a:ea typeface="Raleway"/>
                        <a:cs typeface="Raleway"/>
                        <a:sym typeface="Raleway"/>
                      </a:endParaRPr>
                    </a:p>
                  </a:txBody>
                  <a:tcPr marT="91425" marB="91425" marR="91425" marL="91425">
                    <a:noFill/>
                  </a:tcPr>
                </a:tc>
              </a:tr>
            </a:tbl>
          </a:graphicData>
        </a:graphic>
      </p:graphicFrame>
      <p:cxnSp>
        <p:nvCxnSpPr>
          <p:cNvPr id="2945" name="Google Shape;2945;g3b4a8032e18_0_1404"/>
          <p:cNvCxnSpPr/>
          <p:nvPr/>
        </p:nvCxnSpPr>
        <p:spPr>
          <a:xfrm>
            <a:off x="2428450" y="2584188"/>
            <a:ext cx="3600" cy="371400"/>
          </a:xfrm>
          <a:prstGeom prst="straightConnector1">
            <a:avLst/>
          </a:prstGeom>
          <a:noFill/>
          <a:ln cap="flat" cmpd="sng" w="19050">
            <a:solidFill>
              <a:schemeClr val="dk1"/>
            </a:solidFill>
            <a:prstDash val="solid"/>
            <a:round/>
            <a:headEnd len="med" w="med" type="none"/>
            <a:tailEnd len="med" w="med" type="triangle"/>
          </a:ln>
        </p:spPr>
      </p:cxnSp>
      <p:cxnSp>
        <p:nvCxnSpPr>
          <p:cNvPr id="2946" name="Google Shape;2946;g3b4a8032e18_0_1404"/>
          <p:cNvCxnSpPr/>
          <p:nvPr/>
        </p:nvCxnSpPr>
        <p:spPr>
          <a:xfrm>
            <a:off x="6552150" y="2584188"/>
            <a:ext cx="3600" cy="3714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0" name="Shape 2950"/>
        <p:cNvGrpSpPr/>
        <p:nvPr/>
      </p:nvGrpSpPr>
      <p:grpSpPr>
        <a:xfrm>
          <a:off x="0" y="0"/>
          <a:ext cx="0" cy="0"/>
          <a:chOff x="0" y="0"/>
          <a:chExt cx="0" cy="0"/>
        </a:xfrm>
      </p:grpSpPr>
      <p:sp>
        <p:nvSpPr>
          <p:cNvPr id="2951" name="Google Shape;2951;g3b4a8032e18_0_140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2600"/>
              <a:buFont typeface="Arial"/>
              <a:buNone/>
            </a:pPr>
            <a:r>
              <a:rPr b="1" lang="en" sz="1800">
                <a:latin typeface="Raleway"/>
                <a:ea typeface="Raleway"/>
                <a:cs typeface="Raleway"/>
                <a:sym typeface="Raleway"/>
              </a:rPr>
              <a:t>OPTIMIZATION &amp; ZERO-SHOT GENERALIZATION</a:t>
            </a:r>
            <a:endParaRPr/>
          </a:p>
        </p:txBody>
      </p:sp>
      <p:grpSp>
        <p:nvGrpSpPr>
          <p:cNvPr id="2952" name="Google Shape;2952;g3b4a8032e18_0_1409"/>
          <p:cNvGrpSpPr/>
          <p:nvPr/>
        </p:nvGrpSpPr>
        <p:grpSpPr>
          <a:xfrm>
            <a:off x="1606850" y="953188"/>
            <a:ext cx="2815980" cy="1811544"/>
            <a:chOff x="619826" y="1017716"/>
            <a:chExt cx="2611500" cy="1910709"/>
          </a:xfrm>
        </p:grpSpPr>
        <p:sp>
          <p:nvSpPr>
            <p:cNvPr id="2953" name="Google Shape;2953;g3b4a8032e18_0_1409"/>
            <p:cNvSpPr txBox="1"/>
            <p:nvPr/>
          </p:nvSpPr>
          <p:spPr>
            <a:xfrm>
              <a:off x="619826" y="1017716"/>
              <a:ext cx="2611500" cy="394200"/>
            </a:xfrm>
            <a:prstGeom prst="rect">
              <a:avLst/>
            </a:prstGeom>
            <a:noFill/>
            <a:ln cap="flat" cmpd="sng" w="28800">
              <a:solidFill>
                <a:schemeClr val="accent1"/>
              </a:solidFill>
              <a:prstDash val="solid"/>
              <a:round/>
              <a:headEnd len="sm" w="sm" type="none"/>
              <a:tailEnd len="sm" w="sm" type="none"/>
            </a:ln>
          </p:spPr>
          <p:txBody>
            <a:bodyPr anchorCtr="0" anchor="t" bIns="95100" lIns="95100" spcFirstLastPara="1" rIns="95100" wrap="square" tIns="95100">
              <a:noAutofit/>
            </a:bodyPr>
            <a:lstStyle/>
            <a:p>
              <a:pPr indent="0" lvl="0" marL="0" marR="0" rtl="0" algn="ctr">
                <a:lnSpc>
                  <a:spcPct val="100000"/>
                </a:lnSpc>
                <a:spcBef>
                  <a:spcPts val="0"/>
                </a:spcBef>
                <a:spcAft>
                  <a:spcPts val="0"/>
                </a:spcAft>
                <a:buClr>
                  <a:srgbClr val="000000"/>
                </a:buClr>
                <a:buSzPts val="1456"/>
                <a:buFont typeface="Arial"/>
                <a:buNone/>
              </a:pPr>
              <a:r>
                <a:rPr b="1" lang="en" sz="1300">
                  <a:solidFill>
                    <a:schemeClr val="lt1"/>
                  </a:solidFill>
                  <a:latin typeface="Raleway"/>
                  <a:ea typeface="Raleway"/>
                  <a:cs typeface="Raleway"/>
                  <a:sym typeface="Raleway"/>
                </a:rPr>
                <a:t>OPTIMIZATION</a:t>
              </a:r>
              <a:endParaRPr b="1" i="0" sz="1300" u="none" cap="none" strike="noStrike">
                <a:solidFill>
                  <a:schemeClr val="lt1"/>
                </a:solidFill>
                <a:latin typeface="Raleway"/>
                <a:ea typeface="Raleway"/>
                <a:cs typeface="Raleway"/>
                <a:sym typeface="Raleway"/>
              </a:endParaRPr>
            </a:p>
          </p:txBody>
        </p:sp>
        <p:sp>
          <p:nvSpPr>
            <p:cNvPr id="2954" name="Google Shape;2954;g3b4a8032e18_0_1409"/>
            <p:cNvSpPr txBox="1"/>
            <p:nvPr/>
          </p:nvSpPr>
          <p:spPr>
            <a:xfrm>
              <a:off x="619826" y="1411925"/>
              <a:ext cx="2611500" cy="1516500"/>
            </a:xfrm>
            <a:prstGeom prst="rect">
              <a:avLst/>
            </a:prstGeom>
            <a:noFill/>
            <a:ln cap="flat" cmpd="sng" w="28800">
              <a:solidFill>
                <a:schemeClr val="accent1"/>
              </a:solidFill>
              <a:prstDash val="solid"/>
              <a:round/>
              <a:headEnd len="sm" w="sm" type="none"/>
              <a:tailEnd len="sm" w="sm" type="none"/>
            </a:ln>
          </p:spPr>
          <p:txBody>
            <a:bodyPr anchorCtr="0" anchor="t" bIns="95100" lIns="95100" spcFirstLastPara="1" rIns="95100" wrap="square" tIns="95100">
              <a:noAutofit/>
            </a:bodyPr>
            <a:lstStyle/>
            <a:p>
              <a:pPr indent="0" lvl="0" marL="0" marR="0" rtl="0" algn="ctr">
                <a:lnSpc>
                  <a:spcPct val="100000"/>
                </a:lnSpc>
                <a:spcBef>
                  <a:spcPts val="0"/>
                </a:spcBef>
                <a:spcAft>
                  <a:spcPts val="0"/>
                </a:spcAft>
                <a:buClr>
                  <a:srgbClr val="000000"/>
                </a:buClr>
                <a:buSzPts val="1247"/>
                <a:buFont typeface="Arial"/>
                <a:buNone/>
              </a:pPr>
              <a:r>
                <a:rPr lang="en" sz="1200">
                  <a:solidFill>
                    <a:schemeClr val="lt1"/>
                  </a:solidFill>
                  <a:latin typeface="Raleway Medium"/>
                  <a:ea typeface="Raleway Medium"/>
                  <a:cs typeface="Raleway Medium"/>
                  <a:sym typeface="Raleway Medium"/>
                </a:rPr>
                <a:t>Config: </a:t>
              </a:r>
              <a:endParaRPr sz="1200">
                <a:solidFill>
                  <a:schemeClr val="lt1"/>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247"/>
                <a:buFont typeface="Arial"/>
                <a:buNone/>
              </a:pPr>
              <a:r>
                <a:rPr lang="en" sz="1200">
                  <a:solidFill>
                    <a:schemeClr val="dk1"/>
                  </a:solidFill>
                  <a:latin typeface="Raleway Medium"/>
                  <a:ea typeface="Raleway Medium"/>
                  <a:cs typeface="Raleway Medium"/>
                  <a:sym typeface="Raleway Medium"/>
                </a:rPr>
                <a:t>Hybrid Retrieval (Lexical + Semantic) + Hard Negative Training</a:t>
              </a:r>
              <a:endParaRPr i="0" sz="1200" u="none" cap="none" strike="noStrike">
                <a:solidFill>
                  <a:schemeClr val="dk1"/>
                </a:solidFill>
                <a:latin typeface="Raleway Medium"/>
                <a:ea typeface="Raleway Medium"/>
                <a:cs typeface="Raleway Medium"/>
                <a:sym typeface="Raleway Medium"/>
              </a:endParaRPr>
            </a:p>
            <a:p>
              <a:pPr indent="0" lvl="0" marL="0" marR="0" rtl="0" algn="l">
                <a:lnSpc>
                  <a:spcPct val="100000"/>
                </a:lnSpc>
                <a:spcBef>
                  <a:spcPts val="0"/>
                </a:spcBef>
                <a:spcAft>
                  <a:spcPts val="0"/>
                </a:spcAft>
                <a:buClr>
                  <a:srgbClr val="000000"/>
                </a:buClr>
                <a:buSzPts val="1247"/>
                <a:buFont typeface="Arial"/>
                <a:buNone/>
              </a:pPr>
              <a:r>
                <a:t/>
              </a:r>
              <a:endParaRPr i="0" sz="1200" u="none" cap="none" strike="noStrike">
                <a:solidFill>
                  <a:schemeClr val="dk1"/>
                </a:solidFill>
                <a:latin typeface="Raleway Medium"/>
                <a:ea typeface="Raleway Medium"/>
                <a:cs typeface="Raleway Medium"/>
                <a:sym typeface="Raleway Medium"/>
              </a:endParaRPr>
            </a:p>
            <a:p>
              <a:pPr indent="0" lvl="0" marL="0" marR="0" rtl="0" algn="ctr">
                <a:lnSpc>
                  <a:spcPct val="100000"/>
                </a:lnSpc>
                <a:spcBef>
                  <a:spcPts val="0"/>
                </a:spcBef>
                <a:spcAft>
                  <a:spcPts val="0"/>
                </a:spcAft>
                <a:buNone/>
              </a:pPr>
              <a:r>
                <a:rPr lang="en" sz="1200">
                  <a:solidFill>
                    <a:schemeClr val="lt1"/>
                  </a:solidFill>
                  <a:latin typeface="Raleway Medium"/>
                  <a:ea typeface="Raleway Medium"/>
                  <a:cs typeface="Raleway Medium"/>
                  <a:sym typeface="Raleway Medium"/>
                </a:rPr>
                <a:t>Result (ENVO-SWEET)</a:t>
              </a:r>
              <a:endParaRPr sz="1200">
                <a:solidFill>
                  <a:schemeClr val="lt1"/>
                </a:solidFill>
                <a:latin typeface="Raleway Medium"/>
                <a:ea typeface="Raleway Medium"/>
                <a:cs typeface="Raleway Medium"/>
                <a:sym typeface="Raleway Medium"/>
              </a:endParaRPr>
            </a:p>
            <a:p>
              <a:pPr indent="0" lvl="0" marL="0" marR="0" rtl="0" algn="l">
                <a:lnSpc>
                  <a:spcPct val="100000"/>
                </a:lnSpc>
                <a:spcBef>
                  <a:spcPts val="0"/>
                </a:spcBef>
                <a:spcAft>
                  <a:spcPts val="0"/>
                </a:spcAft>
                <a:buNone/>
              </a:pPr>
              <a:r>
                <a:rPr lang="en" sz="1200">
                  <a:solidFill>
                    <a:schemeClr val="dk1"/>
                  </a:solidFill>
                  <a:latin typeface="Raleway Medium"/>
                  <a:ea typeface="Raleway Medium"/>
                  <a:cs typeface="Raleway Medium"/>
                  <a:sym typeface="Raleway Medium"/>
                </a:rPr>
                <a:t>Achieved best overall performance: *</a:t>
              </a:r>
              <a:r>
                <a:rPr lang="en" sz="1200">
                  <a:solidFill>
                    <a:schemeClr val="accent2"/>
                  </a:solidFill>
                  <a:latin typeface="Raleway Medium"/>
                  <a:ea typeface="Raleway Medium"/>
                  <a:cs typeface="Raleway Medium"/>
                  <a:sym typeface="Raleway Medium"/>
                </a:rPr>
                <a:t>Precision@1:</a:t>
              </a:r>
              <a:r>
                <a:rPr lang="en" sz="1200">
                  <a:solidFill>
                    <a:schemeClr val="dk1"/>
                  </a:solidFill>
                  <a:latin typeface="Raleway Medium"/>
                  <a:ea typeface="Raleway Medium"/>
                  <a:cs typeface="Raleway Medium"/>
                  <a:sym typeface="Raleway Medium"/>
                </a:rPr>
                <a:t> 0.72 * </a:t>
              </a:r>
              <a:r>
                <a:rPr lang="en" sz="1200">
                  <a:solidFill>
                    <a:schemeClr val="accent2"/>
                  </a:solidFill>
                  <a:latin typeface="Raleway Medium"/>
                  <a:ea typeface="Raleway Medium"/>
                  <a:cs typeface="Raleway Medium"/>
                  <a:sym typeface="Raleway Medium"/>
                </a:rPr>
                <a:t>Hits@20:</a:t>
              </a:r>
              <a:r>
                <a:rPr lang="en" sz="1200">
                  <a:solidFill>
                    <a:schemeClr val="dk1"/>
                  </a:solidFill>
                  <a:latin typeface="Raleway Medium"/>
                  <a:ea typeface="Raleway Medium"/>
                  <a:cs typeface="Raleway Medium"/>
                  <a:sym typeface="Raleway Medium"/>
                </a:rPr>
                <a:t> 0.78</a:t>
              </a:r>
              <a:endParaRPr i="0" sz="1200" u="none" cap="none" strike="noStrike">
                <a:solidFill>
                  <a:schemeClr val="dk1"/>
                </a:solidFill>
                <a:latin typeface="Raleway Medium"/>
                <a:ea typeface="Raleway Medium"/>
                <a:cs typeface="Raleway Medium"/>
                <a:sym typeface="Raleway Medium"/>
              </a:endParaRPr>
            </a:p>
          </p:txBody>
        </p:sp>
      </p:grpSp>
      <p:grpSp>
        <p:nvGrpSpPr>
          <p:cNvPr id="2955" name="Google Shape;2955;g3b4a8032e18_0_1409"/>
          <p:cNvGrpSpPr/>
          <p:nvPr/>
        </p:nvGrpSpPr>
        <p:grpSpPr>
          <a:xfrm>
            <a:off x="4572005" y="953230"/>
            <a:ext cx="2816011" cy="1811459"/>
            <a:chOff x="4394878" y="1161349"/>
            <a:chExt cx="2906100" cy="1980603"/>
          </a:xfrm>
        </p:grpSpPr>
        <p:sp>
          <p:nvSpPr>
            <p:cNvPr id="2956" name="Google Shape;2956;g3b4a8032e18_0_1409"/>
            <p:cNvSpPr txBox="1"/>
            <p:nvPr/>
          </p:nvSpPr>
          <p:spPr>
            <a:xfrm>
              <a:off x="4394878" y="1161349"/>
              <a:ext cx="2906100" cy="394200"/>
            </a:xfrm>
            <a:prstGeom prst="rect">
              <a:avLst/>
            </a:prstGeom>
            <a:noFill/>
            <a:ln cap="flat" cmpd="sng" w="27775">
              <a:solidFill>
                <a:schemeClr val="accent1"/>
              </a:solidFill>
              <a:prstDash val="solid"/>
              <a:round/>
              <a:headEnd len="sm" w="sm" type="none"/>
              <a:tailEnd len="sm" w="sm" type="none"/>
            </a:ln>
          </p:spPr>
          <p:txBody>
            <a:bodyPr anchorCtr="0" anchor="t" bIns="91775" lIns="91775" spcFirstLastPara="1" rIns="91775" wrap="square" tIns="91775">
              <a:noAutofit/>
            </a:bodyPr>
            <a:lstStyle/>
            <a:p>
              <a:pPr indent="0" lvl="0" marL="0" marR="0" rtl="0" algn="ctr">
                <a:lnSpc>
                  <a:spcPct val="100000"/>
                </a:lnSpc>
                <a:spcBef>
                  <a:spcPts val="0"/>
                </a:spcBef>
                <a:spcAft>
                  <a:spcPts val="0"/>
                </a:spcAft>
                <a:buClr>
                  <a:srgbClr val="000000"/>
                </a:buClr>
                <a:buSzPts val="1405"/>
                <a:buFont typeface="Arial"/>
                <a:buNone/>
              </a:pPr>
              <a:r>
                <a:rPr b="1" lang="en" sz="1300">
                  <a:solidFill>
                    <a:schemeClr val="lt1"/>
                  </a:solidFill>
                  <a:latin typeface="Raleway"/>
                  <a:ea typeface="Raleway"/>
                  <a:cs typeface="Raleway"/>
                  <a:sym typeface="Raleway"/>
                </a:rPr>
                <a:t>ZERO-SHOT ON FLOPO-TO</a:t>
              </a:r>
              <a:endParaRPr b="1" i="0" sz="1300" u="none" cap="none" strike="noStrike">
                <a:solidFill>
                  <a:schemeClr val="lt1"/>
                </a:solidFill>
                <a:latin typeface="Raleway"/>
                <a:ea typeface="Raleway"/>
                <a:cs typeface="Raleway"/>
                <a:sym typeface="Raleway"/>
              </a:endParaRPr>
            </a:p>
          </p:txBody>
        </p:sp>
        <p:sp>
          <p:nvSpPr>
            <p:cNvPr id="2957" name="Google Shape;2957;g3b4a8032e18_0_1409"/>
            <p:cNvSpPr txBox="1"/>
            <p:nvPr/>
          </p:nvSpPr>
          <p:spPr>
            <a:xfrm>
              <a:off x="4394878" y="1555552"/>
              <a:ext cx="2906100" cy="1586400"/>
            </a:xfrm>
            <a:prstGeom prst="rect">
              <a:avLst/>
            </a:prstGeom>
            <a:noFill/>
            <a:ln cap="flat" cmpd="sng" w="27775">
              <a:solidFill>
                <a:schemeClr val="accent1"/>
              </a:solidFill>
              <a:prstDash val="solid"/>
              <a:round/>
              <a:headEnd len="sm" w="sm" type="none"/>
              <a:tailEnd len="sm" w="sm" type="none"/>
            </a:ln>
          </p:spPr>
          <p:txBody>
            <a:bodyPr anchorCtr="0" anchor="ctr" bIns="91775" lIns="91775" spcFirstLastPara="1" rIns="91775" wrap="square" tIns="91775">
              <a:noAutofit/>
            </a:bodyPr>
            <a:lstStyle/>
            <a:p>
              <a:pPr indent="0" lvl="0" marL="0" rtl="0" algn="ctr">
                <a:spcBef>
                  <a:spcPts val="0"/>
                </a:spcBef>
                <a:spcAft>
                  <a:spcPts val="0"/>
                </a:spcAft>
                <a:buNone/>
              </a:pPr>
              <a:r>
                <a:t/>
              </a:r>
              <a:endParaRPr sz="1167">
                <a:solidFill>
                  <a:schemeClr val="lt1"/>
                </a:solidFill>
                <a:latin typeface="Raleway Medium"/>
                <a:ea typeface="Raleway Medium"/>
                <a:cs typeface="Raleway Medium"/>
                <a:sym typeface="Raleway Medium"/>
              </a:endParaRPr>
            </a:p>
            <a:p>
              <a:pPr indent="0" lvl="0" marL="0" rtl="0" algn="ctr">
                <a:spcBef>
                  <a:spcPts val="0"/>
                </a:spcBef>
                <a:spcAft>
                  <a:spcPts val="0"/>
                </a:spcAft>
                <a:buNone/>
              </a:pPr>
              <a:r>
                <a:rPr lang="en" sz="1167">
                  <a:solidFill>
                    <a:schemeClr val="lt1"/>
                  </a:solidFill>
                  <a:latin typeface="Raleway Medium"/>
                  <a:ea typeface="Raleway Medium"/>
                  <a:cs typeface="Raleway Medium"/>
                  <a:sym typeface="Raleway Medium"/>
                </a:rPr>
                <a:t>Dataset</a:t>
              </a:r>
              <a:endParaRPr sz="1167">
                <a:solidFill>
                  <a:schemeClr val="dk1"/>
                </a:solidFill>
                <a:latin typeface="Raleway Medium"/>
                <a:ea typeface="Raleway Medium"/>
                <a:cs typeface="Raleway Medium"/>
                <a:sym typeface="Raleway Medium"/>
              </a:endParaRPr>
            </a:p>
            <a:p>
              <a:pPr indent="0" lvl="0" marL="0" rtl="0" algn="l">
                <a:spcBef>
                  <a:spcPts val="0"/>
                </a:spcBef>
                <a:spcAft>
                  <a:spcPts val="0"/>
                </a:spcAft>
                <a:buNone/>
              </a:pPr>
              <a:r>
                <a:rPr lang="en" sz="1167">
                  <a:solidFill>
                    <a:schemeClr val="dk1"/>
                  </a:solidFill>
                  <a:latin typeface="Raleway Medium"/>
                  <a:ea typeface="Raleway Medium"/>
                  <a:cs typeface="Raleway Medium"/>
                  <a:sym typeface="Raleway Medium"/>
                </a:rPr>
                <a:t>FLOPO-TO (Unseen Domain: Biodiversity).</a:t>
              </a:r>
              <a:endParaRPr sz="1167">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t/>
              </a:r>
              <a:endParaRPr sz="1167">
                <a:solidFill>
                  <a:schemeClr val="lt1"/>
                </a:solidFill>
                <a:latin typeface="Raleway Medium"/>
                <a:ea typeface="Raleway Medium"/>
                <a:cs typeface="Raleway Medium"/>
                <a:sym typeface="Raleway Medium"/>
              </a:endParaRPr>
            </a:p>
            <a:p>
              <a:pPr indent="0" lvl="0" marL="0" rtl="0" algn="ctr">
                <a:spcBef>
                  <a:spcPts val="0"/>
                </a:spcBef>
                <a:spcAft>
                  <a:spcPts val="0"/>
                </a:spcAft>
                <a:buNone/>
              </a:pPr>
              <a:r>
                <a:rPr lang="en" sz="1167">
                  <a:solidFill>
                    <a:schemeClr val="lt1"/>
                  </a:solidFill>
                  <a:latin typeface="Raleway Medium"/>
                  <a:ea typeface="Raleway Medium"/>
                  <a:cs typeface="Raleway Medium"/>
                  <a:sym typeface="Raleway Medium"/>
                </a:rPr>
                <a:t>Metrics</a:t>
              </a:r>
              <a:endParaRPr sz="1167">
                <a:solidFill>
                  <a:schemeClr val="lt1"/>
                </a:solidFill>
                <a:latin typeface="Raleway Medium"/>
                <a:ea typeface="Raleway Medium"/>
                <a:cs typeface="Raleway Medium"/>
                <a:sym typeface="Raleway Medium"/>
              </a:endParaRPr>
            </a:p>
            <a:p>
              <a:pPr indent="-294695" lvl="0" marL="441069" rtl="0" algn="l">
                <a:lnSpc>
                  <a:spcPct val="115000"/>
                </a:lnSpc>
                <a:spcBef>
                  <a:spcPts val="0"/>
                </a:spcBef>
                <a:spcAft>
                  <a:spcPts val="0"/>
                </a:spcAft>
                <a:buClr>
                  <a:schemeClr val="dk1"/>
                </a:buClr>
                <a:buSzPts val="1168"/>
                <a:buFont typeface="Raleway Medium"/>
                <a:buChar char="-"/>
              </a:pPr>
              <a:r>
                <a:rPr lang="en" sz="1167">
                  <a:solidFill>
                    <a:schemeClr val="dk1"/>
                  </a:solidFill>
                  <a:latin typeface="Raleway Medium"/>
                  <a:ea typeface="Raleway Medium"/>
                  <a:cs typeface="Raleway Medium"/>
                  <a:sym typeface="Raleway Medium"/>
                </a:rPr>
                <a:t>Precision@1: 0.86.</a:t>
              </a:r>
              <a:endParaRPr sz="1167">
                <a:solidFill>
                  <a:schemeClr val="dk1"/>
                </a:solidFill>
                <a:latin typeface="Raleway Medium"/>
                <a:ea typeface="Raleway Medium"/>
                <a:cs typeface="Raleway Medium"/>
                <a:sym typeface="Raleway Medium"/>
              </a:endParaRPr>
            </a:p>
            <a:p>
              <a:pPr indent="-294695" lvl="0" marL="441069" rtl="0" algn="l">
                <a:lnSpc>
                  <a:spcPct val="115000"/>
                </a:lnSpc>
                <a:spcBef>
                  <a:spcPts val="0"/>
                </a:spcBef>
                <a:spcAft>
                  <a:spcPts val="0"/>
                </a:spcAft>
                <a:buClr>
                  <a:schemeClr val="dk1"/>
                </a:buClr>
                <a:buSzPts val="1168"/>
                <a:buFont typeface="Raleway Medium"/>
                <a:buChar char="-"/>
              </a:pPr>
              <a:r>
                <a:rPr lang="en" sz="1167">
                  <a:solidFill>
                    <a:schemeClr val="dk1"/>
                  </a:solidFill>
                  <a:latin typeface="Raleway Medium"/>
                  <a:ea typeface="Raleway Medium"/>
                  <a:cs typeface="Raleway Medium"/>
                  <a:sym typeface="Raleway Medium"/>
                </a:rPr>
                <a:t>Hits@20: 0.92.</a:t>
              </a:r>
              <a:endParaRPr sz="1167">
                <a:solidFill>
                  <a:schemeClr val="dk1"/>
                </a:solidFill>
                <a:latin typeface="Raleway Medium"/>
                <a:ea typeface="Raleway Medium"/>
                <a:cs typeface="Raleway Medium"/>
                <a:sym typeface="Raleway Medium"/>
              </a:endParaRPr>
            </a:p>
            <a:p>
              <a:pPr indent="0" lvl="0" marL="444407" marR="0" rtl="0" algn="l">
                <a:lnSpc>
                  <a:spcPct val="100000"/>
                </a:lnSpc>
                <a:spcBef>
                  <a:spcPts val="0"/>
                </a:spcBef>
                <a:spcAft>
                  <a:spcPts val="0"/>
                </a:spcAft>
                <a:buNone/>
              </a:pPr>
              <a:r>
                <a:t/>
              </a:r>
              <a:endParaRPr sz="1167">
                <a:solidFill>
                  <a:schemeClr val="dk1"/>
                </a:solidFill>
                <a:latin typeface="Raleway Medium"/>
                <a:ea typeface="Raleway Medium"/>
                <a:cs typeface="Raleway Medium"/>
                <a:sym typeface="Raleway Medium"/>
              </a:endParaRPr>
            </a:p>
          </p:txBody>
        </p:sp>
      </p:grpSp>
      <p:sp>
        <p:nvSpPr>
          <p:cNvPr id="2958" name="Google Shape;2958;g3b4a8032e18_0_1409"/>
          <p:cNvSpPr/>
          <p:nvPr/>
        </p:nvSpPr>
        <p:spPr>
          <a:xfrm>
            <a:off x="4572000" y="3002313"/>
            <a:ext cx="3708300" cy="181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aleway"/>
                <a:ea typeface="Raleway"/>
                <a:cs typeface="Raleway"/>
                <a:sym typeface="Raleway"/>
              </a:rPr>
              <a:t>   Key Insight</a:t>
            </a:r>
            <a:endParaRPr b="1">
              <a:solidFill>
                <a:schemeClr val="lt1"/>
              </a:solidFill>
              <a:latin typeface="Raleway"/>
              <a:ea typeface="Raleway"/>
              <a:cs typeface="Raleway"/>
              <a:sym typeface="Raleway"/>
            </a:endParaRPr>
          </a:p>
          <a:p>
            <a:pPr indent="0" lvl="0" marL="0" rtl="0" algn="ctr">
              <a:spcBef>
                <a:spcPts val="1000"/>
              </a:spcBef>
              <a:spcAft>
                <a:spcPts val="0"/>
              </a:spcAft>
              <a:buNone/>
            </a:pPr>
            <a:r>
              <a:rPr lang="en">
                <a:solidFill>
                  <a:schemeClr val="dk1"/>
                </a:solidFill>
                <a:latin typeface="Raleway Medium"/>
                <a:ea typeface="Raleway Medium"/>
                <a:cs typeface="Raleway Medium"/>
                <a:sym typeface="Raleway Medium"/>
              </a:rPr>
              <a:t> The system achieves even higher precision (0.86) on an unseen domain than on the training set. This proves the model learned general alignment logic, rather than just memorizing the specific training data .</a:t>
            </a:r>
            <a:endParaRPr>
              <a:solidFill>
                <a:schemeClr val="dk1"/>
              </a:solidFill>
              <a:latin typeface="Raleway Medium"/>
              <a:ea typeface="Raleway Medium"/>
              <a:cs typeface="Raleway Medium"/>
              <a:sym typeface="Raleway Medium"/>
            </a:endParaRPr>
          </a:p>
        </p:txBody>
      </p:sp>
      <p:pic>
        <p:nvPicPr>
          <p:cNvPr descr="also at the text do higher precision" id="2959" name="Google Shape;2959;g3b4a8032e18_0_1409"/>
          <p:cNvPicPr preferRelativeResize="0"/>
          <p:nvPr/>
        </p:nvPicPr>
        <p:blipFill rotWithShape="1">
          <a:blip r:embed="rId3">
            <a:alphaModFix/>
          </a:blip>
          <a:srcRect b="0" l="6380" r="9881" t="18427"/>
          <a:stretch/>
        </p:blipFill>
        <p:spPr>
          <a:xfrm>
            <a:off x="907900" y="2955075"/>
            <a:ext cx="3514925" cy="19058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3" name="Shape 2963"/>
        <p:cNvGrpSpPr/>
        <p:nvPr/>
      </p:nvGrpSpPr>
      <p:grpSpPr>
        <a:xfrm>
          <a:off x="0" y="0"/>
          <a:ext cx="0" cy="0"/>
          <a:chOff x="0" y="0"/>
          <a:chExt cx="0" cy="0"/>
        </a:xfrm>
      </p:grpSpPr>
      <p:sp>
        <p:nvSpPr>
          <p:cNvPr id="2964" name="Google Shape;2964;g3b47ec10538_0_57"/>
          <p:cNvSpPr txBox="1"/>
          <p:nvPr>
            <p:ph type="title"/>
          </p:nvPr>
        </p:nvSpPr>
        <p:spPr>
          <a:xfrm>
            <a:off x="1136800" y="2325725"/>
            <a:ext cx="3360600" cy="989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2700"/>
              <a:t>CONCLUSIONS</a:t>
            </a:r>
            <a:endParaRPr sz="2700"/>
          </a:p>
        </p:txBody>
      </p:sp>
      <p:sp>
        <p:nvSpPr>
          <p:cNvPr id="2965" name="Google Shape;2965;g3b47ec10538_0_57"/>
          <p:cNvSpPr txBox="1"/>
          <p:nvPr>
            <p:ph idx="2" type="title"/>
          </p:nvPr>
        </p:nvSpPr>
        <p:spPr>
          <a:xfrm>
            <a:off x="4187250" y="2325725"/>
            <a:ext cx="1343100" cy="989400"/>
          </a:xfrm>
          <a:prstGeom prst="rect">
            <a:avLst/>
          </a:prstGeom>
          <a:solidFill>
            <a:srgbClr val="FFFFFF">
              <a:alpha val="7058"/>
            </a:srgbClr>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06</a:t>
            </a:r>
            <a:endParaRPr/>
          </a:p>
        </p:txBody>
      </p:sp>
      <p:sp>
        <p:nvSpPr>
          <p:cNvPr id="2966" name="Google Shape;2966;g3b47ec10538_0_57"/>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7" name="Google Shape;2967;g3b47ec10538_0_57"/>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sm" w="sm" type="none"/>
            <a:tailEnd len="sm" w="sm" type="none"/>
          </a:ln>
        </p:spPr>
      </p:sp>
      <p:grpSp>
        <p:nvGrpSpPr>
          <p:cNvPr id="2968" name="Google Shape;2968;g3b47ec10538_0_57"/>
          <p:cNvGrpSpPr/>
          <p:nvPr/>
        </p:nvGrpSpPr>
        <p:grpSpPr>
          <a:xfrm flipH="1" rot="10800000">
            <a:off x="7968643" y="3562069"/>
            <a:ext cx="681216" cy="3360486"/>
            <a:chOff x="1337800" y="-2525590"/>
            <a:chExt cx="1498167" cy="7390555"/>
          </a:xfrm>
        </p:grpSpPr>
        <p:cxnSp>
          <p:nvCxnSpPr>
            <p:cNvPr id="2969" name="Google Shape;2969;g3b47ec10538_0_57"/>
            <p:cNvCxnSpPr/>
            <p:nvPr/>
          </p:nvCxnSpPr>
          <p:spPr>
            <a:xfrm rot="10800000">
              <a:off x="1337800" y="-2525590"/>
              <a:ext cx="0" cy="5870700"/>
            </a:xfrm>
            <a:prstGeom prst="straightConnector1">
              <a:avLst/>
            </a:prstGeom>
            <a:noFill/>
            <a:ln cap="flat" cmpd="sng" w="9525">
              <a:solidFill>
                <a:schemeClr val="accent2"/>
              </a:solidFill>
              <a:prstDash val="solid"/>
              <a:round/>
              <a:headEnd len="sm" w="sm" type="none"/>
              <a:tailEnd len="sm" w="sm" type="none"/>
            </a:ln>
          </p:spPr>
        </p:cxnSp>
        <p:cxnSp>
          <p:nvCxnSpPr>
            <p:cNvPr id="2970" name="Google Shape;2970;g3b47ec10538_0_57"/>
            <p:cNvCxnSpPr/>
            <p:nvPr/>
          </p:nvCxnSpPr>
          <p:spPr>
            <a:xfrm>
              <a:off x="1337800" y="3347125"/>
              <a:ext cx="1158600" cy="1141200"/>
            </a:xfrm>
            <a:prstGeom prst="straightConnector1">
              <a:avLst/>
            </a:prstGeom>
            <a:noFill/>
            <a:ln cap="flat" cmpd="sng" w="9525">
              <a:solidFill>
                <a:schemeClr val="accent2"/>
              </a:solidFill>
              <a:prstDash val="solid"/>
              <a:round/>
              <a:headEnd len="sm" w="sm" type="none"/>
              <a:tailEnd len="sm" w="sm" type="none"/>
            </a:ln>
          </p:spPr>
        </p:cxnSp>
        <p:sp>
          <p:nvSpPr>
            <p:cNvPr id="2971" name="Google Shape;2971;g3b47ec10538_0_5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2" name="Google Shape;2972;g3b47ec10538_0_57"/>
          <p:cNvGrpSpPr/>
          <p:nvPr/>
        </p:nvGrpSpPr>
        <p:grpSpPr>
          <a:xfrm flipH="1" rot="-5400000">
            <a:off x="70044" y="-592706"/>
            <a:ext cx="681216" cy="3360486"/>
            <a:chOff x="1337800" y="-2525590"/>
            <a:chExt cx="1498167" cy="7390555"/>
          </a:xfrm>
        </p:grpSpPr>
        <p:cxnSp>
          <p:nvCxnSpPr>
            <p:cNvPr id="2973" name="Google Shape;2973;g3b47ec10538_0_57"/>
            <p:cNvCxnSpPr/>
            <p:nvPr/>
          </p:nvCxnSpPr>
          <p:spPr>
            <a:xfrm rot="10800000">
              <a:off x="1337800" y="-2525590"/>
              <a:ext cx="0" cy="5870700"/>
            </a:xfrm>
            <a:prstGeom prst="straightConnector1">
              <a:avLst/>
            </a:prstGeom>
            <a:noFill/>
            <a:ln cap="flat" cmpd="sng" w="9525">
              <a:solidFill>
                <a:schemeClr val="lt1"/>
              </a:solidFill>
              <a:prstDash val="solid"/>
              <a:round/>
              <a:headEnd len="sm" w="sm" type="none"/>
              <a:tailEnd len="sm" w="sm" type="none"/>
            </a:ln>
          </p:spPr>
        </p:cxnSp>
        <p:cxnSp>
          <p:nvCxnSpPr>
            <p:cNvPr id="2974" name="Google Shape;2974;g3b47ec10538_0_57"/>
            <p:cNvCxnSpPr/>
            <p:nvPr/>
          </p:nvCxnSpPr>
          <p:spPr>
            <a:xfrm>
              <a:off x="1337800" y="3347125"/>
              <a:ext cx="1158600" cy="1141200"/>
            </a:xfrm>
            <a:prstGeom prst="straightConnector1">
              <a:avLst/>
            </a:prstGeom>
            <a:noFill/>
            <a:ln cap="flat" cmpd="sng" w="9525">
              <a:solidFill>
                <a:schemeClr val="lt1"/>
              </a:solidFill>
              <a:prstDash val="solid"/>
              <a:round/>
              <a:headEnd len="sm" w="sm" type="none"/>
              <a:tailEnd len="sm" w="sm" type="none"/>
            </a:ln>
          </p:spPr>
        </p:cxnSp>
        <p:sp>
          <p:nvSpPr>
            <p:cNvPr id="2975" name="Google Shape;2975;g3b47ec10538_0_5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6" name="Google Shape;2976;g3b47ec10538_0_57"/>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sm" w="sm" type="none"/>
            <a:tailEnd len="sm" w="sm" type="none"/>
          </a:ln>
        </p:spPr>
      </p:sp>
      <p:grpSp>
        <p:nvGrpSpPr>
          <p:cNvPr id="2977" name="Google Shape;2977;g3b47ec10538_0_57"/>
          <p:cNvGrpSpPr/>
          <p:nvPr/>
        </p:nvGrpSpPr>
        <p:grpSpPr>
          <a:xfrm>
            <a:off x="7221623" y="1260360"/>
            <a:ext cx="1160061" cy="523162"/>
            <a:chOff x="7221623" y="1260360"/>
            <a:chExt cx="1160061" cy="523162"/>
          </a:xfrm>
        </p:grpSpPr>
        <p:sp>
          <p:nvSpPr>
            <p:cNvPr id="2978" name="Google Shape;2978;g3b47ec10538_0_57"/>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g3b47ec10538_0_57"/>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0" name="Google Shape;2980;g3b47ec10538_0_57"/>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4" name="Shape 2984"/>
        <p:cNvGrpSpPr/>
        <p:nvPr/>
      </p:nvGrpSpPr>
      <p:grpSpPr>
        <a:xfrm>
          <a:off x="0" y="0"/>
          <a:ext cx="0" cy="0"/>
          <a:chOff x="0" y="0"/>
          <a:chExt cx="0" cy="0"/>
        </a:xfrm>
      </p:grpSpPr>
      <p:sp>
        <p:nvSpPr>
          <p:cNvPr id="2985" name="Google Shape;2985;g3b47ec10538_0_77"/>
          <p:cNvSpPr txBox="1"/>
          <p:nvPr/>
        </p:nvSpPr>
        <p:spPr>
          <a:xfrm>
            <a:off x="740250" y="856450"/>
            <a:ext cx="7663500" cy="299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aleway"/>
                <a:ea typeface="Raleway"/>
                <a:cs typeface="Raleway"/>
                <a:sym typeface="Raleway"/>
              </a:rPr>
              <a:t>Scalability via "Filter-then-Rank" Design</a:t>
            </a:r>
            <a:endParaRPr b="1" sz="1500">
              <a:solidFill>
                <a:schemeClr val="lt1"/>
              </a:solidFill>
              <a:latin typeface="Raleway"/>
              <a:ea typeface="Raleway"/>
              <a:cs typeface="Raleway"/>
              <a:sym typeface="Raleway"/>
            </a:endParaRPr>
          </a:p>
          <a:p>
            <a:pPr indent="0" lvl="0" marL="0" rtl="0" algn="l">
              <a:lnSpc>
                <a:spcPct val="100000"/>
              </a:lnSpc>
              <a:spcBef>
                <a:spcPts val="0"/>
              </a:spcBef>
              <a:spcAft>
                <a:spcPts val="0"/>
              </a:spcAft>
              <a:buNone/>
            </a:pPr>
            <a:r>
              <a:rPr lang="en">
                <a:solidFill>
                  <a:schemeClr val="dk1"/>
                </a:solidFill>
                <a:latin typeface="Raleway Medium"/>
                <a:ea typeface="Raleway Medium"/>
                <a:cs typeface="Raleway Medium"/>
                <a:sym typeface="Raleway Medium"/>
              </a:rPr>
              <a:t>High accuracy is achieved without high latency by combining Deterministic Shortcuts with targeted SciBERT scoring. This ensures the system is computationally viable for real-time production use.</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rPr b="1" lang="en" sz="1500">
                <a:solidFill>
                  <a:schemeClr val="lt1"/>
                </a:solidFill>
                <a:latin typeface="Raleway"/>
                <a:ea typeface="Raleway"/>
                <a:cs typeface="Raleway"/>
                <a:sym typeface="Raleway"/>
              </a:rPr>
              <a:t>The Critical Role of Hard Negatives</a:t>
            </a:r>
            <a:endParaRPr b="1" sz="1500">
              <a:solidFill>
                <a:schemeClr val="lt1"/>
              </a:solidFill>
              <a:latin typeface="Raleway"/>
              <a:ea typeface="Raleway"/>
              <a:cs typeface="Raleway"/>
              <a:sym typeface="Raleway"/>
            </a:endParaRPr>
          </a:p>
          <a:p>
            <a:pPr indent="0" lvl="0" marL="0" rtl="0" algn="ctr">
              <a:spcBef>
                <a:spcPts val="0"/>
              </a:spcBef>
              <a:spcAft>
                <a:spcPts val="0"/>
              </a:spcAft>
              <a:buNone/>
            </a:pPr>
            <a:r>
              <a:rPr lang="en">
                <a:solidFill>
                  <a:schemeClr val="dk1"/>
                </a:solidFill>
                <a:latin typeface="Raleway Medium"/>
                <a:ea typeface="Raleway Medium"/>
                <a:cs typeface="Raleway Medium"/>
                <a:sym typeface="Raleway Medium"/>
              </a:rPr>
              <a:t>Standard training is insufficient for fine-grained ontology alignment. Mining "Hard Negatives" is essential to prevent the model from confusing near-miss concepts.</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t/>
            </a:r>
            <a:endParaRPr>
              <a:solidFill>
                <a:schemeClr val="dk1"/>
              </a:solidFill>
              <a:latin typeface="Raleway Medium"/>
              <a:ea typeface="Raleway Medium"/>
              <a:cs typeface="Raleway Medium"/>
              <a:sym typeface="Raleway Medium"/>
            </a:endParaRPr>
          </a:p>
          <a:p>
            <a:pPr indent="0" lvl="0" marL="0" rtl="0" algn="ctr">
              <a:spcBef>
                <a:spcPts val="0"/>
              </a:spcBef>
              <a:spcAft>
                <a:spcPts val="0"/>
              </a:spcAft>
              <a:buNone/>
            </a:pPr>
            <a:r>
              <a:rPr b="1" lang="en" sz="1500">
                <a:solidFill>
                  <a:schemeClr val="lt1"/>
                </a:solidFill>
                <a:latin typeface="Raleway"/>
                <a:ea typeface="Raleway"/>
                <a:cs typeface="Raleway"/>
                <a:sym typeface="Raleway"/>
              </a:rPr>
              <a:t>Strong Zero-Shot Generalization</a:t>
            </a:r>
            <a:endParaRPr b="1" sz="1500">
              <a:solidFill>
                <a:schemeClr val="lt1"/>
              </a:solidFill>
              <a:latin typeface="Raleway"/>
              <a:ea typeface="Raleway"/>
              <a:cs typeface="Raleway"/>
              <a:sym typeface="Raleway"/>
            </a:endParaRPr>
          </a:p>
          <a:p>
            <a:pPr indent="0" lvl="0" marL="0" rtl="0" algn="ctr">
              <a:spcBef>
                <a:spcPts val="0"/>
              </a:spcBef>
              <a:spcAft>
                <a:spcPts val="0"/>
              </a:spcAft>
              <a:buNone/>
            </a:pPr>
            <a:r>
              <a:rPr lang="en">
                <a:solidFill>
                  <a:schemeClr val="dk1"/>
                </a:solidFill>
                <a:latin typeface="Raleway Medium"/>
                <a:ea typeface="Raleway Medium"/>
                <a:cs typeface="Raleway Medium"/>
                <a:sym typeface="Raleway Medium"/>
              </a:rPr>
              <a:t> The system is not limited to its training data. It achieved superior performance on the unseen FLOPO-TO dataset, proving that it learns general alignment logic rather than just memorizing specific terminologies</a:t>
            </a:r>
            <a:endParaRPr>
              <a:solidFill>
                <a:schemeClr val="dk1"/>
              </a:solidFill>
              <a:latin typeface="Raleway Medium"/>
              <a:ea typeface="Raleway Medium"/>
              <a:cs typeface="Raleway Medium"/>
              <a:sym typeface="Raleway Medium"/>
            </a:endParaRPr>
          </a:p>
        </p:txBody>
      </p:sp>
      <p:sp>
        <p:nvSpPr>
          <p:cNvPr id="2986" name="Google Shape;2986;g3b47ec10538_0_77"/>
          <p:cNvSpPr txBox="1"/>
          <p:nvPr>
            <p:ph type="title"/>
          </p:nvPr>
        </p:nvSpPr>
        <p:spPr>
          <a:xfrm>
            <a:off x="740250" y="499475"/>
            <a:ext cx="2015100" cy="44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2600"/>
              <a:buNone/>
            </a:pPr>
            <a:r>
              <a:rPr b="1" lang="en" sz="1800">
                <a:latin typeface="Raleway"/>
                <a:ea typeface="Raleway"/>
                <a:cs typeface="Raleway"/>
                <a:sym typeface="Raleway"/>
              </a:rPr>
              <a:t>CONCLUSIONS</a:t>
            </a:r>
            <a:endParaRPr b="1" sz="1800">
              <a:latin typeface="Raleway"/>
              <a:ea typeface="Raleway"/>
              <a:cs typeface="Raleway"/>
              <a:sym typeface="Raleway"/>
            </a:endParaRPr>
          </a:p>
          <a:p>
            <a:pPr indent="0" lvl="0" marL="0" rtl="0" algn="l">
              <a:lnSpc>
                <a:spcPct val="100000"/>
              </a:lnSpc>
              <a:spcBef>
                <a:spcPts val="400"/>
              </a:spcBef>
              <a:spcAft>
                <a:spcPts val="0"/>
              </a:spcAft>
              <a:buSzPts val="2600"/>
              <a:buNone/>
            </a:pPr>
            <a:r>
              <a:t/>
            </a:r>
            <a:endParaRPr sz="1800"/>
          </a:p>
        </p:txBody>
      </p:sp>
      <p:sp>
        <p:nvSpPr>
          <p:cNvPr id="2987" name="Google Shape;2987;g3b47ec10538_0_77"/>
          <p:cNvSpPr/>
          <p:nvPr/>
        </p:nvSpPr>
        <p:spPr>
          <a:xfrm>
            <a:off x="1451550" y="3908025"/>
            <a:ext cx="6240900" cy="1033800"/>
          </a:xfrm>
          <a:prstGeom prst="rect">
            <a:avLst/>
          </a:prstGeom>
          <a:solidFill>
            <a:srgbClr val="46406B">
              <a:alpha val="298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b="1" lang="en" sz="1500">
                <a:solidFill>
                  <a:schemeClr val="dk1"/>
                </a:solidFill>
                <a:latin typeface="Raleway"/>
                <a:ea typeface="Raleway"/>
                <a:cs typeface="Raleway"/>
                <a:sym typeface="Raleway"/>
              </a:rPr>
              <a:t>Alignment quality emerges from the interaction of System Design (Filtering), Data Strategy (Hard Negatives), and Model Choice (SciBERT)—not from any single component in isolation.</a:t>
            </a:r>
            <a:endParaRPr>
              <a:solidFill>
                <a:schemeClr val="dk1"/>
              </a:solidFill>
              <a:latin typeface="Hanken Grotesk"/>
              <a:ea typeface="Hanken Grotesk"/>
              <a:cs typeface="Hanken Grotesk"/>
              <a:sym typeface="Hanken Grotes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1" name="Shape 2991"/>
        <p:cNvGrpSpPr/>
        <p:nvPr/>
      </p:nvGrpSpPr>
      <p:grpSpPr>
        <a:xfrm>
          <a:off x="0" y="0"/>
          <a:ext cx="0" cy="0"/>
          <a:chOff x="0" y="0"/>
          <a:chExt cx="0" cy="0"/>
        </a:xfrm>
      </p:grpSpPr>
      <p:sp>
        <p:nvSpPr>
          <p:cNvPr id="2992" name="Google Shape;2992;p22"/>
          <p:cNvSpPr txBox="1"/>
          <p:nvPr>
            <p:ph type="title"/>
          </p:nvPr>
        </p:nvSpPr>
        <p:spPr>
          <a:xfrm>
            <a:off x="2019900" y="1925475"/>
            <a:ext cx="5307000" cy="99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solidFill>
                  <a:schemeClr val="dk1"/>
                </a:solidFill>
              </a:rPr>
              <a:t>THANK YOU</a:t>
            </a:r>
            <a:endParaRPr>
              <a:solidFill>
                <a:schemeClr val="dk1"/>
              </a:solidFill>
            </a:endParaRPr>
          </a:p>
        </p:txBody>
      </p:sp>
      <p:grpSp>
        <p:nvGrpSpPr>
          <p:cNvPr id="2993" name="Google Shape;2993;p22"/>
          <p:cNvGrpSpPr/>
          <p:nvPr/>
        </p:nvGrpSpPr>
        <p:grpSpPr>
          <a:xfrm flipH="1">
            <a:off x="5252081" y="-582626"/>
            <a:ext cx="2855469" cy="3872400"/>
            <a:chOff x="1857762" y="2762827"/>
            <a:chExt cx="2855469" cy="3872400"/>
          </a:xfrm>
        </p:grpSpPr>
        <p:cxnSp>
          <p:nvCxnSpPr>
            <p:cNvPr id="2994" name="Google Shape;2994;p22"/>
            <p:cNvCxnSpPr/>
            <p:nvPr/>
          </p:nvCxnSpPr>
          <p:spPr>
            <a:xfrm>
              <a:off x="1857762" y="2762827"/>
              <a:ext cx="0" cy="3872400"/>
            </a:xfrm>
            <a:prstGeom prst="straightConnector1">
              <a:avLst/>
            </a:prstGeom>
            <a:noFill/>
            <a:ln cap="flat" cmpd="sng" w="9525">
              <a:solidFill>
                <a:schemeClr val="accent1"/>
              </a:solidFill>
              <a:prstDash val="solid"/>
              <a:round/>
              <a:headEnd len="sm" w="sm" type="none"/>
              <a:tailEnd len="sm" w="sm" type="none"/>
            </a:ln>
          </p:spPr>
        </p:cxnSp>
        <p:cxnSp>
          <p:nvCxnSpPr>
            <p:cNvPr id="2995" name="Google Shape;2995;p22"/>
            <p:cNvCxnSpPr/>
            <p:nvPr/>
          </p:nvCxnSpPr>
          <p:spPr>
            <a:xfrm rot="-5400000">
              <a:off x="3789591" y="3940627"/>
              <a:ext cx="764100" cy="752700"/>
            </a:xfrm>
            <a:prstGeom prst="straightConnector1">
              <a:avLst/>
            </a:prstGeom>
            <a:noFill/>
            <a:ln cap="flat" cmpd="sng" w="9525">
              <a:solidFill>
                <a:schemeClr val="accent1"/>
              </a:solidFill>
              <a:prstDash val="solid"/>
              <a:round/>
              <a:headEnd len="sm" w="sm" type="none"/>
              <a:tailEnd len="sm" w="sm" type="none"/>
            </a:ln>
          </p:spPr>
        </p:cxnSp>
        <p:sp>
          <p:nvSpPr>
            <p:cNvPr id="2996" name="Google Shape;2996;p22"/>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97" name="Google Shape;2997;p22"/>
          <p:cNvSpPr/>
          <p:nvPr/>
        </p:nvSpPr>
        <p:spPr>
          <a:xfrm>
            <a:off x="928558" y="-51645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98" name="Google Shape;2998;p22"/>
          <p:cNvGrpSpPr/>
          <p:nvPr/>
        </p:nvGrpSpPr>
        <p:grpSpPr>
          <a:xfrm>
            <a:off x="-2656889" y="3115804"/>
            <a:ext cx="3859204" cy="615399"/>
            <a:chOff x="-6675" y="307100"/>
            <a:chExt cx="9140700" cy="4634025"/>
          </a:xfrm>
        </p:grpSpPr>
        <p:cxnSp>
          <p:nvCxnSpPr>
            <p:cNvPr id="2999" name="Google Shape;2999;p22"/>
            <p:cNvCxnSpPr/>
            <p:nvPr/>
          </p:nvCxnSpPr>
          <p:spPr>
            <a:xfrm>
              <a:off x="-6675" y="30710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0" name="Google Shape;3000;p22"/>
            <p:cNvCxnSpPr/>
            <p:nvPr/>
          </p:nvCxnSpPr>
          <p:spPr>
            <a:xfrm>
              <a:off x="-6675" y="133688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1" name="Google Shape;3001;p22"/>
            <p:cNvCxnSpPr/>
            <p:nvPr/>
          </p:nvCxnSpPr>
          <p:spPr>
            <a:xfrm>
              <a:off x="-6675" y="82199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2" name="Google Shape;3002;p22"/>
            <p:cNvCxnSpPr/>
            <p:nvPr/>
          </p:nvCxnSpPr>
          <p:spPr>
            <a:xfrm>
              <a:off x="-6675" y="1851775"/>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3" name="Google Shape;3003;p22"/>
            <p:cNvCxnSpPr/>
            <p:nvPr/>
          </p:nvCxnSpPr>
          <p:spPr>
            <a:xfrm>
              <a:off x="-6675" y="2366667"/>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4" name="Google Shape;3004;p22"/>
            <p:cNvCxnSpPr/>
            <p:nvPr/>
          </p:nvCxnSpPr>
          <p:spPr>
            <a:xfrm>
              <a:off x="-6675" y="2881558"/>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5" name="Google Shape;3005;p22"/>
            <p:cNvCxnSpPr/>
            <p:nvPr/>
          </p:nvCxnSpPr>
          <p:spPr>
            <a:xfrm>
              <a:off x="-6675" y="3396450"/>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6" name="Google Shape;3006;p22"/>
            <p:cNvCxnSpPr/>
            <p:nvPr/>
          </p:nvCxnSpPr>
          <p:spPr>
            <a:xfrm>
              <a:off x="-6675" y="3911342"/>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7" name="Google Shape;3007;p22"/>
            <p:cNvCxnSpPr/>
            <p:nvPr/>
          </p:nvCxnSpPr>
          <p:spPr>
            <a:xfrm>
              <a:off x="-6675" y="4426233"/>
              <a:ext cx="9140700" cy="0"/>
            </a:xfrm>
            <a:prstGeom prst="straightConnector1">
              <a:avLst/>
            </a:prstGeom>
            <a:noFill/>
            <a:ln cap="flat" cmpd="sng" w="9525">
              <a:solidFill>
                <a:schemeClr val="accent1"/>
              </a:solidFill>
              <a:prstDash val="solid"/>
              <a:round/>
              <a:headEnd len="sm" w="sm" type="none"/>
              <a:tailEnd len="sm" w="sm" type="none"/>
            </a:ln>
          </p:spPr>
        </p:cxnSp>
        <p:cxnSp>
          <p:nvCxnSpPr>
            <p:cNvPr id="3008" name="Google Shape;3008;p22"/>
            <p:cNvCxnSpPr/>
            <p:nvPr/>
          </p:nvCxnSpPr>
          <p:spPr>
            <a:xfrm>
              <a:off x="-6675" y="4941125"/>
              <a:ext cx="9140700" cy="0"/>
            </a:xfrm>
            <a:prstGeom prst="straightConnector1">
              <a:avLst/>
            </a:prstGeom>
            <a:noFill/>
            <a:ln cap="flat" cmpd="sng" w="9525">
              <a:solidFill>
                <a:schemeClr val="accent1"/>
              </a:solidFill>
              <a:prstDash val="solid"/>
              <a:round/>
              <a:headEnd len="sm" w="sm" type="none"/>
              <a:tailEnd len="sm" w="sm" type="none"/>
            </a:ln>
          </p:spPr>
        </p:cxnSp>
      </p:grpSp>
      <p:sp>
        <p:nvSpPr>
          <p:cNvPr id="3009" name="Google Shape;3009;p22"/>
          <p:cNvSpPr/>
          <p:nvPr/>
        </p:nvSpPr>
        <p:spPr>
          <a:xfrm rot="-5400000">
            <a:off x="-1598137" y="62879"/>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sm" w="sm" type="none"/>
            <a:tailEnd len="sm" w="sm" type="none"/>
          </a:ln>
        </p:spPr>
      </p:sp>
      <p:sp>
        <p:nvSpPr>
          <p:cNvPr id="3010" name="Google Shape;3010;p22"/>
          <p:cNvSpPr txBox="1"/>
          <p:nvPr/>
        </p:nvSpPr>
        <p:spPr>
          <a:xfrm>
            <a:off x="3364500" y="3115850"/>
            <a:ext cx="2617800" cy="61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Raleway"/>
                <a:ea typeface="Raleway"/>
                <a:cs typeface="Raleway"/>
                <a:sym typeface="Raleway"/>
              </a:rPr>
              <a:t>ANY QUESTIONS?</a:t>
            </a:r>
            <a:endParaRPr b="1" i="0" sz="1700" u="none" cap="none" strike="noStrike">
              <a:solidFill>
                <a:schemeClr val="dk1"/>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