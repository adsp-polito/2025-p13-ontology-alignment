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2" r:id="rId6"/>
    <p:sldMasterId id="2147483696" r:id="rId7"/>
    <p:sldMasterId id="2147483720" r:id="rId8"/>
    <p:sldMasterId id="2147483744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Hanken Grotesk"/>
      <p:regular r:id="rId39"/>
      <p:bold r:id="rId40"/>
      <p:italic r:id="rId41"/>
      <p:boldItalic r:id="rId42"/>
    </p:embeddedFont>
    <p:embeddedFont>
      <p:font typeface="Raleway ExtraBold"/>
      <p:bold r:id="rId43"/>
      <p:boldItalic r:id="rId44"/>
    </p:embeddedFont>
    <p:embeddedFont>
      <p:font typeface="Anaheim"/>
      <p:regular r:id="rId45"/>
      <p:bold r:id="rId46"/>
    </p:embeddedFont>
    <p:embeddedFont>
      <p:font typeface="Raleway Black"/>
      <p:bold r:id="rId47"/>
      <p:boldItalic r:id="rId48"/>
    </p:embeddedFont>
    <p:embeddedFont>
      <p:font typeface="Raleway Mediu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3" roundtripDataSignature="AMtx7mgGSBrAtabOfXTJCQE83K0Dfhjx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8195F-FF75-4561-9D69-CDE994FD511D}">
  <a:tblStyle styleId="{69C8195F-FF75-4561-9D69-CDE994FD51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-bold.fntdata"/><Relationship Id="rId42" Type="http://schemas.openxmlformats.org/officeDocument/2006/relationships/font" Target="fonts/HankenGrotesk-boldItalic.fntdata"/><Relationship Id="rId41" Type="http://schemas.openxmlformats.org/officeDocument/2006/relationships/font" Target="fonts/HankenGrotesk-italic.fntdata"/><Relationship Id="rId44" Type="http://schemas.openxmlformats.org/officeDocument/2006/relationships/font" Target="fonts/RalewayExtraBold-boldItalic.fntdata"/><Relationship Id="rId43" Type="http://schemas.openxmlformats.org/officeDocument/2006/relationships/font" Target="fonts/RalewayExtraBold-bold.fntdata"/><Relationship Id="rId46" Type="http://schemas.openxmlformats.org/officeDocument/2006/relationships/font" Target="fonts/Anaheim-bold.fntdata"/><Relationship Id="rId45" Type="http://schemas.openxmlformats.org/officeDocument/2006/relationships/font" Target="fonts/Anahei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RalewayBlack-boldItalic.fntdata"/><Relationship Id="rId47" Type="http://schemas.openxmlformats.org/officeDocument/2006/relationships/font" Target="fonts/RalewayBlack-bold.fntdata"/><Relationship Id="rId49" Type="http://schemas.openxmlformats.org/officeDocument/2006/relationships/font" Target="fonts/RalewayMedium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font" Target="fonts/Raleway-regular.fntdata"/><Relationship Id="rId34" Type="http://schemas.openxmlformats.org/officeDocument/2006/relationships/slide" Target="slides/slide24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HankenGrotesk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RalewayMedium-italic.fntdata"/><Relationship Id="rId50" Type="http://schemas.openxmlformats.org/officeDocument/2006/relationships/font" Target="fonts/RalewayMedium-bold.fntdata"/><Relationship Id="rId53" Type="http://customschemas.google.com/relationships/presentationmetadata" Target="metadata"/><Relationship Id="rId52" Type="http://schemas.openxmlformats.org/officeDocument/2006/relationships/font" Target="fonts/RalewayMedium-boldItalic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2" name="Google Shape;32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2" name="Google Shape;32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6" name="Shape 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" name="Google Shape;329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8" name="Google Shape;32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g3af6915c0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9" name="Google Shape;3319;g3af6915c0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g3af6915c03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0" name="Google Shape;3330;g3af6915c03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g3b47ec1053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9" name="Google Shape;3339;g3b47ec1053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0" name="Google Shape;33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g3aff4877ce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8" name="Google Shape;3368;g3aff4877ce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3b499654e41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9" name="Google Shape;3389;g3b499654e41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3b499654e41_0_2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3b499654e41_0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3b4a8032e1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1" name="Google Shape;3441;g3b4a8032e1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g3b4a8032e18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2" name="Google Shape;3452;g3b4a8032e18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5" name="Google Shape;34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4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g3b499654e41_0_3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6" name="Google Shape;3516;g3b499654e41_0_3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3b499654e41_0_4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7" name="Google Shape;3537;g3b499654e41_0_4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g3b47ec1053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9" name="Google Shape;3549;g3b47ec1053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g3b4a8032e18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0" name="Google Shape;3570;g3b4a8032e18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7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3b4a8032e18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3b4a8032e18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g3b4a8032e18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3" name="Google Shape;3623;g3b4a8032e18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2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g3b4a8032e18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4" name="Google Shape;3634;g3b4a8032e18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4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g3b4a8032e18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6" name="Google Shape;3656;g3b4a8032e18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3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Google Shape;3674;g3b47ec1053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5" name="Google Shape;3675;g3b47ec1053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g3b47ec1053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6" name="Google Shape;3696;g3b47ec1053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2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4" name="Google Shape;37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4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4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14;p2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15" name="Google Shape;15;p2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4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18" name="Google Shape;18;p2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" name="Google Shape;20;p24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2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3" cy="1266614"/>
          </a:xfrm>
        </p:grpSpPr>
        <p:sp>
          <p:nvSpPr>
            <p:cNvPr id="22" name="Google Shape;22;p2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25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25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3" name="Google Shape;33;p25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38" name="Google Shape;38;p25"/>
          <p:cNvGrpSpPr/>
          <p:nvPr/>
        </p:nvGrpSpPr>
        <p:grpSpPr>
          <a:xfrm>
            <a:off x="377427" y="204425"/>
            <a:ext cx="8916118" cy="4541546"/>
            <a:chOff x="377427" y="204425"/>
            <a:chExt cx="8916118" cy="4541546"/>
          </a:xfrm>
        </p:grpSpPr>
        <p:grpSp>
          <p:nvGrpSpPr>
            <p:cNvPr id="39" name="Google Shape;39;p25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40" name="Google Shape;40;p25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5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25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43" name="Google Shape;43;p25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5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25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46" name="Google Shape;46;p25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5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" name="Google Shape;48;p25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49" name="Google Shape;49;p25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3" cy="1266614"/>
            </a:xfrm>
          </p:grpSpPr>
          <p:sp>
            <p:nvSpPr>
              <p:cNvPr id="50" name="Google Shape;50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52;p25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3" name="Google Shape;53;p25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54" name="Google Shape;54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" name="Google Shape;56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9" name="Google Shape;59;p25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60" name="Google Shape;60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5" name="Google Shape;65;p25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66" name="Google Shape;66;p25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5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2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26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72" name="Google Shape;72;p26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73" name="Google Shape;73;p26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26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26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26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26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26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26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26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26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26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" name="Google Shape;83;p26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84" name="Google Shape;84;p26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85" name="Google Shape;85;p26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6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6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88" name="Google Shape;88;p26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6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92" name="Google Shape;92;p27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95" name="Google Shape;95;p27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96" name="Google Shape;96;p27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97" name="Google Shape;97;p27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" name="Google Shape;99;p27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00" name="Google Shape;100;p2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2" name="Google Shape;102;p27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103" name="Google Shape;103;p27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04" name="Google Shape;104;p27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3" cy="1266614"/>
            </a:xfrm>
          </p:grpSpPr>
          <p:sp>
            <p:nvSpPr>
              <p:cNvPr id="105" name="Google Shape;105;p27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7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" name="Google Shape;107;p27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08" name="Google Shape;108;p27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109" name="Google Shape;109;p2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2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2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4" name="Google Shape;114;p27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15" name="Google Shape;115;p27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7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26" name="Google Shape;126;p28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127" name="Google Shape;127;p28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8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" name="Google Shape;129;p28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30" name="Google Shape;130;p2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2" name="Google Shape;132;p28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133" name="Google Shape;133;p28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8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8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136" name="Google Shape;136;p28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137" name="Google Shape;137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2" name="Google Shape;142;p28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43" name="Google Shape;143;p28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144" name="Google Shape;144;p28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145" name="Google Shape;145;p28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28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7" name="Google Shape;147;p28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148" name="Google Shape;148;p2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1" name="Google Shape;151;p30"/>
          <p:cNvGrpSpPr/>
          <p:nvPr/>
        </p:nvGrpSpPr>
        <p:grpSpPr>
          <a:xfrm>
            <a:off x="-918336" y="-1192758"/>
            <a:ext cx="9848841" cy="7993544"/>
            <a:chOff x="-918336" y="-1192756"/>
            <a:chExt cx="9848841" cy="7993544"/>
          </a:xfrm>
        </p:grpSpPr>
        <p:grpSp>
          <p:nvGrpSpPr>
            <p:cNvPr id="152" name="Google Shape;152;p30"/>
            <p:cNvGrpSpPr/>
            <p:nvPr/>
          </p:nvGrpSpPr>
          <p:grpSpPr>
            <a:xfrm flipH="1" rot="5400000">
              <a:off x="-385152" y="4070827"/>
              <a:ext cx="2196777" cy="3263144"/>
              <a:chOff x="308728" y="2619343"/>
              <a:chExt cx="2007289" cy="2981400"/>
            </a:xfrm>
          </p:grpSpPr>
          <p:cxnSp>
            <p:nvCxnSpPr>
              <p:cNvPr id="153" name="Google Shape;153;p30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30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5" name="Google Shape;155;p30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30"/>
            <p:cNvGrpSpPr/>
            <p:nvPr/>
          </p:nvGrpSpPr>
          <p:grpSpPr>
            <a:xfrm>
              <a:off x="6549025" y="-95200"/>
              <a:ext cx="2381480" cy="750488"/>
              <a:chOff x="6549025" y="-95200"/>
              <a:chExt cx="2381480" cy="750488"/>
            </a:xfrm>
          </p:grpSpPr>
          <p:grpSp>
            <p:nvGrpSpPr>
              <p:cNvPr id="157" name="Google Shape;157;p30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3" cy="1266614"/>
              </a:xfrm>
            </p:grpSpPr>
            <p:sp>
              <p:nvSpPr>
                <p:cNvPr id="158" name="Google Shape;158;p3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3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0" name="Google Shape;160;p30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161" name="Google Shape;161;p30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62" name="Google Shape;162;p3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3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3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3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3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7" name="Google Shape;167;p30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168" name="Google Shape;168;p30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169" name="Google Shape;169;p30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0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30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172" name="Google Shape;172;p30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0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4" name="Google Shape;174;p30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75" name="Google Shape;175;p30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3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0" name="Google Shape;180;p31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81" name="Google Shape;181;p3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182" name="Google Shape;182;p3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31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185" name="Google Shape;185;p3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186" name="Google Shape;186;p3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7" name="Google Shape;187;p31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188" name="Google Shape;188;p3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" name="Google Shape;189;p3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0" name="Google Shape;190;p3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191" name="Google Shape;191;p3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3" name="Google Shape;193;p31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194" name="Google Shape;194;p31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195" name="Google Shape;195;p3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196" name="Google Shape;196;p3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7" name="Google Shape;197;p3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8" name="Google Shape;198;p3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9" name="Google Shape;199;p31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200" name="Google Shape;200;p3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1" name="Google Shape;201;p3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2" name="Google Shape;202;p3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3" name="Google Shape;203;p3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3" cy="1266614"/>
              </a:xfrm>
            </p:grpSpPr>
            <p:sp>
              <p:nvSpPr>
                <p:cNvPr id="204" name="Google Shape;204;p3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" name="Google Shape;205;p3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6" name="Google Shape;206;p3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207" name="Google Shape;207;p3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p3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9" name="Google Shape;209;p3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29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8" name="Google Shape;218;p29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20" name="Google Shape;220;p29"/>
          <p:cNvGrpSpPr/>
          <p:nvPr/>
        </p:nvGrpSpPr>
        <p:grpSpPr>
          <a:xfrm>
            <a:off x="487075" y="3743424"/>
            <a:ext cx="8733034" cy="1098996"/>
            <a:chOff x="487075" y="3743424"/>
            <a:chExt cx="8733034" cy="1098996"/>
          </a:xfrm>
        </p:grpSpPr>
        <p:sp>
          <p:nvSpPr>
            <p:cNvPr id="221" name="Google Shape;221;p29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" name="Google Shape;223;p29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24" name="Google Shape;224;p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6" name="Google Shape;226;p29"/>
          <p:cNvGrpSpPr/>
          <p:nvPr/>
        </p:nvGrpSpPr>
        <p:grpSpPr>
          <a:xfrm>
            <a:off x="197650" y="1003129"/>
            <a:ext cx="8689510" cy="2910487"/>
            <a:chOff x="197650" y="1003129"/>
            <a:chExt cx="8689510" cy="2910487"/>
          </a:xfrm>
        </p:grpSpPr>
        <p:sp>
          <p:nvSpPr>
            <p:cNvPr id="227" name="Google Shape;227;p29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9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30" name="Google Shape;230;p29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3" cy="1266614"/>
            </a:xfrm>
          </p:grpSpPr>
          <p:sp>
            <p:nvSpPr>
              <p:cNvPr id="231" name="Google Shape;231;p2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" name="Google Shape;233;p29"/>
            <p:cNvGrpSpPr/>
            <p:nvPr/>
          </p:nvGrpSpPr>
          <p:grpSpPr>
            <a:xfrm flipH="1" rot="10800000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234" name="Google Shape;234;p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39" name="Google Shape;239;p29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0" name="Google Shape;240;p29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41" name="Google Shape;241;p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45" name="Google Shape;245;p32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246" name="Google Shape;246;p32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2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8" name="Google Shape;248;p32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49" name="Google Shape;249;p3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1" name="Google Shape;251;p32"/>
          <p:cNvGrpSpPr/>
          <p:nvPr/>
        </p:nvGrpSpPr>
        <p:grpSpPr>
          <a:xfrm>
            <a:off x="-1181862" y="-331600"/>
            <a:ext cx="11020271" cy="5673388"/>
            <a:chOff x="-1181862" y="-331600"/>
            <a:chExt cx="11020271" cy="5673388"/>
          </a:xfrm>
        </p:grpSpPr>
        <p:grpSp>
          <p:nvGrpSpPr>
            <p:cNvPr id="252" name="Google Shape;252;p32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253" name="Google Shape;253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58" name="Google Shape;258;p32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59" name="Google Shape;259;p32"/>
            <p:cNvGrpSpPr/>
            <p:nvPr/>
          </p:nvGrpSpPr>
          <p:grpSpPr>
            <a:xfrm flipH="1" rot="10800000">
              <a:off x="8650689" y="182196"/>
              <a:ext cx="493321" cy="357312"/>
              <a:chOff x="1722354" y="229144"/>
              <a:chExt cx="1748743" cy="1266614"/>
            </a:xfrm>
          </p:grpSpPr>
          <p:sp>
            <p:nvSpPr>
              <p:cNvPr id="260" name="Google Shape;260;p3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" name="Google Shape;262;p32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63" name="Google Shape;263;p32"/>
            <p:cNvGrpSpPr/>
            <p:nvPr/>
          </p:nvGrpSpPr>
          <p:grpSpPr>
            <a:xfrm flipH="1" rot="-5400000">
              <a:off x="159064" y="4046096"/>
              <a:ext cx="493321" cy="357312"/>
              <a:chOff x="1722354" y="229144"/>
              <a:chExt cx="1748743" cy="1266614"/>
            </a:xfrm>
          </p:grpSpPr>
          <p:sp>
            <p:nvSpPr>
              <p:cNvPr id="264" name="Google Shape;264;p3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32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267" name="Google Shape;267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0" name="Google Shape;270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" name="Google Shape;271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72" name="Google Shape;272;p32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273" name="Google Shape;273;p32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3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79" name="Google Shape;279;p3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0" name="Google Shape;280;p33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281" name="Google Shape;281;p33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282" name="Google Shape;282;p33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33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285" name="Google Shape;285;p33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3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7" name="Google Shape;287;p33"/>
          <p:cNvGrpSpPr/>
          <p:nvPr/>
        </p:nvGrpSpPr>
        <p:grpSpPr>
          <a:xfrm>
            <a:off x="-867949" y="-315450"/>
            <a:ext cx="10098949" cy="5241213"/>
            <a:chOff x="-867949" y="-315450"/>
            <a:chExt cx="10098949" cy="5241213"/>
          </a:xfrm>
        </p:grpSpPr>
        <p:sp>
          <p:nvSpPr>
            <p:cNvPr id="288" name="Google Shape;288;p33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89" name="Google Shape;289;p33"/>
            <p:cNvGrpSpPr/>
            <p:nvPr/>
          </p:nvGrpSpPr>
          <p:grpSpPr>
            <a:xfrm flipH="1" rot="-5400000">
              <a:off x="8430782" y="4500446"/>
              <a:ext cx="493321" cy="357312"/>
              <a:chOff x="1722354" y="229144"/>
              <a:chExt cx="1748743" cy="1266614"/>
            </a:xfrm>
          </p:grpSpPr>
          <p:sp>
            <p:nvSpPr>
              <p:cNvPr id="290" name="Google Shape;290;p3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" name="Google Shape;292;p33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93" name="Google Shape;293;p33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3" cy="1266614"/>
            </a:xfrm>
          </p:grpSpPr>
          <p:sp>
            <p:nvSpPr>
              <p:cNvPr id="294" name="Google Shape;294;p3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6" name="Google Shape;296;p33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297" name="Google Shape;297;p3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3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3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0" name="Google Shape;300;p3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1" name="Google Shape;301;p3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02" name="Google Shape;302;p33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303" name="Google Shape;303;p33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3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07" name="Google Shape;307;p34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308" name="Google Shape;308;p3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34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34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34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312" name="Google Shape;312;p34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4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34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315" name="Google Shape;315;p34"/>
            <p:cNvGrpSpPr/>
            <p:nvPr/>
          </p:nvGrpSpPr>
          <p:grpSpPr>
            <a:xfrm flipH="1" rot="10800000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316" name="Google Shape;316;p34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34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18" name="Google Shape;318;p34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" name="Google Shape;319;p34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320" name="Google Shape;320;p34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34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2" name="Google Shape;322;p34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34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324" name="Google Shape;324;p34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5" name="Google Shape;325;p34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34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34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34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3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3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3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3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3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34" name="Google Shape;334;p34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335" name="Google Shape;335;p34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336" name="Google Shape;336;p34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337" name="Google Shape;337;p34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338" name="Google Shape;338;p34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34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0" name="Google Shape;340;p34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341" name="Google Shape;341;p34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34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3" name="Google Shape;343;p34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344" name="Google Shape;344;p3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8" name="Google Shape;348;p35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9" name="Google Shape;349;p35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35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351" name="Google Shape;351;p35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352" name="Google Shape;352;p35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35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4" name="Google Shape;354;p35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35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356" name="Google Shape;356;p35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35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8" name="Google Shape;358;p35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35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360" name="Google Shape;360;p35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35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62" name="Google Shape;362;p35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3" name="Google Shape;363;p35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364" name="Google Shape;364;p35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35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35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35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35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3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3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3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3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3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74" name="Google Shape;374;p35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375" name="Google Shape;375;p35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376" name="Google Shape;376;p35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5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35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379" name="Google Shape;379;p35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380" name="Google Shape;380;p35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5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5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5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35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385" name="Google Shape;385;p35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5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-530043" y="-2869459"/>
            <a:ext cx="9459678" cy="5795406"/>
            <a:chOff x="-530043" y="-2869459"/>
            <a:chExt cx="9459678" cy="5795406"/>
          </a:xfrm>
        </p:grpSpPr>
        <p:grpSp>
          <p:nvGrpSpPr>
            <p:cNvPr id="390" name="Google Shape;390;p36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391" name="Google Shape;391;p36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36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93" name="Google Shape;393;p36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36"/>
            <p:cNvGrpSpPr/>
            <p:nvPr/>
          </p:nvGrpSpPr>
          <p:grpSpPr>
            <a:xfrm flipH="1" rot="5400000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395" name="Google Shape;395;p36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36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36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36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36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3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3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3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3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3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05" name="Google Shape;405;p36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406" name="Google Shape;406;p36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407" name="Google Shape;407;p36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8" name="Google Shape;408;p36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09" name="Google Shape;409;p36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" name="Google Shape;410;p36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411" name="Google Shape;411;p3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3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3" name="Google Shape;413;p36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414" name="Google Shape;414;p36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36"/>
          <p:cNvGrpSpPr/>
          <p:nvPr/>
        </p:nvGrpSpPr>
        <p:grpSpPr>
          <a:xfrm>
            <a:off x="-201759" y="1366772"/>
            <a:ext cx="9923303" cy="3117921"/>
            <a:chOff x="-201759" y="1366772"/>
            <a:chExt cx="9923303" cy="3117921"/>
          </a:xfrm>
        </p:grpSpPr>
        <p:grpSp>
          <p:nvGrpSpPr>
            <p:cNvPr id="417" name="Google Shape;417;p36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418" name="Google Shape;418;p36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6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" name="Google Shape;420;p36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421" name="Google Shape;421;p36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6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" name="Google Shape;423;p36"/>
            <p:cNvGrpSpPr/>
            <p:nvPr/>
          </p:nvGrpSpPr>
          <p:grpSpPr>
            <a:xfrm flipH="1" rot="5400000">
              <a:off x="254632" y="910381"/>
              <a:ext cx="247278" cy="1160061"/>
              <a:chOff x="1463894" y="1434556"/>
              <a:chExt cx="247278" cy="1160061"/>
            </a:xfrm>
          </p:grpSpPr>
          <p:sp>
            <p:nvSpPr>
              <p:cNvPr id="424" name="Google Shape;424;p36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6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430" name="Google Shape;430;p38"/>
          <p:cNvGrpSpPr/>
          <p:nvPr/>
        </p:nvGrpSpPr>
        <p:grpSpPr>
          <a:xfrm>
            <a:off x="248963" y="1017730"/>
            <a:ext cx="8980468" cy="3860779"/>
            <a:chOff x="248963" y="1017730"/>
            <a:chExt cx="8980468" cy="3860779"/>
          </a:xfrm>
        </p:grpSpPr>
        <p:sp>
          <p:nvSpPr>
            <p:cNvPr id="431" name="Google Shape;431;p38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3" name="Google Shape;433;p38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434" name="Google Shape;434;p3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6" name="Google Shape;436;p38"/>
          <p:cNvGrpSpPr/>
          <p:nvPr/>
        </p:nvGrpSpPr>
        <p:grpSpPr>
          <a:xfrm>
            <a:off x="250498" y="1721188"/>
            <a:ext cx="8259949" cy="2990485"/>
            <a:chOff x="250498" y="1721188"/>
            <a:chExt cx="8259949" cy="2990485"/>
          </a:xfrm>
        </p:grpSpPr>
        <p:sp>
          <p:nvSpPr>
            <p:cNvPr id="437" name="Google Shape;437;p38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8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38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440" name="Google Shape;440;p38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441" name="Google Shape;441;p38"/>
            <p:cNvGrpSpPr/>
            <p:nvPr/>
          </p:nvGrpSpPr>
          <p:grpSpPr>
            <a:xfrm flipH="1" rot="-5400000">
              <a:off x="7449713" y="4739627"/>
              <a:ext cx="493321" cy="357312"/>
              <a:chOff x="1722354" y="229144"/>
              <a:chExt cx="1748743" cy="1266614"/>
            </a:xfrm>
          </p:grpSpPr>
          <p:sp>
            <p:nvSpPr>
              <p:cNvPr id="442" name="Google Shape;442;p3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4" name="Google Shape;444;p38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445" name="Google Shape;445;p38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446" name="Google Shape;446;p3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7" name="Google Shape;447;p3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" name="Google Shape;448;p3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9" name="Google Shape;449;p3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0" name="Google Shape;450;p3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51" name="Google Shape;451;p3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4" name="Google Shape;454;p39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55" name="Google Shape;455;p39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8"/>
          </a:xfrm>
        </p:grpSpPr>
        <p:cxnSp>
          <p:nvCxnSpPr>
            <p:cNvPr id="456" name="Google Shape;456;p39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39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8" name="Google Shape;458;p39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39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460" name="Google Shape;460;p39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9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3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65" name="Google Shape;465;p40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40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40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p40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40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1" name="Google Shape;471;p40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2" name="Google Shape;472;p40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3" name="Google Shape;473;p40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4" name="Google Shape;474;p40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5" name="Google Shape;475;p40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6" name="Google Shape;476;p40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77" name="Google Shape;477;p40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478" name="Google Shape;478;p40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0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0" name="Google Shape;480;p40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4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3" name="Google Shape;483;p40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40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0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40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487" name="Google Shape;487;p40"/>
            <p:cNvGrpSpPr/>
            <p:nvPr/>
          </p:nvGrpSpPr>
          <p:grpSpPr>
            <a:xfrm flipH="1" rot="10800000">
              <a:off x="8269288" y="182196"/>
              <a:ext cx="493321" cy="357312"/>
              <a:chOff x="1722354" y="229144"/>
              <a:chExt cx="1748743" cy="1266614"/>
            </a:xfrm>
          </p:grpSpPr>
          <p:sp>
            <p:nvSpPr>
              <p:cNvPr id="488" name="Google Shape;488;p4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4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40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4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2" name="Google Shape;492;p4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3" name="Google Shape;493;p4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4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4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96" name="Google Shape;496;p40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7" name="Google Shape;497;p40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498" name="Google Shape;498;p4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1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01" name="Google Shape;501;p41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41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03" name="Google Shape;503;p41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41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505" name="Google Shape;505;p41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41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41"/>
          <p:cNvGrpSpPr/>
          <p:nvPr/>
        </p:nvGrpSpPr>
        <p:grpSpPr>
          <a:xfrm>
            <a:off x="-739800" y="415860"/>
            <a:ext cx="10142603" cy="2150258"/>
            <a:chOff x="-739800" y="415860"/>
            <a:chExt cx="10142603" cy="2150258"/>
          </a:xfrm>
        </p:grpSpPr>
        <p:grpSp>
          <p:nvGrpSpPr>
            <p:cNvPr id="508" name="Google Shape;508;p41"/>
            <p:cNvGrpSpPr/>
            <p:nvPr/>
          </p:nvGrpSpPr>
          <p:grpSpPr>
            <a:xfrm rot="5400000">
              <a:off x="8699133" y="-40531"/>
              <a:ext cx="247278" cy="1160061"/>
              <a:chOff x="1463894" y="1434556"/>
              <a:chExt cx="247278" cy="1160061"/>
            </a:xfrm>
          </p:grpSpPr>
          <p:sp>
            <p:nvSpPr>
              <p:cNvPr id="509" name="Google Shape;509;p4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1" name="Google Shape;511;p41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4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4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" name="Google Shape;514;p41"/>
          <p:cNvGrpSpPr/>
          <p:nvPr/>
        </p:nvGrpSpPr>
        <p:grpSpPr>
          <a:xfrm>
            <a:off x="-1303829" y="-3621215"/>
            <a:ext cx="10223939" cy="10252965"/>
            <a:chOff x="-1340979" y="-3183302"/>
            <a:chExt cx="10223939" cy="10252965"/>
          </a:xfrm>
        </p:grpSpPr>
        <p:grpSp>
          <p:nvGrpSpPr>
            <p:cNvPr id="515" name="Google Shape;515;p41"/>
            <p:cNvGrpSpPr/>
            <p:nvPr/>
          </p:nvGrpSpPr>
          <p:grpSpPr>
            <a:xfrm>
              <a:off x="1836073" y="2152995"/>
              <a:ext cx="7046887" cy="4916668"/>
              <a:chOff x="1836073" y="2152995"/>
              <a:chExt cx="7046887" cy="4916668"/>
            </a:xfrm>
          </p:grpSpPr>
          <p:grpSp>
            <p:nvGrpSpPr>
              <p:cNvPr id="516" name="Google Shape;516;p41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4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8" name="Google Shape;518;p4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19" name="Google Shape;519;p4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0" name="Google Shape;520;p41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521" name="Google Shape;521;p4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2" name="Google Shape;522;p4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23" name="Google Shape;523;p4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24" name="Google Shape;524;p41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25" name="Google Shape;525;p41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3" cy="1266614"/>
            </a:xfrm>
          </p:grpSpPr>
          <p:sp>
            <p:nvSpPr>
              <p:cNvPr id="526" name="Google Shape;526;p4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4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8" name="Google Shape;528;p41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4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4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4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4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4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4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4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4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4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8" name="Google Shape;538;p4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1" name="Google Shape;541;p42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42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2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42"/>
          <p:cNvGrpSpPr/>
          <p:nvPr/>
        </p:nvGrpSpPr>
        <p:grpSpPr>
          <a:xfrm>
            <a:off x="1588038" y="2433589"/>
            <a:ext cx="7438818" cy="2528056"/>
            <a:chOff x="1588038" y="2433589"/>
            <a:chExt cx="7438818" cy="2528056"/>
          </a:xfrm>
        </p:grpSpPr>
        <p:grpSp>
          <p:nvGrpSpPr>
            <p:cNvPr id="545" name="Google Shape;545;p42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42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42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8" name="Google Shape;548;p42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42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42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1" name="Google Shape;551;p4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p42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42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42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555" name="Google Shape;555;p42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556" name="Google Shape;556;p42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42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8" name="Google Shape;558;p42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9" name="Google Shape;559;p42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0" name="Google Shape;560;p42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1" name="Google Shape;561;p42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62" name="Google Shape;562;p42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3" cy="1266614"/>
            </a:xfrm>
          </p:grpSpPr>
          <p:sp>
            <p:nvSpPr>
              <p:cNvPr id="563" name="Google Shape;563;p4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4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67" name="Google Shape;567;p43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568" name="Google Shape;568;p43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3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0" name="Google Shape;570;p43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4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3" name="Google Shape;573;p43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43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3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p43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577" name="Google Shape;577;p43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78" name="Google Shape;578;p43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579" name="Google Shape;579;p43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580" name="Google Shape;580;p43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3" cy="1266614"/>
                </a:xfrm>
              </p:grpSpPr>
              <p:sp>
                <p:nvSpPr>
                  <p:cNvPr id="581" name="Google Shape;581;p43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43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83" name="Google Shape;583;p43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584" name="Google Shape;584;p43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43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" name="Google Shape;586;p43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" name="Google Shape;587;p43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8" name="Google Shape;588;p43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9" name="Google Shape;589;p43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590" name="Google Shape;590;p4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3" name="Google Shape;593;p44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p44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44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44"/>
          <p:cNvGrpSpPr/>
          <p:nvPr/>
        </p:nvGrpSpPr>
        <p:grpSpPr>
          <a:xfrm>
            <a:off x="-563925" y="0"/>
            <a:ext cx="7843828" cy="1111343"/>
            <a:chOff x="-563925" y="0"/>
            <a:chExt cx="7843828" cy="1111343"/>
          </a:xfrm>
        </p:grpSpPr>
        <p:grpSp>
          <p:nvGrpSpPr>
            <p:cNvPr id="597" name="Google Shape;597;p44"/>
            <p:cNvGrpSpPr/>
            <p:nvPr/>
          </p:nvGrpSpPr>
          <p:grpSpPr>
            <a:xfrm rot="5400000">
              <a:off x="6576233" y="-80606"/>
              <a:ext cx="247278" cy="1160061"/>
              <a:chOff x="1463894" y="1434556"/>
              <a:chExt cx="247278" cy="1160061"/>
            </a:xfrm>
          </p:grpSpPr>
          <p:sp>
            <p:nvSpPr>
              <p:cNvPr id="598" name="Google Shape;598;p44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44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44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4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4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4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4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7" name="Google Shape;607;p4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4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4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0" name="Google Shape;610;p45"/>
          <p:cNvGrpSpPr/>
          <p:nvPr/>
        </p:nvGrpSpPr>
        <p:grpSpPr>
          <a:xfrm>
            <a:off x="-796768" y="-1090157"/>
            <a:ext cx="11445399" cy="6549695"/>
            <a:chOff x="-796766" y="-1090157"/>
            <a:chExt cx="11445399" cy="6549695"/>
          </a:xfrm>
        </p:grpSpPr>
        <p:sp>
          <p:nvSpPr>
            <p:cNvPr id="611" name="Google Shape;611;p4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12" name="Google Shape;612;p4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3" cy="1266614"/>
            </a:xfrm>
          </p:grpSpPr>
          <p:sp>
            <p:nvSpPr>
              <p:cNvPr id="613" name="Google Shape;613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5" name="Google Shape;615;p4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16" name="Google Shape;616;p45"/>
            <p:cNvGrpSpPr/>
            <p:nvPr/>
          </p:nvGrpSpPr>
          <p:grpSpPr>
            <a:xfrm flipH="1" rot="-5400000">
              <a:off x="8489086" y="4163846"/>
              <a:ext cx="493321" cy="357312"/>
              <a:chOff x="1722354" y="229144"/>
              <a:chExt cx="1748743" cy="1266614"/>
            </a:xfrm>
          </p:grpSpPr>
          <p:sp>
            <p:nvSpPr>
              <p:cNvPr id="617" name="Google Shape;617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" name="Google Shape;619;p45"/>
            <p:cNvGrpSpPr/>
            <p:nvPr/>
          </p:nvGrpSpPr>
          <p:grpSpPr>
            <a:xfrm flipH="1" rot="5400000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4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4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4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4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4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25" name="Google Shape;625;p4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4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p4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4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4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3" name="Google Shape;633;p4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4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4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6" name="Google Shape;636;p46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637" name="Google Shape;637;p4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4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4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3" cy="1266614"/>
            </a:xfrm>
          </p:grpSpPr>
          <p:sp>
            <p:nvSpPr>
              <p:cNvPr id="641" name="Google Shape;641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3" name="Google Shape;643;p46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4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5" name="Google Shape;645;p4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6" name="Google Shape;646;p4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4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4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49" name="Google Shape;649;p46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50" name="Google Shape;650;p46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651" name="Google Shape;651;p4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b499654e41_0_682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57" name="Google Shape;657;g3b499654e41_0_682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658" name="Google Shape;658;g3b499654e41_0_68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659" name="Google Shape;659;g3b499654e41_0_682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b499654e41_0_682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g3b499654e41_0_682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662" name="Google Shape;662;g3b499654e41_0_68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b499654e41_0_68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g3b499654e41_0_682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665" name="Google Shape;665;g3b499654e41_0_68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g3b499654e41_0_68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7" name="Google Shape;667;g3b499654e41_0_682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g3b499654e41_0_682"/>
          <p:cNvGrpSpPr/>
          <p:nvPr/>
        </p:nvGrpSpPr>
        <p:grpSpPr>
          <a:xfrm rot="-5400000">
            <a:off x="8388339" y="1273397"/>
            <a:ext cx="493320" cy="357312"/>
            <a:chOff x="1722354" y="229144"/>
            <a:chExt cx="1748743" cy="1266614"/>
          </a:xfrm>
        </p:grpSpPr>
        <p:sp>
          <p:nvSpPr>
            <p:cNvPr id="669" name="Google Shape;669;g3b499654e41_0_68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b499654e41_0_68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499654e41_0_6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3" name="Google Shape;673;g3b499654e41_0_698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4" name="Google Shape;674;g3b499654e41_0_698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5" name="Google Shape;675;g3b499654e41_0_698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6" name="Google Shape;676;g3b499654e41_0_698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7" name="Google Shape;677;g3b499654e41_0_698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8" name="Google Shape;678;g3b499654e41_0_698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679" name="Google Shape;679;g3b499654e41_0_698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0" name="Google Shape;680;g3b499654e41_0_698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1" name="Google Shape;681;g3b499654e41_0_698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2" name="Google Shape;682;g3b499654e41_0_698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3" name="Google Shape;683;g3b499654e41_0_698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4" name="Google Shape;684;g3b499654e41_0_698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685" name="Google Shape;685;g3b499654e41_0_698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686" name="Google Shape;686;g3b499654e41_0_698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687" name="Google Shape;687;g3b499654e41_0_698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g3b499654e41_0_698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9" name="Google Shape;689;g3b499654e41_0_698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690" name="Google Shape;690;g3b499654e41_0_698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g3b499654e41_0_698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2" name="Google Shape;692;g3b499654e41_0_698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693" name="Google Shape;693;g3b499654e41_0_698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g3b499654e41_0_698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95" name="Google Shape;695;g3b499654e41_0_698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696" name="Google Shape;696;g3b499654e41_0_698"/>
            <p:cNvGrpSpPr/>
            <p:nvPr/>
          </p:nvGrpSpPr>
          <p:grpSpPr>
            <a:xfrm flipH="1">
              <a:off x="8221608" y="1714746"/>
              <a:ext cx="493320" cy="357312"/>
              <a:chOff x="1722354" y="229144"/>
              <a:chExt cx="1748743" cy="1266614"/>
            </a:xfrm>
          </p:grpSpPr>
          <p:sp>
            <p:nvSpPr>
              <p:cNvPr id="697" name="Google Shape;697;g3b499654e41_0_69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g3b499654e41_0_69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" name="Google Shape;699;g3b499654e41_0_698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700" name="Google Shape;700;g3b499654e41_0_698"/>
            <p:cNvGrpSpPr/>
            <p:nvPr/>
          </p:nvGrpSpPr>
          <p:grpSpPr>
            <a:xfrm>
              <a:off x="8527396" y="539491"/>
              <a:ext cx="1345511" cy="273510"/>
              <a:chOff x="-6675" y="2881558"/>
              <a:chExt cx="9140700" cy="2059567"/>
            </a:xfrm>
          </p:grpSpPr>
          <p:cxnSp>
            <p:nvCxnSpPr>
              <p:cNvPr id="701" name="Google Shape;701;g3b499654e41_0_69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2" name="Google Shape;702;g3b499654e41_0_69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3" name="Google Shape;703;g3b499654e41_0_69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" name="Google Shape;704;g3b499654e41_0_69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5" name="Google Shape;705;g3b499654e41_0_69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06" name="Google Shape;706;g3b499654e41_0_698"/>
            <p:cNvGrpSpPr/>
            <p:nvPr/>
          </p:nvGrpSpPr>
          <p:grpSpPr>
            <a:xfrm rot="10800000">
              <a:off x="-556748" y="2551974"/>
              <a:ext cx="1029243" cy="273510"/>
              <a:chOff x="-6675" y="2881558"/>
              <a:chExt cx="9140700" cy="2059567"/>
            </a:xfrm>
          </p:grpSpPr>
          <p:cxnSp>
            <p:nvCxnSpPr>
              <p:cNvPr id="707" name="Google Shape;707;g3b499654e41_0_69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8" name="Google Shape;708;g3b499654e41_0_69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9" name="Google Shape;709;g3b499654e41_0_69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0" name="Google Shape;710;g3b499654e41_0_69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1" name="Google Shape;711;g3b499654e41_0_69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12" name="Google Shape;712;g3b499654e41_0_698"/>
          <p:cNvGrpSpPr/>
          <p:nvPr/>
        </p:nvGrpSpPr>
        <p:grpSpPr>
          <a:xfrm>
            <a:off x="-160350" y="1017736"/>
            <a:ext cx="9034618" cy="1344542"/>
            <a:chOff x="-160350" y="1017736"/>
            <a:chExt cx="9034618" cy="1344542"/>
          </a:xfrm>
        </p:grpSpPr>
        <p:sp>
          <p:nvSpPr>
            <p:cNvPr id="713" name="Google Shape;713;g3b499654e41_0_698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b499654e41_0_698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5" name="Google Shape;715;g3b499654e41_0_69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499654e41_0_743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8" name="Google Shape;718;g3b499654e41_0_743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719" name="Google Shape;719;g3b499654e41_0_74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720" name="Google Shape;720;g3b499654e41_0_74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1" name="Google Shape;721;g3b499654e41_0_74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2" name="Google Shape;722;g3b499654e41_0_74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3" name="Google Shape;723;g3b499654e41_0_74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4" name="Google Shape;724;g3b499654e41_0_74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5" name="Google Shape;725;g3b499654e41_0_74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6" name="Google Shape;726;g3b499654e41_0_74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7" name="Google Shape;727;g3b499654e41_0_74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8" name="Google Shape;728;g3b499654e41_0_74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g3b499654e41_0_74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30" name="Google Shape;730;g3b499654e41_0_743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731" name="Google Shape;731;g3b499654e41_0_74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732" name="Google Shape;732;g3b499654e41_0_74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g3b499654e41_0_74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4" name="Google Shape;734;g3b499654e41_0_74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735" name="Google Shape;735;g3b499654e41_0_74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g3b499654e41_0_74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499654e41_0_7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39" name="Google Shape;739;g3b499654e41_0_764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0" name="Google Shape;740;g3b499654e41_0_764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1" name="Google Shape;741;g3b499654e41_0_764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42" name="Google Shape;742;g3b499654e41_0_764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743" name="Google Shape;743;g3b499654e41_0_764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744" name="Google Shape;744;g3b499654e41_0_764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b499654e41_0_764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6" name="Google Shape;746;g3b499654e41_0_76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747" name="Google Shape;747;g3b499654e41_0_76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g3b499654e41_0_76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9" name="Google Shape;749;g3b499654e41_0_764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750" name="Google Shape;750;g3b499654e41_0_764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751" name="Google Shape;751;g3b499654e41_0_764"/>
            <p:cNvGrpSpPr/>
            <p:nvPr/>
          </p:nvGrpSpPr>
          <p:grpSpPr>
            <a:xfrm rot="10800000">
              <a:off x="29437" y="1468071"/>
              <a:ext cx="493320" cy="357312"/>
              <a:chOff x="2199401" y="229144"/>
              <a:chExt cx="1748743" cy="1266614"/>
            </a:xfrm>
          </p:grpSpPr>
          <p:sp>
            <p:nvSpPr>
              <p:cNvPr id="752" name="Google Shape;752;g3b499654e41_0_764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g3b499654e41_0_764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4" name="Google Shape;754;g3b499654e41_0_764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755" name="Google Shape;755;g3b499654e41_0_764"/>
            <p:cNvGrpSpPr/>
            <p:nvPr/>
          </p:nvGrpSpPr>
          <p:grpSpPr>
            <a:xfrm flipH="1">
              <a:off x="8212963" y="4702316"/>
              <a:ext cx="965258" cy="273510"/>
              <a:chOff x="-6675" y="2881558"/>
              <a:chExt cx="9140700" cy="2059567"/>
            </a:xfrm>
          </p:grpSpPr>
          <p:cxnSp>
            <p:nvCxnSpPr>
              <p:cNvPr id="756" name="Google Shape;756;g3b499654e41_0_76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7" name="Google Shape;757;g3b499654e41_0_76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g3b499654e41_0_76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9" name="Google Shape;759;g3b499654e41_0_76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g3b499654e41_0_76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61" name="Google Shape;761;g3b499654e41_0_764"/>
          <p:cNvGrpSpPr/>
          <p:nvPr/>
        </p:nvGrpSpPr>
        <p:grpSpPr>
          <a:xfrm>
            <a:off x="342875" y="2524661"/>
            <a:ext cx="8713622" cy="1947137"/>
            <a:chOff x="342875" y="2524661"/>
            <a:chExt cx="8713622" cy="1947137"/>
          </a:xfrm>
        </p:grpSpPr>
        <p:sp>
          <p:nvSpPr>
            <p:cNvPr id="762" name="Google Shape;762;g3b499654e41_0_764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b499654e41_0_764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4" name="Google Shape;764;g3b499654e41_0_76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b499654e41_0_7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7" name="Google Shape;767;g3b499654e41_0_792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8" name="Google Shape;768;g3b499654e41_0_792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9" name="Google Shape;769;g3b499654e41_0_792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0" name="Google Shape;770;g3b499654e41_0_792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71" name="Google Shape;771;g3b499654e41_0_792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72" name="Google Shape;772;g3b499654e41_0_792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773" name="Google Shape;773;g3b499654e41_0_792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774" name="Google Shape;774;g3b499654e41_0_792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b499654e41_0_792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6" name="Google Shape;776;g3b499654e41_0_792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777" name="Google Shape;777;g3b499654e41_0_79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g3b499654e41_0_79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9" name="Google Shape;779;g3b499654e41_0_792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780" name="Google Shape;780;g3b499654e41_0_792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b499654e41_0_792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2" name="Google Shape;782;g3b499654e41_0_792"/>
          <p:cNvGrpSpPr/>
          <p:nvPr/>
        </p:nvGrpSpPr>
        <p:grpSpPr>
          <a:xfrm>
            <a:off x="260199" y="-534009"/>
            <a:ext cx="8742926" cy="5946659"/>
            <a:chOff x="260199" y="-534009"/>
            <a:chExt cx="8742926" cy="5946659"/>
          </a:xfrm>
        </p:grpSpPr>
        <p:grpSp>
          <p:nvGrpSpPr>
            <p:cNvPr id="783" name="Google Shape;783;g3b499654e41_0_792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784" name="Google Shape;784;g3b499654e41_0_79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5" name="Google Shape;785;g3b499654e41_0_79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g3b499654e41_0_79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g3b499654e41_0_79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g3b499654e41_0_79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89" name="Google Shape;789;g3b499654e41_0_792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790" name="Google Shape;790;g3b499654e41_0_792"/>
            <p:cNvGrpSpPr/>
            <p:nvPr/>
          </p:nvGrpSpPr>
          <p:grpSpPr>
            <a:xfrm>
              <a:off x="260199" y="3089575"/>
              <a:ext cx="493320" cy="2323075"/>
              <a:chOff x="260199" y="3089575"/>
              <a:chExt cx="493320" cy="2323075"/>
            </a:xfrm>
          </p:grpSpPr>
          <p:grpSp>
            <p:nvGrpSpPr>
              <p:cNvPr id="791" name="Google Shape;791;g3b499654e41_0_792"/>
              <p:cNvGrpSpPr/>
              <p:nvPr/>
            </p:nvGrpSpPr>
            <p:grpSpPr>
              <a:xfrm rot="10800000">
                <a:off x="260199" y="36457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792" name="Google Shape;792;g3b499654e41_0_792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g3b499654e41_0_792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94" name="Google Shape;794;g3b499654e41_0_792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795" name="Google Shape;795;g3b499654e41_0_79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b499654e41_0_8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98" name="Google Shape;798;g3b499654e41_0_823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9" name="Google Shape;799;g3b499654e41_0_823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g3b499654e41_0_823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1" name="Google Shape;801;g3b499654e41_0_823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2" name="Google Shape;802;g3b499654e41_0_823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803" name="Google Shape;803;g3b499654e41_0_823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804" name="Google Shape;804;g3b499654e41_0_823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805" name="Google Shape;805;g3b499654e41_0_823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806" name="Google Shape;806;g3b499654e41_0_823"/>
          <p:cNvGrpSpPr/>
          <p:nvPr/>
        </p:nvGrpSpPr>
        <p:grpSpPr>
          <a:xfrm>
            <a:off x="487075" y="3743424"/>
            <a:ext cx="8733034" cy="1098995"/>
            <a:chOff x="487075" y="3743424"/>
            <a:chExt cx="8733034" cy="1098995"/>
          </a:xfrm>
        </p:grpSpPr>
        <p:sp>
          <p:nvSpPr>
            <p:cNvPr id="807" name="Google Shape;807;g3b499654e41_0_823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b499654e41_0_823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g3b499654e41_0_823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810" name="Google Shape;810;g3b499654e41_0_8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g3b499654e41_0_8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12" name="Google Shape;812;g3b499654e41_0_823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813" name="Google Shape;813;g3b499654e41_0_823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b499654e41_0_823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g3b499654e41_0_823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816" name="Google Shape;816;g3b499654e41_0_823"/>
            <p:cNvGrpSpPr/>
            <p:nvPr/>
          </p:nvGrpSpPr>
          <p:grpSpPr>
            <a:xfrm rot="-5400000">
              <a:off x="8362773" y="2998997"/>
              <a:ext cx="493320" cy="357312"/>
              <a:chOff x="1722354" y="229144"/>
              <a:chExt cx="1748743" cy="1266614"/>
            </a:xfrm>
          </p:grpSpPr>
          <p:sp>
            <p:nvSpPr>
              <p:cNvPr id="817" name="Google Shape;817;g3b499654e41_0_8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g3b499654e41_0_8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9" name="Google Shape;819;g3b499654e41_0_823"/>
            <p:cNvGrpSpPr/>
            <p:nvPr/>
          </p:nvGrpSpPr>
          <p:grpSpPr>
            <a:xfrm flipH="1" rot="10800000">
              <a:off x="8505734" y="1680043"/>
              <a:ext cx="965258" cy="273510"/>
              <a:chOff x="-6675" y="2881558"/>
              <a:chExt cx="9140700" cy="2059567"/>
            </a:xfrm>
          </p:grpSpPr>
          <p:cxnSp>
            <p:nvCxnSpPr>
              <p:cNvPr id="820" name="Google Shape;820;g3b499654e41_0_8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1" name="Google Shape;821;g3b499654e41_0_8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g3b499654e41_0_8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g3b499654e41_0_8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4" name="Google Shape;824;g3b499654e41_0_8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25" name="Google Shape;825;g3b499654e41_0_823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26" name="Google Shape;826;g3b499654e41_0_823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827" name="Google Shape;827;g3b499654e41_0_8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499654e41_0_8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30" name="Google Shape;830;g3b499654e41_0_855"/>
          <p:cNvGrpSpPr/>
          <p:nvPr/>
        </p:nvGrpSpPr>
        <p:grpSpPr>
          <a:xfrm>
            <a:off x="-918332" y="-1192757"/>
            <a:ext cx="9848838" cy="7993544"/>
            <a:chOff x="-918332" y="-1192756"/>
            <a:chExt cx="9848838" cy="7993544"/>
          </a:xfrm>
        </p:grpSpPr>
        <p:grpSp>
          <p:nvGrpSpPr>
            <p:cNvPr id="831" name="Google Shape;831;g3b499654e41_0_855"/>
            <p:cNvGrpSpPr/>
            <p:nvPr/>
          </p:nvGrpSpPr>
          <p:grpSpPr>
            <a:xfrm flipH="1" rot="5400000">
              <a:off x="-385150" y="4070828"/>
              <a:ext cx="2196777" cy="3263142"/>
              <a:chOff x="308728" y="2619343"/>
              <a:chExt cx="2007289" cy="2981400"/>
            </a:xfrm>
          </p:grpSpPr>
          <p:cxnSp>
            <p:nvCxnSpPr>
              <p:cNvPr id="832" name="Google Shape;832;g3b499654e41_0_855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3" name="Google Shape;833;g3b499654e41_0_855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34" name="Google Shape;834;g3b499654e41_0_855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g3b499654e41_0_855"/>
            <p:cNvGrpSpPr/>
            <p:nvPr/>
          </p:nvGrpSpPr>
          <p:grpSpPr>
            <a:xfrm>
              <a:off x="6549025" y="-95200"/>
              <a:ext cx="2381480" cy="750488"/>
              <a:chOff x="6549025" y="-95200"/>
              <a:chExt cx="2381480" cy="750488"/>
            </a:xfrm>
          </p:grpSpPr>
          <p:grpSp>
            <p:nvGrpSpPr>
              <p:cNvPr id="836" name="Google Shape;836;g3b499654e41_0_855"/>
              <p:cNvGrpSpPr/>
              <p:nvPr/>
            </p:nvGrpSpPr>
            <p:grpSpPr>
              <a:xfrm rot="-5400000">
                <a:off x="8505189" y="229972"/>
                <a:ext cx="493320" cy="357312"/>
                <a:chOff x="1722354" y="229144"/>
                <a:chExt cx="1748743" cy="1266614"/>
              </a:xfrm>
            </p:grpSpPr>
            <p:sp>
              <p:nvSpPr>
                <p:cNvPr id="837" name="Google Shape;837;g3b499654e41_0_855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" name="Google Shape;838;g3b499654e41_0_855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9" name="Google Shape;839;g3b499654e41_0_855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840" name="Google Shape;840;g3b499654e41_0_855"/>
            <p:cNvGrpSpPr/>
            <p:nvPr/>
          </p:nvGrpSpPr>
          <p:grpSpPr>
            <a:xfrm rot="5400000">
              <a:off x="6896425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841" name="Google Shape;841;g3b499654e41_0_85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2" name="Google Shape;842;g3b499654e41_0_85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3" name="Google Shape;843;g3b499654e41_0_85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4" name="Google Shape;844;g3b499654e41_0_85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5" name="Google Shape;845;g3b499654e41_0_85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46" name="Google Shape;846;g3b499654e41_0_855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847" name="Google Shape;847;g3b499654e41_0_855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848" name="Google Shape;848;g3b499654e41_0_855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g3b499654e41_0_855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0" name="Google Shape;850;g3b499654e41_0_855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851" name="Google Shape;851;g3b499654e41_0_855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g3b499654e41_0_855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3" name="Google Shape;853;g3b499654e41_0_855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854" name="Google Shape;854;g3b499654e41_0_855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3b499654e41_0_855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6" name="Google Shape;856;g3b499654e41_0_85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b499654e41_0_884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9" name="Google Shape;859;g3b499654e41_0_884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60" name="Google Shape;860;g3b499654e41_0_884"/>
          <p:cNvGrpSpPr/>
          <p:nvPr/>
        </p:nvGrpSpPr>
        <p:grpSpPr>
          <a:xfrm>
            <a:off x="320869" y="892488"/>
            <a:ext cx="5247943" cy="4005529"/>
            <a:chOff x="320869" y="892488"/>
            <a:chExt cx="5247943" cy="4005529"/>
          </a:xfrm>
        </p:grpSpPr>
        <p:sp>
          <p:nvSpPr>
            <p:cNvPr id="861" name="Google Shape;861;g3b499654e41_0_884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3b499654e41_0_884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g3b499654e41_0_884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864" name="Google Shape;864;g3b499654e41_0_884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865" name="Google Shape;865;g3b499654e41_0_884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66" name="Google Shape;866;g3b499654e41_0_884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867" name="Google Shape;867;g3b499654e41_0_884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8" name="Google Shape;868;g3b499654e41_0_884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69" name="Google Shape;869;g3b499654e41_0_884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870" name="Google Shape;870;g3b499654e41_0_88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g3b499654e41_0_88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2" name="Google Shape;872;g3b499654e41_0_884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873" name="Google Shape;873;g3b499654e41_0_884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874" name="Google Shape;874;g3b499654e41_0_884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8" cy="7390555"/>
              </a:xfrm>
            </p:grpSpPr>
            <p:cxnSp>
              <p:nvCxnSpPr>
                <p:cNvPr id="875" name="Google Shape;875;g3b499654e41_0_884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6" name="Google Shape;876;g3b499654e41_0_884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77" name="Google Shape;877;g3b499654e41_0_884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8" name="Google Shape;878;g3b499654e41_0_884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879" name="Google Shape;879;g3b499654e41_0_884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0" name="Google Shape;880;g3b499654e41_0_884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81" name="Google Shape;881;g3b499654e41_0_884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2" name="Google Shape;882;g3b499654e41_0_884"/>
              <p:cNvGrpSpPr/>
              <p:nvPr/>
            </p:nvGrpSpPr>
            <p:grpSpPr>
              <a:xfrm rot="-5400000">
                <a:off x="8362764" y="67997"/>
                <a:ext cx="493320" cy="357312"/>
                <a:chOff x="1722354" y="229144"/>
                <a:chExt cx="1748743" cy="1266614"/>
              </a:xfrm>
            </p:grpSpPr>
            <p:sp>
              <p:nvSpPr>
                <p:cNvPr id="883" name="Google Shape;883;g3b499654e41_0_884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" name="Google Shape;884;g3b499654e41_0_884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85" name="Google Shape;885;g3b499654e41_0_884"/>
            <p:cNvGrpSpPr/>
            <p:nvPr/>
          </p:nvGrpSpPr>
          <p:grpSpPr>
            <a:xfrm rot="10800000">
              <a:off x="7090738" y="4224471"/>
              <a:ext cx="681216" cy="3360486"/>
              <a:chOff x="1337800" y="-2525590"/>
              <a:chExt cx="1498167" cy="7390556"/>
            </a:xfrm>
          </p:grpSpPr>
          <p:cxnSp>
            <p:nvCxnSpPr>
              <p:cNvPr id="886" name="Google Shape;886;g3b499654e41_0_884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7" name="Google Shape;887;g3b499654e41_0_884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88" name="Google Shape;888;g3b499654e41_0_884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b499654e41_0_9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1" name="Google Shape;891;g3b499654e41_0_916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892" name="Google Shape;892;g3b499654e41_0_916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893" name="Google Shape;893;g3b499654e41_0_916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b499654e41_0_916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5" name="Google Shape;895;g3b499654e41_0_916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6" name="Google Shape;896;g3b499654e41_0_9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g3b499654e41_0_9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8" name="Google Shape;898;g3b499654e41_0_916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899" name="Google Shape;899;g3b499654e41_0_916"/>
            <p:cNvGrpSpPr/>
            <p:nvPr/>
          </p:nvGrpSpPr>
          <p:grpSpPr>
            <a:xfrm>
              <a:off x="8873150" y="1130916"/>
              <a:ext cx="965258" cy="273510"/>
              <a:chOff x="-6675" y="2881558"/>
              <a:chExt cx="9140700" cy="2059567"/>
            </a:xfrm>
          </p:grpSpPr>
          <p:cxnSp>
            <p:nvCxnSpPr>
              <p:cNvPr id="900" name="Google Shape;900;g3b499654e41_0_9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1" name="Google Shape;901;g3b499654e41_0_9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2" name="Google Shape;902;g3b499654e41_0_9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3" name="Google Shape;903;g3b499654e41_0_9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4" name="Google Shape;904;g3b499654e41_0_9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5" name="Google Shape;905;g3b499654e41_0_916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906" name="Google Shape;906;g3b499654e41_0_916"/>
            <p:cNvGrpSpPr/>
            <p:nvPr/>
          </p:nvGrpSpPr>
          <p:grpSpPr>
            <a:xfrm flipH="1" rot="10800000">
              <a:off x="8650689" y="182196"/>
              <a:ext cx="493320" cy="357312"/>
              <a:chOff x="1722354" y="229144"/>
              <a:chExt cx="1748743" cy="1266614"/>
            </a:xfrm>
          </p:grpSpPr>
          <p:sp>
            <p:nvSpPr>
              <p:cNvPr id="907" name="Google Shape;907;g3b499654e41_0_91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g3b499654e41_0_91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" name="Google Shape;909;g3b499654e41_0_916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910" name="Google Shape;910;g3b499654e41_0_916"/>
            <p:cNvGrpSpPr/>
            <p:nvPr/>
          </p:nvGrpSpPr>
          <p:grpSpPr>
            <a:xfrm flipH="1" rot="-5400000">
              <a:off x="159064" y="4046095"/>
              <a:ext cx="493320" cy="357312"/>
              <a:chOff x="1722354" y="229144"/>
              <a:chExt cx="1748743" cy="1266614"/>
            </a:xfrm>
          </p:grpSpPr>
          <p:sp>
            <p:nvSpPr>
              <p:cNvPr id="911" name="Google Shape;911;g3b499654e41_0_91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g3b499654e41_0_91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3" name="Google Shape;913;g3b499654e41_0_916"/>
            <p:cNvGrpSpPr/>
            <p:nvPr/>
          </p:nvGrpSpPr>
          <p:grpSpPr>
            <a:xfrm>
              <a:off x="-776975" y="4800516"/>
              <a:ext cx="965258" cy="273510"/>
              <a:chOff x="-6675" y="2881558"/>
              <a:chExt cx="9140700" cy="2059567"/>
            </a:xfrm>
          </p:grpSpPr>
          <p:cxnSp>
            <p:nvCxnSpPr>
              <p:cNvPr id="914" name="Google Shape;914;g3b499654e41_0_9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5" name="Google Shape;915;g3b499654e41_0_9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6" name="Google Shape;916;g3b499654e41_0_9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7" name="Google Shape;917;g3b499654e41_0_9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8" name="Google Shape;918;g3b499654e41_0_9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19" name="Google Shape;919;g3b499654e41_0_916"/>
          <p:cNvGrpSpPr/>
          <p:nvPr/>
        </p:nvGrpSpPr>
        <p:grpSpPr>
          <a:xfrm>
            <a:off x="-142612" y="-168664"/>
            <a:ext cx="7919030" cy="2888967"/>
            <a:chOff x="-142612" y="-168664"/>
            <a:chExt cx="7919030" cy="2888967"/>
          </a:xfrm>
        </p:grpSpPr>
        <p:sp>
          <p:nvSpPr>
            <p:cNvPr id="920" name="Google Shape;920;g3b499654e41_0_916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3b499654e41_0_916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2" name="Google Shape;922;g3b499654e41_0_9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b499654e41_0_950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5" name="Google Shape;925;g3b499654e41_0_950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26" name="Google Shape;926;g3b499654e41_0_950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27" name="Google Shape;927;g3b499654e41_0_950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928" name="Google Shape;928;g3b499654e41_0_950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929" name="Google Shape;929;g3b499654e41_0_95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g3b499654e41_0_95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1" name="Google Shape;931;g3b499654e41_0_950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932" name="Google Shape;932;g3b499654e41_0_95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g3b499654e41_0_950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34" name="Google Shape;934;g3b499654e41_0_950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935" name="Google Shape;935;g3b499654e41_0_950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936" name="Google Shape;936;g3b499654e41_0_950"/>
            <p:cNvGrpSpPr/>
            <p:nvPr/>
          </p:nvGrpSpPr>
          <p:grpSpPr>
            <a:xfrm flipH="1" rot="-5400000">
              <a:off x="8430782" y="4500445"/>
              <a:ext cx="493320" cy="357312"/>
              <a:chOff x="1722354" y="229144"/>
              <a:chExt cx="1748743" cy="1266614"/>
            </a:xfrm>
          </p:grpSpPr>
          <p:sp>
            <p:nvSpPr>
              <p:cNvPr id="937" name="Google Shape;937;g3b499654e41_0_95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g3b499654e41_0_95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9" name="Google Shape;939;g3b499654e41_0_950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940" name="Google Shape;940;g3b499654e41_0_950"/>
            <p:cNvGrpSpPr/>
            <p:nvPr/>
          </p:nvGrpSpPr>
          <p:grpSpPr>
            <a:xfrm rot="10800000">
              <a:off x="662658" y="2962921"/>
              <a:ext cx="493320" cy="357312"/>
              <a:chOff x="1722354" y="229144"/>
              <a:chExt cx="1748743" cy="1266614"/>
            </a:xfrm>
          </p:grpSpPr>
          <p:sp>
            <p:nvSpPr>
              <p:cNvPr id="941" name="Google Shape;941;g3b499654e41_0_95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g3b499654e41_0_95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3" name="Google Shape;943;g3b499654e41_0_950"/>
            <p:cNvGrpSpPr/>
            <p:nvPr/>
          </p:nvGrpSpPr>
          <p:grpSpPr>
            <a:xfrm>
              <a:off x="-867949" y="1748041"/>
              <a:ext cx="1530153" cy="273510"/>
              <a:chOff x="-6675" y="2881558"/>
              <a:chExt cx="9140700" cy="2059567"/>
            </a:xfrm>
          </p:grpSpPr>
          <p:cxnSp>
            <p:nvCxnSpPr>
              <p:cNvPr id="944" name="Google Shape;944;g3b499654e41_0_95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g3b499654e41_0_95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g3b499654e41_0_95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7" name="Google Shape;947;g3b499654e41_0_95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8" name="Google Shape;948;g3b499654e41_0_95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49" name="Google Shape;949;g3b499654e41_0_950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950" name="Google Shape;950;g3b499654e41_0_950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b499654e41_0_950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499654e41_0_979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54" name="Google Shape;954;g3b499654e41_0_979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955" name="Google Shape;955;g3b499654e41_0_979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g3b499654e41_0_979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7" name="Google Shape;957;g3b499654e41_0_979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g3b499654e41_0_979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959" name="Google Shape;959;g3b499654e41_0_979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b499654e41_0_979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g3b499654e41_0_979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962" name="Google Shape;962;g3b499654e41_0_979"/>
            <p:cNvGrpSpPr/>
            <p:nvPr/>
          </p:nvGrpSpPr>
          <p:grpSpPr>
            <a:xfrm flipH="1" rot="10800000">
              <a:off x="309699" y="2296619"/>
              <a:ext cx="681216" cy="3360486"/>
              <a:chOff x="1337800" y="-2525590"/>
              <a:chExt cx="1498167" cy="7390556"/>
            </a:xfrm>
          </p:grpSpPr>
          <p:cxnSp>
            <p:nvCxnSpPr>
              <p:cNvPr id="963" name="Google Shape;963;g3b499654e41_0_97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4" name="Google Shape;964;g3b499654e41_0_97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65" name="Google Shape;965;g3b499654e41_0_97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6" name="Google Shape;966;g3b499654e41_0_979"/>
            <p:cNvGrpSpPr/>
            <p:nvPr/>
          </p:nvGrpSpPr>
          <p:grpSpPr>
            <a:xfrm flipH="1">
              <a:off x="7998988" y="-1945430"/>
              <a:ext cx="681216" cy="3360486"/>
              <a:chOff x="1337800" y="-2525590"/>
              <a:chExt cx="1498167" cy="7390556"/>
            </a:xfrm>
          </p:grpSpPr>
          <p:cxnSp>
            <p:nvCxnSpPr>
              <p:cNvPr id="967" name="Google Shape;967;g3b499654e41_0_97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g3b499654e41_0_97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69" name="Google Shape;969;g3b499654e41_0_97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0" name="Google Shape;970;g3b499654e41_0_979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971" name="Google Shape;971;g3b499654e41_0_97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g3b499654e41_0_97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g3b499654e41_0_97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g3b499654e41_0_97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g3b499654e41_0_97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g3b499654e41_0_97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g3b499654e41_0_97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g3b499654e41_0_97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g3b499654e41_0_97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g3b499654e41_0_97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81" name="Google Shape;981;g3b499654e41_0_979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982" name="Google Shape;982;g3b499654e41_0_979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983" name="Google Shape;983;g3b499654e41_0_979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984" name="Google Shape;984;g3b499654e41_0_979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985" name="Google Shape;985;g3b499654e41_0_979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6" name="Google Shape;986;g3b499654e41_0_979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7" name="Google Shape;987;g3b499654e41_0_979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988" name="Google Shape;988;g3b499654e41_0_979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" name="Google Shape;989;g3b499654e41_0_979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0" name="Google Shape;990;g3b499654e41_0_979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991" name="Google Shape;991;g3b499654e41_0_97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g3b499654e41_0_97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b499654e41_0_1020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5" name="Google Shape;995;g3b499654e41_0_1020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96" name="Google Shape;996;g3b499654e41_0_1020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7" name="Google Shape;997;g3b499654e41_0_1020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998" name="Google Shape;998;g3b499654e41_0_1020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999" name="Google Shape;999;g3b499654e41_0_102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g3b499654e41_0_1020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1" name="Google Shape;1001;g3b499654e41_0_1020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2" name="Google Shape;1002;g3b499654e41_0_1020"/>
            <p:cNvGrpSpPr/>
            <p:nvPr/>
          </p:nvGrpSpPr>
          <p:grpSpPr>
            <a:xfrm rot="10800000">
              <a:off x="8695560" y="3306344"/>
              <a:ext cx="681216" cy="3360486"/>
              <a:chOff x="1337800" y="-2525590"/>
              <a:chExt cx="1498167" cy="7390556"/>
            </a:xfrm>
          </p:grpSpPr>
          <p:cxnSp>
            <p:nvCxnSpPr>
              <p:cNvPr id="1003" name="Google Shape;1003;g3b499654e41_0_102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4" name="Google Shape;1004;g3b499654e41_0_102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5" name="Google Shape;1005;g3b499654e41_0_102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6" name="Google Shape;1006;g3b499654e41_0_1020"/>
            <p:cNvGrpSpPr/>
            <p:nvPr/>
          </p:nvGrpSpPr>
          <p:grpSpPr>
            <a:xfrm>
              <a:off x="146409" y="-2776080"/>
              <a:ext cx="681216" cy="3360486"/>
              <a:chOff x="1337800" y="-2525590"/>
              <a:chExt cx="1498167" cy="7390556"/>
            </a:xfrm>
          </p:grpSpPr>
          <p:cxnSp>
            <p:nvCxnSpPr>
              <p:cNvPr id="1007" name="Google Shape;1007;g3b499654e41_0_102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8" name="Google Shape;1008;g3b499654e41_0_102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9" name="Google Shape;1009;g3b499654e41_0_102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0" name="Google Shape;1010;g3b499654e41_0_1020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1011" name="Google Shape;1011;g3b499654e41_0_102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2" name="Google Shape;1012;g3b499654e41_0_102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3" name="Google Shape;1013;g3b499654e41_0_102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4" name="Google Shape;1014;g3b499654e41_0_102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5" name="Google Shape;1015;g3b499654e41_0_102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6" name="Google Shape;1016;g3b499654e41_0_102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7" name="Google Shape;1017;g3b499654e41_0_102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g3b499654e41_0_102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9" name="Google Shape;1019;g3b499654e41_0_102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0" name="Google Shape;1020;g3b499654e41_0_102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021" name="Google Shape;1021;g3b499654e41_0_1020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022" name="Google Shape;1022;g3b499654e41_0_1020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1023" name="Google Shape;1023;g3b499654e41_0_1020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b499654e41_0_1020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g3b499654e41_0_1020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1026" name="Google Shape;1026;g3b499654e41_0_1020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1027" name="Google Shape;1027;g3b499654e41_0_1020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g3b499654e41_0_1020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g3b499654e41_0_1020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g3b499654e41_0_1020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1" name="Google Shape;1031;g3b499654e41_0_1020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1032" name="Google Shape;1032;g3b499654e41_0_102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g3b499654e41_0_102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b499654e41_0_106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36" name="Google Shape;1036;g3b499654e41_0_1061"/>
          <p:cNvGrpSpPr/>
          <p:nvPr/>
        </p:nvGrpSpPr>
        <p:grpSpPr>
          <a:xfrm>
            <a:off x="-530043" y="-2869459"/>
            <a:ext cx="9459677" cy="5795405"/>
            <a:chOff x="-530043" y="-2869459"/>
            <a:chExt cx="9459677" cy="5795405"/>
          </a:xfrm>
        </p:grpSpPr>
        <p:grpSp>
          <p:nvGrpSpPr>
            <p:cNvPr id="1037" name="Google Shape;1037;g3b499654e41_0_1061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1038" name="Google Shape;1038;g3b499654e41_0_1061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9" name="Google Shape;1039;g3b499654e41_0_1061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40" name="Google Shape;1040;g3b499654e41_0_1061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1" name="Google Shape;1041;g3b499654e41_0_1061"/>
            <p:cNvGrpSpPr/>
            <p:nvPr/>
          </p:nvGrpSpPr>
          <p:grpSpPr>
            <a:xfrm flipH="1" rot="5400000">
              <a:off x="-1083006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1042" name="Google Shape;1042;g3b499654e41_0_106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3" name="Google Shape;1043;g3b499654e41_0_106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4" name="Google Shape;1044;g3b499654e41_0_106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5" name="Google Shape;1045;g3b499654e41_0_106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6" name="Google Shape;1046;g3b499654e41_0_106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g3b499654e41_0_106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8" name="Google Shape;1048;g3b499654e41_0_106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9" name="Google Shape;1049;g3b499654e41_0_106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0" name="Google Shape;1050;g3b499654e41_0_106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1" name="Google Shape;1051;g3b499654e41_0_106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52" name="Google Shape;1052;g3b499654e41_0_1061"/>
            <p:cNvGrpSpPr/>
            <p:nvPr/>
          </p:nvGrpSpPr>
          <p:grpSpPr>
            <a:xfrm>
              <a:off x="8248399" y="-1632737"/>
              <a:ext cx="681235" cy="3360486"/>
              <a:chOff x="8248399" y="-1632737"/>
              <a:chExt cx="681235" cy="3360486"/>
            </a:xfrm>
          </p:grpSpPr>
          <p:grpSp>
            <p:nvGrpSpPr>
              <p:cNvPr id="1053" name="Google Shape;1053;g3b499654e41_0_1061"/>
              <p:cNvGrpSpPr/>
              <p:nvPr/>
            </p:nvGrpSpPr>
            <p:grpSpPr>
              <a:xfrm flipH="1">
                <a:off x="8248399" y="-1632737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1054" name="Google Shape;1054;g3b499654e41_0_106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55" name="Google Shape;1055;g3b499654e41_0_106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56" name="Google Shape;1056;g3b499654e41_0_106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7" name="Google Shape;1057;g3b499654e41_0_1061"/>
              <p:cNvGrpSpPr/>
              <p:nvPr/>
            </p:nvGrpSpPr>
            <p:grpSpPr>
              <a:xfrm>
                <a:off x="8436314" y="3608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1058" name="Google Shape;1058;g3b499654e41_0_106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Google Shape;1059;g3b499654e41_0_106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60" name="Google Shape;1060;g3b499654e41_0_1061"/>
          <p:cNvGrpSpPr/>
          <p:nvPr/>
        </p:nvGrpSpPr>
        <p:grpSpPr>
          <a:xfrm>
            <a:off x="-150883" y="1137478"/>
            <a:ext cx="9080518" cy="813867"/>
            <a:chOff x="-150883" y="1137478"/>
            <a:chExt cx="9080518" cy="813867"/>
          </a:xfrm>
        </p:grpSpPr>
        <p:sp>
          <p:nvSpPr>
            <p:cNvPr id="1061" name="Google Shape;1061;g3b499654e41_0_1061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b499654e41_0_1061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3" name="Google Shape;1063;g3b499654e41_0_1061"/>
          <p:cNvGrpSpPr/>
          <p:nvPr/>
        </p:nvGrpSpPr>
        <p:grpSpPr>
          <a:xfrm>
            <a:off x="-201760" y="1366772"/>
            <a:ext cx="9923304" cy="3117921"/>
            <a:chOff x="-201760" y="1366772"/>
            <a:chExt cx="9923304" cy="3117921"/>
          </a:xfrm>
        </p:grpSpPr>
        <p:grpSp>
          <p:nvGrpSpPr>
            <p:cNvPr id="1064" name="Google Shape;1064;g3b499654e41_0_1061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1065" name="Google Shape;1065;g3b499654e41_0_106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g3b499654e41_0_106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7" name="Google Shape;1067;g3b499654e41_0_1061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1068" name="Google Shape;1068;g3b499654e41_0_106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g3b499654e41_0_106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0" name="Google Shape;1070;g3b499654e41_0_1061"/>
            <p:cNvGrpSpPr/>
            <p:nvPr/>
          </p:nvGrpSpPr>
          <p:grpSpPr>
            <a:xfrm flipH="1" rot="5400000">
              <a:off x="254631" y="910380"/>
              <a:ext cx="247278" cy="1160061"/>
              <a:chOff x="1463894" y="1434556"/>
              <a:chExt cx="247278" cy="1160061"/>
            </a:xfrm>
          </p:grpSpPr>
          <p:sp>
            <p:nvSpPr>
              <p:cNvPr id="1071" name="Google Shape;1071;g3b499654e41_0_106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g3b499654e41_0_106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b499654e41_0_110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6" name="Google Shape;1076;g3b499654e41_0_1101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077" name="Google Shape;1077;g3b499654e41_0_1101"/>
          <p:cNvGrpSpPr/>
          <p:nvPr/>
        </p:nvGrpSpPr>
        <p:grpSpPr>
          <a:xfrm>
            <a:off x="248963" y="1017730"/>
            <a:ext cx="8980467" cy="3860779"/>
            <a:chOff x="248963" y="1017730"/>
            <a:chExt cx="8980467" cy="3860779"/>
          </a:xfrm>
        </p:grpSpPr>
        <p:sp>
          <p:nvSpPr>
            <p:cNvPr id="1078" name="Google Shape;1078;g3b499654e41_0_1101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b499654e41_0_1101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0" name="Google Shape;1080;g3b499654e41_0_1101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1081" name="Google Shape;1081;g3b499654e41_0_110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g3b499654e41_0_110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83" name="Google Shape;1083;g3b499654e41_0_1101"/>
          <p:cNvGrpSpPr/>
          <p:nvPr/>
        </p:nvGrpSpPr>
        <p:grpSpPr>
          <a:xfrm>
            <a:off x="250498" y="1721188"/>
            <a:ext cx="8259948" cy="2990485"/>
            <a:chOff x="250498" y="1721188"/>
            <a:chExt cx="8259948" cy="2990485"/>
          </a:xfrm>
        </p:grpSpPr>
        <p:sp>
          <p:nvSpPr>
            <p:cNvPr id="1084" name="Google Shape;1084;g3b499654e41_0_1101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b499654e41_0_1101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g3b499654e41_0_1101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1087" name="Google Shape;1087;g3b499654e41_0_1101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088" name="Google Shape;1088;g3b499654e41_0_1101"/>
            <p:cNvGrpSpPr/>
            <p:nvPr/>
          </p:nvGrpSpPr>
          <p:grpSpPr>
            <a:xfrm flipH="1" rot="-5400000">
              <a:off x="7449713" y="4739626"/>
              <a:ext cx="493320" cy="357312"/>
              <a:chOff x="1722354" y="229144"/>
              <a:chExt cx="1748743" cy="1266614"/>
            </a:xfrm>
          </p:grpSpPr>
          <p:sp>
            <p:nvSpPr>
              <p:cNvPr id="1089" name="Google Shape;1089;g3b499654e41_0_110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g3b499654e41_0_110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1" name="Google Shape;1091;g3b499654e41_0_1101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092" name="Google Shape;1092;g3b499654e41_0_1101"/>
            <p:cNvGrpSpPr/>
            <p:nvPr/>
          </p:nvGrpSpPr>
          <p:grpSpPr>
            <a:xfrm flipH="1">
              <a:off x="8820653" y="3237868"/>
              <a:ext cx="965258" cy="273510"/>
              <a:chOff x="-6675" y="2881558"/>
              <a:chExt cx="9140700" cy="2059567"/>
            </a:xfrm>
          </p:grpSpPr>
          <p:cxnSp>
            <p:nvCxnSpPr>
              <p:cNvPr id="1093" name="Google Shape;1093;g3b499654e41_0_110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4" name="Google Shape;1094;g3b499654e41_0_110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g3b499654e41_0_110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6" name="Google Shape;1096;g3b499654e41_0_110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7" name="Google Shape;1097;g3b499654e41_0_110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98" name="Google Shape;1098;g3b499654e41_0_110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b499654e41_0_11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1" name="Google Shape;1101;g3b499654e41_0_1126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102" name="Google Shape;1102;g3b499654e41_0_1126"/>
          <p:cNvGrpSpPr/>
          <p:nvPr/>
        </p:nvGrpSpPr>
        <p:grpSpPr>
          <a:xfrm>
            <a:off x="8393651" y="-1627766"/>
            <a:ext cx="614899" cy="2881847"/>
            <a:chOff x="1337784" y="-2525559"/>
            <a:chExt cx="1352318" cy="6337908"/>
          </a:xfrm>
        </p:grpSpPr>
        <p:cxnSp>
          <p:nvCxnSpPr>
            <p:cNvPr id="1103" name="Google Shape;1103;g3b499654e41_0_1126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4" name="Google Shape;1104;g3b499654e41_0_1126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g3b499654e41_0_1126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6" name="Google Shape;1106;g3b499654e41_0_1126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1107" name="Google Shape;1107;g3b499654e41_0_1126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3b499654e41_0_1126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9" name="Google Shape;1109;g3b499654e41_0_112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b499654e41_0_11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12" name="Google Shape;1112;g3b499654e41_0_1137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3" name="Google Shape;1113;g3b499654e41_0_1137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4" name="Google Shape;1114;g3b499654e41_0_1137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5" name="Google Shape;1115;g3b499654e41_0_1137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6" name="Google Shape;1116;g3b499654e41_0_1137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7" name="Google Shape;1117;g3b499654e41_0_1137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8" name="Google Shape;1118;g3b499654e41_0_1137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19" name="Google Shape;1119;g3b499654e41_0_1137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20" name="Google Shape;1120;g3b499654e41_0_1137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21" name="Google Shape;1121;g3b499654e41_0_1137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22" name="Google Shape;1122;g3b499654e41_0_1137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23" name="Google Shape;1123;g3b499654e41_0_1137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124" name="Google Shape;1124;g3b499654e41_0_1137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1125" name="Google Shape;1125;g3b499654e41_0_1137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b499654e41_0_1137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7" name="Google Shape;1127;g3b499654e41_0_1137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1128" name="Google Shape;1128;g3b499654e41_0_113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g3b499654e41_0_113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30" name="Google Shape;1130;g3b499654e41_0_1137"/>
          <p:cNvGrpSpPr/>
          <p:nvPr/>
        </p:nvGrpSpPr>
        <p:grpSpPr>
          <a:xfrm>
            <a:off x="756786" y="700836"/>
            <a:ext cx="8183233" cy="4589197"/>
            <a:chOff x="756786" y="700836"/>
            <a:chExt cx="8183233" cy="4589197"/>
          </a:xfrm>
        </p:grpSpPr>
        <p:sp>
          <p:nvSpPr>
            <p:cNvPr id="1131" name="Google Shape;1131;g3b499654e41_0_1137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3b499654e41_0_1137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3" name="Google Shape;1133;g3b499654e41_0_1137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1134" name="Google Shape;1134;g3b499654e41_0_1137"/>
            <p:cNvGrpSpPr/>
            <p:nvPr/>
          </p:nvGrpSpPr>
          <p:grpSpPr>
            <a:xfrm flipH="1" rot="10800000">
              <a:off x="8269288" y="182196"/>
              <a:ext cx="493320" cy="357312"/>
              <a:chOff x="1722354" y="229144"/>
              <a:chExt cx="1748743" cy="1266614"/>
            </a:xfrm>
          </p:grpSpPr>
          <p:sp>
            <p:nvSpPr>
              <p:cNvPr id="1135" name="Google Shape;1135;g3b499654e41_0_113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g3b499654e41_0_113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7" name="Google Shape;1137;g3b499654e41_0_1137"/>
            <p:cNvGrpSpPr/>
            <p:nvPr/>
          </p:nvGrpSpPr>
          <p:grpSpPr>
            <a:xfrm rot="10800000">
              <a:off x="-418722" y="3973293"/>
              <a:ext cx="965258" cy="273510"/>
              <a:chOff x="-6675" y="2881558"/>
              <a:chExt cx="9140700" cy="2059567"/>
            </a:xfrm>
          </p:grpSpPr>
          <p:cxnSp>
            <p:nvCxnSpPr>
              <p:cNvPr id="1138" name="Google Shape;1138;g3b499654e41_0_11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g3b499654e41_0_11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g3b499654e41_0_11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1" name="Google Shape;1141;g3b499654e41_0_11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2" name="Google Shape;1142;g3b499654e41_0_11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43" name="Google Shape;1143;g3b499654e41_0_1137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44" name="Google Shape;1144;g3b499654e41_0_1137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145" name="Google Shape;1145;g3b499654e41_0_113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b499654e41_0_1173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148" name="Google Shape;1148;g3b499654e41_0_1173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9" name="Google Shape;1149;g3b499654e41_0_1173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150" name="Google Shape;1150;g3b499654e41_0_1173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1" name="Google Shape;1151;g3b499654e41_0_1173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152" name="Google Shape;1152;g3b499654e41_0_1173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3" name="Google Shape;1153;g3b499654e41_0_1173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4" name="Google Shape;1154;g3b499654e41_0_1173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1155" name="Google Shape;1155;g3b499654e41_0_1173"/>
            <p:cNvGrpSpPr/>
            <p:nvPr/>
          </p:nvGrpSpPr>
          <p:grpSpPr>
            <a:xfrm rot="5400000">
              <a:off x="8699132" y="-40532"/>
              <a:ext cx="247278" cy="1160061"/>
              <a:chOff x="1463894" y="1434556"/>
              <a:chExt cx="247278" cy="1160061"/>
            </a:xfrm>
          </p:grpSpPr>
          <p:sp>
            <p:nvSpPr>
              <p:cNvPr id="1156" name="Google Shape;1156;g3b499654e41_0_117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g3b499654e41_0_117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8" name="Google Shape;1158;g3b499654e41_0_1173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1159" name="Google Shape;1159;g3b499654e41_0_117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g3b499654e41_0_117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1" name="Google Shape;1161;g3b499654e41_0_1173"/>
          <p:cNvGrpSpPr/>
          <p:nvPr/>
        </p:nvGrpSpPr>
        <p:grpSpPr>
          <a:xfrm>
            <a:off x="-1303829" y="-3621215"/>
            <a:ext cx="10223939" cy="10252965"/>
            <a:chOff x="-1340979" y="-3183302"/>
            <a:chExt cx="10223939" cy="10252965"/>
          </a:xfrm>
        </p:grpSpPr>
        <p:grpSp>
          <p:nvGrpSpPr>
            <p:cNvPr id="1162" name="Google Shape;1162;g3b499654e41_0_1173"/>
            <p:cNvGrpSpPr/>
            <p:nvPr/>
          </p:nvGrpSpPr>
          <p:grpSpPr>
            <a:xfrm>
              <a:off x="1836072" y="2152994"/>
              <a:ext cx="7046888" cy="4916668"/>
              <a:chOff x="1836072" y="2152994"/>
              <a:chExt cx="7046888" cy="4916668"/>
            </a:xfrm>
          </p:grpSpPr>
          <p:grpSp>
            <p:nvGrpSpPr>
              <p:cNvPr id="1163" name="Google Shape;1163;g3b499654e41_0_1173"/>
              <p:cNvGrpSpPr/>
              <p:nvPr/>
            </p:nvGrpSpPr>
            <p:grpSpPr>
              <a:xfrm rot="10800000">
                <a:off x="8201744" y="2152994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1164" name="Google Shape;1164;g3b499654e41_0_117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65" name="Google Shape;1165;g3b499654e41_0_117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66" name="Google Shape;1166;g3b499654e41_0_117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7" name="Google Shape;1167;g3b499654e41_0_1173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1168" name="Google Shape;1168;g3b499654e41_0_1173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69" name="Google Shape;1169;g3b499654e41_0_1173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70" name="Google Shape;1170;g3b499654e41_0_1173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71" name="Google Shape;1171;g3b499654e41_0_1173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172" name="Google Shape;1172;g3b499654e41_0_1173"/>
            <p:cNvGrpSpPr/>
            <p:nvPr/>
          </p:nvGrpSpPr>
          <p:grpSpPr>
            <a:xfrm rot="-5400000">
              <a:off x="1113139" y="743909"/>
              <a:ext cx="493320" cy="357312"/>
              <a:chOff x="1722354" y="229144"/>
              <a:chExt cx="1748743" cy="1266614"/>
            </a:xfrm>
          </p:grpSpPr>
          <p:sp>
            <p:nvSpPr>
              <p:cNvPr id="1173" name="Google Shape;1173;g3b499654e41_0_117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g3b499654e41_0_117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5" name="Google Shape;1175;g3b499654e41_0_1173"/>
            <p:cNvGrpSpPr/>
            <p:nvPr/>
          </p:nvGrpSpPr>
          <p:grpSpPr>
            <a:xfrm rot="5400000">
              <a:off x="-1009099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1176" name="Google Shape;1176;g3b499654e41_0_117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7" name="Google Shape;1177;g3b499654e41_0_117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8" name="Google Shape;1178;g3b499654e41_0_117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9" name="Google Shape;1179;g3b499654e41_0_117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0" name="Google Shape;1180;g3b499654e41_0_117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1" name="Google Shape;1181;g3b499654e41_0_117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2" name="Google Shape;1182;g3b499654e41_0_117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3" name="Google Shape;1183;g3b499654e41_0_117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4" name="Google Shape;1184;g3b499654e41_0_117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5" name="Google Shape;1185;g3b499654e41_0_117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b499654e41_0_12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88" name="Google Shape;1188;g3b499654e41_0_1213"/>
          <p:cNvGrpSpPr/>
          <p:nvPr/>
        </p:nvGrpSpPr>
        <p:grpSpPr>
          <a:xfrm>
            <a:off x="998300" y="1868336"/>
            <a:ext cx="7850818" cy="2922792"/>
            <a:chOff x="998300" y="1868336"/>
            <a:chExt cx="7850818" cy="2922792"/>
          </a:xfrm>
        </p:grpSpPr>
        <p:sp>
          <p:nvSpPr>
            <p:cNvPr id="1189" name="Google Shape;1189;g3b499654e41_0_1213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b499654e41_0_1213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1" name="Google Shape;1191;g3b499654e41_0_1213"/>
          <p:cNvGrpSpPr/>
          <p:nvPr/>
        </p:nvGrpSpPr>
        <p:grpSpPr>
          <a:xfrm>
            <a:off x="1588038" y="2433589"/>
            <a:ext cx="7438817" cy="2528056"/>
            <a:chOff x="1588038" y="2433589"/>
            <a:chExt cx="7438817" cy="2528056"/>
          </a:xfrm>
        </p:grpSpPr>
        <p:grpSp>
          <p:nvGrpSpPr>
            <p:cNvPr id="1192" name="Google Shape;1192;g3b499654e41_0_1213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1193" name="Google Shape;1193;g3b499654e41_0_1213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g3b499654e41_0_1213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5" name="Google Shape;1195;g3b499654e41_0_1213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1196" name="Google Shape;1196;g3b499654e41_0_1213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g3b499654e41_0_1213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98" name="Google Shape;1198;g3b499654e41_0_12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9" name="Google Shape;1199;g3b499654e41_0_1213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1200" name="Google Shape;1200;g3b499654e41_0_1213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1201" name="Google Shape;1201;g3b499654e41_0_1213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202" name="Google Shape;1202;g3b499654e41_0_1213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1203" name="Google Shape;1203;g3b499654e41_0_1213"/>
              <p:cNvGrpSpPr/>
              <p:nvPr/>
            </p:nvGrpSpPr>
            <p:grpSpPr>
              <a:xfrm>
                <a:off x="-1189524" y="3454366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1204" name="Google Shape;1204;g3b499654e41_0_1213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05" name="Google Shape;1205;g3b499654e41_0_1213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06" name="Google Shape;1206;g3b499654e41_0_1213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07" name="Google Shape;1207;g3b499654e41_0_1213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08" name="Google Shape;1208;g3b499654e41_0_1213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09" name="Google Shape;1209;g3b499654e41_0_1213"/>
            <p:cNvGrpSpPr/>
            <p:nvPr/>
          </p:nvGrpSpPr>
          <p:grpSpPr>
            <a:xfrm rot="5400000">
              <a:off x="2331733" y="4765920"/>
              <a:ext cx="493320" cy="357312"/>
              <a:chOff x="1722354" y="229144"/>
              <a:chExt cx="1748743" cy="1266614"/>
            </a:xfrm>
          </p:grpSpPr>
          <p:sp>
            <p:nvSpPr>
              <p:cNvPr id="1210" name="Google Shape;1210;g3b499654e41_0_12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g3b499654e41_0_12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b499654e41_0_12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14" name="Google Shape;1214;g3b499654e41_0_1239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1215" name="Google Shape;1215;g3b499654e41_0_1239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3b499654e41_0_1239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7" name="Google Shape;1217;g3b499654e41_0_1239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1218" name="Google Shape;1218;g3b499654e41_0_123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g3b499654e41_0_123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20" name="Google Shape;1220;g3b499654e41_0_1239"/>
          <p:cNvGrpSpPr/>
          <p:nvPr/>
        </p:nvGrpSpPr>
        <p:grpSpPr>
          <a:xfrm>
            <a:off x="2729174" y="3358511"/>
            <a:ext cx="6150395" cy="1485586"/>
            <a:chOff x="2729174" y="3358511"/>
            <a:chExt cx="6150395" cy="1485586"/>
          </a:xfrm>
        </p:grpSpPr>
        <p:sp>
          <p:nvSpPr>
            <p:cNvPr id="1221" name="Google Shape;1221;g3b499654e41_0_1239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b499654e41_0_1239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3" name="Google Shape;1223;g3b499654e41_0_1239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1224" name="Google Shape;1224;g3b499654e41_0_1239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225" name="Google Shape;1225;g3b499654e41_0_1239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1226" name="Google Shape;1226;g3b499654e41_0_1239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1227" name="Google Shape;1227;g3b499654e41_0_1239"/>
                <p:cNvGrpSpPr/>
                <p:nvPr/>
              </p:nvGrpSpPr>
              <p:grpSpPr>
                <a:xfrm rot="-5400000">
                  <a:off x="8480363" y="1760084"/>
                  <a:ext cx="493320" cy="357312"/>
                  <a:chOff x="1722354" y="229144"/>
                  <a:chExt cx="1748743" cy="1266614"/>
                </a:xfrm>
              </p:grpSpPr>
              <p:sp>
                <p:nvSpPr>
                  <p:cNvPr id="1228" name="Google Shape;1228;g3b499654e41_0_1239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9" name="Google Shape;1229;g3b499654e41_0_1239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30" name="Google Shape;1230;g3b499654e41_0_1239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1231" name="Google Shape;1231;g3b499654e41_0_1239"/>
              <p:cNvGrpSpPr/>
              <p:nvPr/>
            </p:nvGrpSpPr>
            <p:grpSpPr>
              <a:xfrm rot="10800000">
                <a:off x="8634578" y="861418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1232" name="Google Shape;1232;g3b499654e41_0_1239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3" name="Google Shape;1233;g3b499654e41_0_1239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4" name="Google Shape;1234;g3b499654e41_0_1239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5" name="Google Shape;1235;g3b499654e41_0_1239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6" name="Google Shape;1236;g3b499654e41_0_1239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1237" name="Google Shape;1237;g3b499654e41_0_123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b499654e41_0_1265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0" name="Google Shape;1240;g3b499654e41_0_1265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1" name="Google Shape;1241;g3b499654e41_0_1265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42" name="Google Shape;1242;g3b499654e41_0_1265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3" name="Google Shape;1243;g3b499654e41_0_1265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1244" name="Google Shape;1244;g3b499654e41_0_1265"/>
            <p:cNvGrpSpPr/>
            <p:nvPr/>
          </p:nvGrpSpPr>
          <p:grpSpPr>
            <a:xfrm rot="5400000">
              <a:off x="6576232" y="-80607"/>
              <a:ext cx="247278" cy="1160061"/>
              <a:chOff x="1463894" y="1434556"/>
              <a:chExt cx="247278" cy="1160061"/>
            </a:xfrm>
          </p:grpSpPr>
          <p:sp>
            <p:nvSpPr>
              <p:cNvPr id="1245" name="Google Shape;1245;g3b499654e41_0_1265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g3b499654e41_0_1265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7" name="Google Shape;1247;g3b499654e41_0_1265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1248" name="Google Shape;1248;g3b499654e41_0_1265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g3b499654e41_0_1265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Google Shape;1251;g3b499654e41_0_1277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1252" name="Google Shape;1252;g3b499654e41_0_1277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b499654e41_0_1277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4" name="Google Shape;1254;g3b499654e41_0_1277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1255" name="Google Shape;1255;g3b499654e41_0_127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g3b499654e41_0_127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7" name="Google Shape;1257;g3b499654e41_0_1277"/>
          <p:cNvGrpSpPr/>
          <p:nvPr/>
        </p:nvGrpSpPr>
        <p:grpSpPr>
          <a:xfrm>
            <a:off x="-796766" y="-1090158"/>
            <a:ext cx="11445399" cy="6549695"/>
            <a:chOff x="-796766" y="-1090158"/>
            <a:chExt cx="11445399" cy="6549695"/>
          </a:xfrm>
        </p:grpSpPr>
        <p:sp>
          <p:nvSpPr>
            <p:cNvPr id="1258" name="Google Shape;1258;g3b499654e41_0_1277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259" name="Google Shape;1259;g3b499654e41_0_1277"/>
            <p:cNvGrpSpPr/>
            <p:nvPr/>
          </p:nvGrpSpPr>
          <p:grpSpPr>
            <a:xfrm rot="10800000">
              <a:off x="12" y="108546"/>
              <a:ext cx="493320" cy="357312"/>
              <a:chOff x="1722354" y="229144"/>
              <a:chExt cx="1748743" cy="1266614"/>
            </a:xfrm>
          </p:grpSpPr>
          <p:sp>
            <p:nvSpPr>
              <p:cNvPr id="1260" name="Google Shape;1260;g3b499654e41_0_127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g3b499654e41_0_127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2" name="Google Shape;1262;g3b499654e41_0_1277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263" name="Google Shape;1263;g3b499654e41_0_1277"/>
            <p:cNvGrpSpPr/>
            <p:nvPr/>
          </p:nvGrpSpPr>
          <p:grpSpPr>
            <a:xfrm flipH="1" rot="-5400000">
              <a:off x="8489086" y="4163845"/>
              <a:ext cx="493320" cy="357312"/>
              <a:chOff x="1722354" y="229144"/>
              <a:chExt cx="1748743" cy="1266614"/>
            </a:xfrm>
          </p:grpSpPr>
          <p:sp>
            <p:nvSpPr>
              <p:cNvPr id="1264" name="Google Shape;1264;g3b499654e41_0_127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g3b499654e41_0_127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6" name="Google Shape;1266;g3b499654e41_0_1277"/>
            <p:cNvGrpSpPr/>
            <p:nvPr/>
          </p:nvGrpSpPr>
          <p:grpSpPr>
            <a:xfrm flipH="1" rot="5400000">
              <a:off x="765336" y="-239460"/>
              <a:ext cx="965258" cy="273510"/>
              <a:chOff x="-6675" y="2881558"/>
              <a:chExt cx="9140700" cy="2059567"/>
            </a:xfrm>
          </p:grpSpPr>
          <p:cxnSp>
            <p:nvCxnSpPr>
              <p:cNvPr id="1267" name="Google Shape;1267;g3b499654e41_0_127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g3b499654e41_0_127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g3b499654e41_0_127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0" name="Google Shape;1270;g3b499654e41_0_127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1" name="Google Shape;1271;g3b499654e41_0_127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72" name="Google Shape;1272;g3b499654e41_0_1277"/>
          <p:cNvGrpSpPr/>
          <p:nvPr/>
        </p:nvGrpSpPr>
        <p:grpSpPr>
          <a:xfrm>
            <a:off x="248565" y="1658361"/>
            <a:ext cx="8665831" cy="946304"/>
            <a:chOff x="248565" y="1658361"/>
            <a:chExt cx="8665831" cy="946304"/>
          </a:xfrm>
        </p:grpSpPr>
        <p:sp>
          <p:nvSpPr>
            <p:cNvPr id="1273" name="Google Shape;1273;g3b499654e41_0_1277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3b499654e41_0_1277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5" name="Google Shape;1275;g3b499654e41_0_127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oogle Shape;1277;g3b499654e41_0_1303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1278" name="Google Shape;1278;g3b499654e41_0_1303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b499654e41_0_1303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0" name="Google Shape;1280;g3b499654e41_0_1303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281" name="Google Shape;1281;g3b499654e41_0_130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g3b499654e41_0_130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83" name="Google Shape;1283;g3b499654e41_0_1303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1284" name="Google Shape;1284;g3b499654e41_0_1303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3b499654e41_0_1303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g3b499654e41_0_1303"/>
          <p:cNvGrpSpPr/>
          <p:nvPr/>
        </p:nvGrpSpPr>
        <p:grpSpPr>
          <a:xfrm>
            <a:off x="355674" y="-567309"/>
            <a:ext cx="8751501" cy="5946659"/>
            <a:chOff x="251624" y="-534009"/>
            <a:chExt cx="8751501" cy="5946659"/>
          </a:xfrm>
        </p:grpSpPr>
        <p:grpSp>
          <p:nvGrpSpPr>
            <p:cNvPr id="1287" name="Google Shape;1287;g3b499654e41_0_1303"/>
            <p:cNvGrpSpPr/>
            <p:nvPr/>
          </p:nvGrpSpPr>
          <p:grpSpPr>
            <a:xfrm rot="10800000">
              <a:off x="251624" y="3645746"/>
              <a:ext cx="493320" cy="357312"/>
              <a:chOff x="1722354" y="229144"/>
              <a:chExt cx="1748743" cy="1266614"/>
            </a:xfrm>
          </p:grpSpPr>
          <p:sp>
            <p:nvSpPr>
              <p:cNvPr id="1288" name="Google Shape;1288;g3b499654e41_0_130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g3b499654e41_0_130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0" name="Google Shape;1290;g3b499654e41_0_1303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1291" name="Google Shape;1291;g3b499654e41_0_130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g3b499654e41_0_130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g3b499654e41_0_130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g3b499654e41_0_130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g3b499654e41_0_130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296" name="Google Shape;1296;g3b499654e41_0_1303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97" name="Google Shape;1297;g3b499654e41_0_1303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298" name="Google Shape;1298;g3b499654e41_0_130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b499654e41_0_2040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04" name="Google Shape;1304;g3b499654e41_0_2040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05" name="Google Shape;1305;g3b499654e41_0_2040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306" name="Google Shape;1306;g3b499654e41_0_2040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g3b499654e41_0_2040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8" name="Google Shape;1308;g3b499654e41_0_2040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1309" name="Google Shape;1309;g3b499654e41_0_2040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3b499654e41_0_2040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1" name="Google Shape;1311;g3b499654e41_0_2040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1312" name="Google Shape;1312;g3b499654e41_0_2040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3" name="Google Shape;1313;g3b499654e41_0_2040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4" name="Google Shape;1314;g3b499654e41_0_2040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5" name="Google Shape;1315;g3b499654e41_0_2040"/>
          <p:cNvGrpSpPr/>
          <p:nvPr/>
        </p:nvGrpSpPr>
        <p:grpSpPr>
          <a:xfrm rot="-5400000">
            <a:off x="8388339" y="1273397"/>
            <a:ext cx="493320" cy="357312"/>
            <a:chOff x="1722354" y="229144"/>
            <a:chExt cx="1748743" cy="1266614"/>
          </a:xfrm>
        </p:grpSpPr>
        <p:sp>
          <p:nvSpPr>
            <p:cNvPr id="1316" name="Google Shape;1316;g3b499654e41_0_2040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g3b499654e41_0_2040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b499654e41_0_20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0" name="Google Shape;1320;g3b499654e41_0_2056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1" name="Google Shape;1321;g3b499654e41_0_2056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2" name="Google Shape;1322;g3b499654e41_0_2056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3" name="Google Shape;1323;g3b499654e41_0_2056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4" name="Google Shape;1324;g3b499654e41_0_2056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5" name="Google Shape;1325;g3b499654e41_0_2056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326" name="Google Shape;1326;g3b499654e41_0_2056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27" name="Google Shape;1327;g3b499654e41_0_2056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28" name="Google Shape;1328;g3b499654e41_0_2056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29" name="Google Shape;1329;g3b499654e41_0_2056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30" name="Google Shape;1330;g3b499654e41_0_2056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31" name="Google Shape;1331;g3b499654e41_0_2056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332" name="Google Shape;1332;g3b499654e41_0_2056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1333" name="Google Shape;1333;g3b499654e41_0_2056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1334" name="Google Shape;1334;g3b499654e41_0_2056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g3b499654e41_0_2056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6" name="Google Shape;1336;g3b499654e41_0_2056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1337" name="Google Shape;1337;g3b499654e41_0_2056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g3b499654e41_0_2056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9" name="Google Shape;1339;g3b499654e41_0_2056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1340" name="Google Shape;1340;g3b499654e41_0_2056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g3b499654e41_0_2056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42" name="Google Shape;1342;g3b499654e41_0_2056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1343" name="Google Shape;1343;g3b499654e41_0_2056"/>
            <p:cNvGrpSpPr/>
            <p:nvPr/>
          </p:nvGrpSpPr>
          <p:grpSpPr>
            <a:xfrm flipH="1">
              <a:off x="8221608" y="1714746"/>
              <a:ext cx="493320" cy="357312"/>
              <a:chOff x="1722354" y="229144"/>
              <a:chExt cx="1748743" cy="1266614"/>
            </a:xfrm>
          </p:grpSpPr>
          <p:sp>
            <p:nvSpPr>
              <p:cNvPr id="1344" name="Google Shape;1344;g3b499654e41_0_205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g3b499654e41_0_205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6" name="Google Shape;1346;g3b499654e41_0_2056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347" name="Google Shape;1347;g3b499654e41_0_2056"/>
            <p:cNvGrpSpPr/>
            <p:nvPr/>
          </p:nvGrpSpPr>
          <p:grpSpPr>
            <a:xfrm>
              <a:off x="8527396" y="539491"/>
              <a:ext cx="1345511" cy="273510"/>
              <a:chOff x="-6675" y="2881558"/>
              <a:chExt cx="9140700" cy="2059567"/>
            </a:xfrm>
          </p:grpSpPr>
          <p:cxnSp>
            <p:nvCxnSpPr>
              <p:cNvPr id="1348" name="Google Shape;1348;g3b499654e41_0_205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g3b499654e41_0_205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g3b499654e41_0_205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1" name="Google Shape;1351;g3b499654e41_0_205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2" name="Google Shape;1352;g3b499654e41_0_205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353" name="Google Shape;1353;g3b499654e41_0_2056"/>
            <p:cNvGrpSpPr/>
            <p:nvPr/>
          </p:nvGrpSpPr>
          <p:grpSpPr>
            <a:xfrm rot="10800000">
              <a:off x="-556748" y="2551974"/>
              <a:ext cx="1029243" cy="273510"/>
              <a:chOff x="-6675" y="2881558"/>
              <a:chExt cx="9140700" cy="2059567"/>
            </a:xfrm>
          </p:grpSpPr>
          <p:cxnSp>
            <p:nvCxnSpPr>
              <p:cNvPr id="1354" name="Google Shape;1354;g3b499654e41_0_205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5" name="Google Shape;1355;g3b499654e41_0_205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6" name="Google Shape;1356;g3b499654e41_0_205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7" name="Google Shape;1357;g3b499654e41_0_205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8" name="Google Shape;1358;g3b499654e41_0_205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59" name="Google Shape;1359;g3b499654e41_0_2056"/>
          <p:cNvGrpSpPr/>
          <p:nvPr/>
        </p:nvGrpSpPr>
        <p:grpSpPr>
          <a:xfrm>
            <a:off x="-160350" y="1017736"/>
            <a:ext cx="9034618" cy="1344542"/>
            <a:chOff x="-160350" y="1017736"/>
            <a:chExt cx="9034618" cy="1344542"/>
          </a:xfrm>
        </p:grpSpPr>
        <p:sp>
          <p:nvSpPr>
            <p:cNvPr id="1360" name="Google Shape;1360;g3b499654e41_0_2056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b499654e41_0_2056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2" name="Google Shape;1362;g3b499654e41_0_205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b499654e41_0_2101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65" name="Google Shape;1365;g3b499654e41_0_2101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366" name="Google Shape;1366;g3b499654e41_0_2101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1367" name="Google Shape;1367;g3b499654e41_0_2101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8" name="Google Shape;1368;g3b499654e41_0_2101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9" name="Google Shape;1369;g3b499654e41_0_2101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0" name="Google Shape;1370;g3b499654e41_0_2101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1" name="Google Shape;1371;g3b499654e41_0_2101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2" name="Google Shape;1372;g3b499654e41_0_2101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3" name="Google Shape;1373;g3b499654e41_0_2101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4" name="Google Shape;1374;g3b499654e41_0_2101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5" name="Google Shape;1375;g3b499654e41_0_2101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6" name="Google Shape;1376;g3b499654e41_0_2101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77" name="Google Shape;1377;g3b499654e41_0_2101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1378" name="Google Shape;1378;g3b499654e41_0_2101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1379" name="Google Shape;1379;g3b499654e41_0_210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g3b499654e41_0_210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1" name="Google Shape;1381;g3b499654e41_0_2101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1382" name="Google Shape;1382;g3b499654e41_0_2101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g3b499654e41_0_2101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b499654e41_0_21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86" name="Google Shape;1386;g3b499654e41_0_2122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7" name="Google Shape;1387;g3b499654e41_0_2122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8" name="Google Shape;1388;g3b499654e41_0_2122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89" name="Google Shape;1389;g3b499654e41_0_2122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390" name="Google Shape;1390;g3b499654e41_0_2122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1391" name="Google Shape;1391;g3b499654e41_0_2122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3b499654e41_0_2122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3" name="Google Shape;1393;g3b499654e41_0_2122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394" name="Google Shape;1394;g3b499654e41_0_212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g3b499654e41_0_212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96" name="Google Shape;1396;g3b499654e41_0_2122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1397" name="Google Shape;1397;g3b499654e41_0_2122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398" name="Google Shape;1398;g3b499654e41_0_2122"/>
            <p:cNvGrpSpPr/>
            <p:nvPr/>
          </p:nvGrpSpPr>
          <p:grpSpPr>
            <a:xfrm rot="10800000">
              <a:off x="29437" y="1468071"/>
              <a:ext cx="493320" cy="357312"/>
              <a:chOff x="2199401" y="229144"/>
              <a:chExt cx="1748743" cy="1266614"/>
            </a:xfrm>
          </p:grpSpPr>
          <p:sp>
            <p:nvSpPr>
              <p:cNvPr id="1399" name="Google Shape;1399;g3b499654e41_0_2122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g3b499654e41_0_2122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g3b499654e41_0_2122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402" name="Google Shape;1402;g3b499654e41_0_2122"/>
            <p:cNvGrpSpPr/>
            <p:nvPr/>
          </p:nvGrpSpPr>
          <p:grpSpPr>
            <a:xfrm flipH="1">
              <a:off x="8212963" y="4702316"/>
              <a:ext cx="965258" cy="273510"/>
              <a:chOff x="-6675" y="2881558"/>
              <a:chExt cx="9140700" cy="2059567"/>
            </a:xfrm>
          </p:grpSpPr>
          <p:cxnSp>
            <p:nvCxnSpPr>
              <p:cNvPr id="1403" name="Google Shape;1403;g3b499654e41_0_212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4" name="Google Shape;1404;g3b499654e41_0_212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5" name="Google Shape;1405;g3b499654e41_0_212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6" name="Google Shape;1406;g3b499654e41_0_212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7" name="Google Shape;1407;g3b499654e41_0_212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408" name="Google Shape;1408;g3b499654e41_0_2122"/>
          <p:cNvGrpSpPr/>
          <p:nvPr/>
        </p:nvGrpSpPr>
        <p:grpSpPr>
          <a:xfrm>
            <a:off x="342875" y="2524661"/>
            <a:ext cx="8713622" cy="1947137"/>
            <a:chOff x="342875" y="2524661"/>
            <a:chExt cx="8713622" cy="1947137"/>
          </a:xfrm>
        </p:grpSpPr>
        <p:sp>
          <p:nvSpPr>
            <p:cNvPr id="1409" name="Google Shape;1409;g3b499654e41_0_2122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3b499654e41_0_2122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1" name="Google Shape;1411;g3b499654e41_0_212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b499654e41_0_21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4" name="Google Shape;1414;g3b499654e41_0_2150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5" name="Google Shape;1415;g3b499654e41_0_2150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6" name="Google Shape;1416;g3b499654e41_0_2150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7" name="Google Shape;1417;g3b499654e41_0_2150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18" name="Google Shape;1418;g3b499654e41_0_2150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19" name="Google Shape;1419;g3b499654e41_0_2150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420" name="Google Shape;1420;g3b499654e41_0_2150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1421" name="Google Shape;1421;g3b499654e41_0_2150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3b499654e41_0_2150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3" name="Google Shape;1423;g3b499654e41_0_2150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424" name="Google Shape;1424;g3b499654e41_0_215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g3b499654e41_0_215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26" name="Google Shape;1426;g3b499654e41_0_2150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1427" name="Google Shape;1427;g3b499654e41_0_2150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3b499654e41_0_2150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9" name="Google Shape;1429;g3b499654e41_0_2150"/>
          <p:cNvGrpSpPr/>
          <p:nvPr/>
        </p:nvGrpSpPr>
        <p:grpSpPr>
          <a:xfrm>
            <a:off x="260199" y="-534009"/>
            <a:ext cx="8742926" cy="5946659"/>
            <a:chOff x="260199" y="-534009"/>
            <a:chExt cx="8742926" cy="5946659"/>
          </a:xfrm>
        </p:grpSpPr>
        <p:grpSp>
          <p:nvGrpSpPr>
            <p:cNvPr id="1430" name="Google Shape;1430;g3b499654e41_0_2150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1431" name="Google Shape;1431;g3b499654e41_0_215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2" name="Google Shape;1432;g3b499654e41_0_215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3" name="Google Shape;1433;g3b499654e41_0_215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4" name="Google Shape;1434;g3b499654e41_0_215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5" name="Google Shape;1435;g3b499654e41_0_215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36" name="Google Shape;1436;g3b499654e41_0_2150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437" name="Google Shape;1437;g3b499654e41_0_2150"/>
            <p:cNvGrpSpPr/>
            <p:nvPr/>
          </p:nvGrpSpPr>
          <p:grpSpPr>
            <a:xfrm>
              <a:off x="260199" y="3089575"/>
              <a:ext cx="493320" cy="2323075"/>
              <a:chOff x="260199" y="3089575"/>
              <a:chExt cx="493320" cy="2323075"/>
            </a:xfrm>
          </p:grpSpPr>
          <p:grpSp>
            <p:nvGrpSpPr>
              <p:cNvPr id="1438" name="Google Shape;1438;g3b499654e41_0_2150"/>
              <p:cNvGrpSpPr/>
              <p:nvPr/>
            </p:nvGrpSpPr>
            <p:grpSpPr>
              <a:xfrm rot="10800000">
                <a:off x="260199" y="36457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1439" name="Google Shape;1439;g3b499654e41_0_215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g3b499654e41_0_215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41" name="Google Shape;1441;g3b499654e41_0_2150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1442" name="Google Shape;1442;g3b499654e41_0_215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b499654e41_0_21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45" name="Google Shape;1445;g3b499654e41_0_2181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6" name="Google Shape;1446;g3b499654e41_0_2181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7" name="Google Shape;1447;g3b499654e41_0_2181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8" name="Google Shape;1448;g3b499654e41_0_2181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9" name="Google Shape;1449;g3b499654e41_0_2181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50" name="Google Shape;1450;g3b499654e41_0_2181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51" name="Google Shape;1451;g3b499654e41_0_2181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452" name="Google Shape;1452;g3b499654e41_0_2181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453" name="Google Shape;1453;g3b499654e41_0_2181"/>
          <p:cNvGrpSpPr/>
          <p:nvPr/>
        </p:nvGrpSpPr>
        <p:grpSpPr>
          <a:xfrm>
            <a:off x="487075" y="3743424"/>
            <a:ext cx="8733034" cy="1098995"/>
            <a:chOff x="487075" y="3743424"/>
            <a:chExt cx="8733034" cy="1098995"/>
          </a:xfrm>
        </p:grpSpPr>
        <p:sp>
          <p:nvSpPr>
            <p:cNvPr id="1454" name="Google Shape;1454;g3b499654e41_0_2181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g3b499654e41_0_2181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6" name="Google Shape;1456;g3b499654e41_0_2181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1457" name="Google Shape;1457;g3b499654e41_0_218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g3b499654e41_0_218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9" name="Google Shape;1459;g3b499654e41_0_2181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1460" name="Google Shape;1460;g3b499654e41_0_2181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g3b499654e41_0_2181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2" name="Google Shape;1462;g3b499654e41_0_2181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1463" name="Google Shape;1463;g3b499654e41_0_2181"/>
            <p:cNvGrpSpPr/>
            <p:nvPr/>
          </p:nvGrpSpPr>
          <p:grpSpPr>
            <a:xfrm rot="-5400000">
              <a:off x="8362773" y="2998997"/>
              <a:ext cx="493320" cy="357312"/>
              <a:chOff x="1722354" y="229144"/>
              <a:chExt cx="1748743" cy="1266614"/>
            </a:xfrm>
          </p:grpSpPr>
          <p:sp>
            <p:nvSpPr>
              <p:cNvPr id="1464" name="Google Shape;1464;g3b499654e41_0_218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g3b499654e41_0_218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6" name="Google Shape;1466;g3b499654e41_0_2181"/>
            <p:cNvGrpSpPr/>
            <p:nvPr/>
          </p:nvGrpSpPr>
          <p:grpSpPr>
            <a:xfrm flipH="1" rot="10800000">
              <a:off x="8505734" y="1680043"/>
              <a:ext cx="965258" cy="273510"/>
              <a:chOff x="-6675" y="2881558"/>
              <a:chExt cx="9140700" cy="2059567"/>
            </a:xfrm>
          </p:grpSpPr>
          <p:cxnSp>
            <p:nvCxnSpPr>
              <p:cNvPr id="1467" name="Google Shape;1467;g3b499654e41_0_218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8" name="Google Shape;1468;g3b499654e41_0_218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9" name="Google Shape;1469;g3b499654e41_0_218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0" name="Google Shape;1470;g3b499654e41_0_218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1" name="Google Shape;1471;g3b499654e41_0_218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72" name="Google Shape;1472;g3b499654e41_0_2181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3" name="Google Shape;1473;g3b499654e41_0_2181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474" name="Google Shape;1474;g3b499654e41_0_218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b499654e41_0_22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77" name="Google Shape;1477;g3b499654e41_0_2213"/>
          <p:cNvGrpSpPr/>
          <p:nvPr/>
        </p:nvGrpSpPr>
        <p:grpSpPr>
          <a:xfrm>
            <a:off x="-918332" y="-1192757"/>
            <a:ext cx="9848838" cy="7993544"/>
            <a:chOff x="-918332" y="-1192756"/>
            <a:chExt cx="9848838" cy="7993544"/>
          </a:xfrm>
        </p:grpSpPr>
        <p:grpSp>
          <p:nvGrpSpPr>
            <p:cNvPr id="1478" name="Google Shape;1478;g3b499654e41_0_2213"/>
            <p:cNvGrpSpPr/>
            <p:nvPr/>
          </p:nvGrpSpPr>
          <p:grpSpPr>
            <a:xfrm flipH="1" rot="5400000">
              <a:off x="-385150" y="4070828"/>
              <a:ext cx="2196777" cy="3263142"/>
              <a:chOff x="308728" y="2619343"/>
              <a:chExt cx="2007289" cy="2981400"/>
            </a:xfrm>
          </p:grpSpPr>
          <p:cxnSp>
            <p:nvCxnSpPr>
              <p:cNvPr id="1479" name="Google Shape;1479;g3b499654e41_0_2213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0" name="Google Shape;1480;g3b499654e41_0_2213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81" name="Google Shape;1481;g3b499654e41_0_2213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2" name="Google Shape;1482;g3b499654e41_0_2213"/>
            <p:cNvGrpSpPr/>
            <p:nvPr/>
          </p:nvGrpSpPr>
          <p:grpSpPr>
            <a:xfrm>
              <a:off x="6549025" y="-95200"/>
              <a:ext cx="2381480" cy="750488"/>
              <a:chOff x="6549025" y="-95200"/>
              <a:chExt cx="2381480" cy="750488"/>
            </a:xfrm>
          </p:grpSpPr>
          <p:grpSp>
            <p:nvGrpSpPr>
              <p:cNvPr id="1483" name="Google Shape;1483;g3b499654e41_0_2213"/>
              <p:cNvGrpSpPr/>
              <p:nvPr/>
            </p:nvGrpSpPr>
            <p:grpSpPr>
              <a:xfrm rot="-5400000">
                <a:off x="8505189" y="229972"/>
                <a:ext cx="493320" cy="357312"/>
                <a:chOff x="1722354" y="229144"/>
                <a:chExt cx="1748743" cy="1266614"/>
              </a:xfrm>
            </p:grpSpPr>
            <p:sp>
              <p:nvSpPr>
                <p:cNvPr id="1484" name="Google Shape;1484;g3b499654e41_0_221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5" name="Google Shape;1485;g3b499654e41_0_221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6" name="Google Shape;1486;g3b499654e41_0_2213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1487" name="Google Shape;1487;g3b499654e41_0_2213"/>
            <p:cNvGrpSpPr/>
            <p:nvPr/>
          </p:nvGrpSpPr>
          <p:grpSpPr>
            <a:xfrm rot="5400000">
              <a:off x="6896425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488" name="Google Shape;1488;g3b499654e41_0_22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9" name="Google Shape;1489;g3b499654e41_0_22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0" name="Google Shape;1490;g3b499654e41_0_22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1" name="Google Shape;1491;g3b499654e41_0_22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2" name="Google Shape;1492;g3b499654e41_0_22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493" name="Google Shape;1493;g3b499654e41_0_2213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1494" name="Google Shape;1494;g3b499654e41_0_2213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1495" name="Google Shape;1495;g3b499654e41_0_2213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g3b499654e41_0_2213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7" name="Google Shape;1497;g3b499654e41_0_2213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1498" name="Google Shape;1498;g3b499654e41_0_2213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g3b499654e41_0_2213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00" name="Google Shape;1500;g3b499654e41_0_2213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501" name="Google Shape;1501;g3b499654e41_0_2213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3b499654e41_0_2213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3" name="Google Shape;1503;g3b499654e41_0_22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b499654e41_0_2242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06" name="Google Shape;1506;g3b499654e41_0_2242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07" name="Google Shape;1507;g3b499654e41_0_2242"/>
          <p:cNvGrpSpPr/>
          <p:nvPr/>
        </p:nvGrpSpPr>
        <p:grpSpPr>
          <a:xfrm>
            <a:off x="320869" y="892488"/>
            <a:ext cx="5247943" cy="4005529"/>
            <a:chOff x="320869" y="892488"/>
            <a:chExt cx="5247943" cy="4005529"/>
          </a:xfrm>
        </p:grpSpPr>
        <p:sp>
          <p:nvSpPr>
            <p:cNvPr id="1508" name="Google Shape;1508;g3b499654e41_0_2242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3b499654e41_0_2242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g3b499654e41_0_2242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1511" name="Google Shape;1511;g3b499654e41_0_2242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1512" name="Google Shape;1512;g3b499654e41_0_2242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13" name="Google Shape;1513;g3b499654e41_0_2242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1514" name="Google Shape;1514;g3b499654e41_0_2242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5" name="Google Shape;1515;g3b499654e41_0_2242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16" name="Google Shape;1516;g3b499654e41_0_2242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1517" name="Google Shape;1517;g3b499654e41_0_224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g3b499654e41_0_224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19" name="Google Shape;1519;g3b499654e41_0_2242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1520" name="Google Shape;1520;g3b499654e41_0_2242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1521" name="Google Shape;1521;g3b499654e41_0_2242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8" cy="7390555"/>
              </a:xfrm>
            </p:grpSpPr>
            <p:cxnSp>
              <p:nvCxnSpPr>
                <p:cNvPr id="1522" name="Google Shape;1522;g3b499654e41_0_2242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23" name="Google Shape;1523;g3b499654e41_0_2242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24" name="Google Shape;1524;g3b499654e41_0_2242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5" name="Google Shape;1525;g3b499654e41_0_2242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1526" name="Google Shape;1526;g3b499654e41_0_2242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27" name="Google Shape;1527;g3b499654e41_0_2242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528" name="Google Shape;1528;g3b499654e41_0_2242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9" name="Google Shape;1529;g3b499654e41_0_2242"/>
              <p:cNvGrpSpPr/>
              <p:nvPr/>
            </p:nvGrpSpPr>
            <p:grpSpPr>
              <a:xfrm rot="-5400000">
                <a:off x="8362764" y="67997"/>
                <a:ext cx="493320" cy="357312"/>
                <a:chOff x="1722354" y="229144"/>
                <a:chExt cx="1748743" cy="1266614"/>
              </a:xfrm>
            </p:grpSpPr>
            <p:sp>
              <p:nvSpPr>
                <p:cNvPr id="1530" name="Google Shape;1530;g3b499654e41_0_2242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1" name="Google Shape;1531;g3b499654e41_0_2242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32" name="Google Shape;1532;g3b499654e41_0_2242"/>
            <p:cNvGrpSpPr/>
            <p:nvPr/>
          </p:nvGrpSpPr>
          <p:grpSpPr>
            <a:xfrm rot="10800000">
              <a:off x="7090738" y="4224471"/>
              <a:ext cx="681216" cy="3360486"/>
              <a:chOff x="1337800" y="-2525590"/>
              <a:chExt cx="1498167" cy="7390556"/>
            </a:xfrm>
          </p:grpSpPr>
          <p:cxnSp>
            <p:nvCxnSpPr>
              <p:cNvPr id="1533" name="Google Shape;1533;g3b499654e41_0_224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34" name="Google Shape;1534;g3b499654e41_0_224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35" name="Google Shape;1535;g3b499654e41_0_224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3b499654e41_0_22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8" name="Google Shape;1538;g3b499654e41_0_2274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539" name="Google Shape;1539;g3b499654e41_0_227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1540" name="Google Shape;1540;g3b499654e41_0_227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b499654e41_0_227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2" name="Google Shape;1542;g3b499654e41_0_227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543" name="Google Shape;1543;g3b499654e41_0_227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g3b499654e41_0_227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45" name="Google Shape;1545;g3b499654e41_0_227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1546" name="Google Shape;1546;g3b499654e41_0_2274"/>
            <p:cNvGrpSpPr/>
            <p:nvPr/>
          </p:nvGrpSpPr>
          <p:grpSpPr>
            <a:xfrm>
              <a:off x="8873150" y="1130916"/>
              <a:ext cx="965258" cy="273510"/>
              <a:chOff x="-6675" y="2881558"/>
              <a:chExt cx="9140700" cy="2059567"/>
            </a:xfrm>
          </p:grpSpPr>
          <p:cxnSp>
            <p:nvCxnSpPr>
              <p:cNvPr id="1547" name="Google Shape;1547;g3b499654e41_0_227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8" name="Google Shape;1548;g3b499654e41_0_227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9" name="Google Shape;1549;g3b499654e41_0_227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0" name="Google Shape;1550;g3b499654e41_0_227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1" name="Google Shape;1551;g3b499654e41_0_227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52" name="Google Shape;1552;g3b499654e41_0_2274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553" name="Google Shape;1553;g3b499654e41_0_2274"/>
            <p:cNvGrpSpPr/>
            <p:nvPr/>
          </p:nvGrpSpPr>
          <p:grpSpPr>
            <a:xfrm flipH="1" rot="10800000">
              <a:off x="8650689" y="182196"/>
              <a:ext cx="493320" cy="357312"/>
              <a:chOff x="1722354" y="229144"/>
              <a:chExt cx="1748743" cy="1266614"/>
            </a:xfrm>
          </p:grpSpPr>
          <p:sp>
            <p:nvSpPr>
              <p:cNvPr id="1554" name="Google Shape;1554;g3b499654e41_0_227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g3b499654e41_0_227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6" name="Google Shape;1556;g3b499654e41_0_227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557" name="Google Shape;1557;g3b499654e41_0_2274"/>
            <p:cNvGrpSpPr/>
            <p:nvPr/>
          </p:nvGrpSpPr>
          <p:grpSpPr>
            <a:xfrm flipH="1" rot="-5400000">
              <a:off x="159064" y="4046095"/>
              <a:ext cx="493320" cy="357312"/>
              <a:chOff x="1722354" y="229144"/>
              <a:chExt cx="1748743" cy="1266614"/>
            </a:xfrm>
          </p:grpSpPr>
          <p:sp>
            <p:nvSpPr>
              <p:cNvPr id="1558" name="Google Shape;1558;g3b499654e41_0_227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g3b499654e41_0_227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0" name="Google Shape;1560;g3b499654e41_0_2274"/>
            <p:cNvGrpSpPr/>
            <p:nvPr/>
          </p:nvGrpSpPr>
          <p:grpSpPr>
            <a:xfrm>
              <a:off x="-776975" y="4800516"/>
              <a:ext cx="965258" cy="273510"/>
              <a:chOff x="-6675" y="2881558"/>
              <a:chExt cx="9140700" cy="2059567"/>
            </a:xfrm>
          </p:grpSpPr>
          <p:cxnSp>
            <p:nvCxnSpPr>
              <p:cNvPr id="1561" name="Google Shape;1561;g3b499654e41_0_227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2" name="Google Shape;1562;g3b499654e41_0_227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3" name="Google Shape;1563;g3b499654e41_0_227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4" name="Google Shape;1564;g3b499654e41_0_227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5" name="Google Shape;1565;g3b499654e41_0_227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566" name="Google Shape;1566;g3b499654e41_0_2274"/>
          <p:cNvGrpSpPr/>
          <p:nvPr/>
        </p:nvGrpSpPr>
        <p:grpSpPr>
          <a:xfrm>
            <a:off x="-142612" y="-168664"/>
            <a:ext cx="7919030" cy="2888967"/>
            <a:chOff x="-142612" y="-168664"/>
            <a:chExt cx="7919030" cy="2888967"/>
          </a:xfrm>
        </p:grpSpPr>
        <p:sp>
          <p:nvSpPr>
            <p:cNvPr id="1567" name="Google Shape;1567;g3b499654e41_0_227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b499654e41_0_227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9" name="Google Shape;1569;g3b499654e41_0_227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b499654e41_0_2308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2" name="Google Shape;1572;g3b499654e41_0_2308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573" name="Google Shape;1573;g3b499654e41_0_2308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74" name="Google Shape;1574;g3b499654e41_0_2308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575" name="Google Shape;1575;g3b499654e41_0_2308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576" name="Google Shape;1576;g3b499654e41_0_2308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g3b499654e41_0_2308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8" name="Google Shape;1578;g3b499654e41_0_2308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579" name="Google Shape;1579;g3b499654e41_0_2308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g3b499654e41_0_2308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81" name="Google Shape;1581;g3b499654e41_0_2308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582" name="Google Shape;1582;g3b499654e41_0_2308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583" name="Google Shape;1583;g3b499654e41_0_2308"/>
            <p:cNvGrpSpPr/>
            <p:nvPr/>
          </p:nvGrpSpPr>
          <p:grpSpPr>
            <a:xfrm flipH="1" rot="-5400000">
              <a:off x="8430782" y="4500445"/>
              <a:ext cx="493320" cy="357312"/>
              <a:chOff x="1722354" y="229144"/>
              <a:chExt cx="1748743" cy="1266614"/>
            </a:xfrm>
          </p:grpSpPr>
          <p:sp>
            <p:nvSpPr>
              <p:cNvPr id="1584" name="Google Shape;1584;g3b499654e41_0_230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g3b499654e41_0_230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6" name="Google Shape;1586;g3b499654e41_0_2308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587" name="Google Shape;1587;g3b499654e41_0_2308"/>
            <p:cNvGrpSpPr/>
            <p:nvPr/>
          </p:nvGrpSpPr>
          <p:grpSpPr>
            <a:xfrm rot="10800000">
              <a:off x="662658" y="2962921"/>
              <a:ext cx="493320" cy="357312"/>
              <a:chOff x="1722354" y="229144"/>
              <a:chExt cx="1748743" cy="1266614"/>
            </a:xfrm>
          </p:grpSpPr>
          <p:sp>
            <p:nvSpPr>
              <p:cNvPr id="1588" name="Google Shape;1588;g3b499654e41_0_230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g3b499654e41_0_230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0" name="Google Shape;1590;g3b499654e41_0_2308"/>
            <p:cNvGrpSpPr/>
            <p:nvPr/>
          </p:nvGrpSpPr>
          <p:grpSpPr>
            <a:xfrm>
              <a:off x="-867949" y="1748041"/>
              <a:ext cx="1530153" cy="273510"/>
              <a:chOff x="-6675" y="2881558"/>
              <a:chExt cx="9140700" cy="2059567"/>
            </a:xfrm>
          </p:grpSpPr>
          <p:cxnSp>
            <p:nvCxnSpPr>
              <p:cNvPr id="1591" name="Google Shape;1591;g3b499654e41_0_230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2" name="Google Shape;1592;g3b499654e41_0_230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3" name="Google Shape;1593;g3b499654e41_0_230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4" name="Google Shape;1594;g3b499654e41_0_230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5" name="Google Shape;1595;g3b499654e41_0_230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596" name="Google Shape;1596;g3b499654e41_0_2308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597" name="Google Shape;1597;g3b499654e41_0_2308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g3b499654e41_0_2308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b499654e41_0_2337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601" name="Google Shape;1601;g3b499654e41_0_2337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1602" name="Google Shape;1602;g3b499654e41_0_233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3" name="Google Shape;1603;g3b499654e41_0_233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4" name="Google Shape;1604;g3b499654e41_0_2337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5" name="Google Shape;1605;g3b499654e41_0_2337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606" name="Google Shape;1606;g3b499654e41_0_2337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3b499654e41_0_2337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8" name="Google Shape;1608;g3b499654e41_0_2337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1609" name="Google Shape;1609;g3b499654e41_0_2337"/>
            <p:cNvGrpSpPr/>
            <p:nvPr/>
          </p:nvGrpSpPr>
          <p:grpSpPr>
            <a:xfrm flipH="1" rot="10800000">
              <a:off x="309699" y="2296619"/>
              <a:ext cx="681216" cy="3360486"/>
              <a:chOff x="1337800" y="-2525590"/>
              <a:chExt cx="1498167" cy="7390556"/>
            </a:xfrm>
          </p:grpSpPr>
          <p:cxnSp>
            <p:nvCxnSpPr>
              <p:cNvPr id="1610" name="Google Shape;1610;g3b499654e41_0_23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1" name="Google Shape;1611;g3b499654e41_0_23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12" name="Google Shape;1612;g3b499654e41_0_23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3" name="Google Shape;1613;g3b499654e41_0_2337"/>
            <p:cNvGrpSpPr/>
            <p:nvPr/>
          </p:nvGrpSpPr>
          <p:grpSpPr>
            <a:xfrm flipH="1">
              <a:off x="7998988" y="-1945430"/>
              <a:ext cx="681216" cy="3360486"/>
              <a:chOff x="1337800" y="-2525590"/>
              <a:chExt cx="1498167" cy="7390556"/>
            </a:xfrm>
          </p:grpSpPr>
          <p:cxnSp>
            <p:nvCxnSpPr>
              <p:cNvPr id="1614" name="Google Shape;1614;g3b499654e41_0_23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5" name="Google Shape;1615;g3b499654e41_0_23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16" name="Google Shape;1616;g3b499654e41_0_23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7" name="Google Shape;1617;g3b499654e41_0_2337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618" name="Google Shape;1618;g3b499654e41_0_233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9" name="Google Shape;1619;g3b499654e41_0_233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0" name="Google Shape;1620;g3b499654e41_0_233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1" name="Google Shape;1621;g3b499654e41_0_233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2" name="Google Shape;1622;g3b499654e41_0_233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3" name="Google Shape;1623;g3b499654e41_0_23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4" name="Google Shape;1624;g3b499654e41_0_23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5" name="Google Shape;1625;g3b499654e41_0_23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6" name="Google Shape;1626;g3b499654e41_0_23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7" name="Google Shape;1627;g3b499654e41_0_23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28" name="Google Shape;1628;g3b499654e41_0_2337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629" name="Google Shape;1629;g3b499654e41_0_2337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1630" name="Google Shape;1630;g3b499654e41_0_2337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1631" name="Google Shape;1631;g3b499654e41_0_2337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1632" name="Google Shape;1632;g3b499654e41_0_233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3" name="Google Shape;1633;g3b499654e41_0_233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4" name="Google Shape;1634;g3b499654e41_0_2337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1635" name="Google Shape;1635;g3b499654e41_0_233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6" name="Google Shape;1636;g3b499654e41_0_233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37" name="Google Shape;1637;g3b499654e41_0_2337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1638" name="Google Shape;1638;g3b499654e41_0_2337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g3b499654e41_0_2337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b499654e41_0_2378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2" name="Google Shape;1642;g3b499654e41_0_2378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43" name="Google Shape;1643;g3b499654e41_0_2378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4" name="Google Shape;1644;g3b499654e41_0_2378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1645" name="Google Shape;1645;g3b499654e41_0_2378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1646" name="Google Shape;1646;g3b499654e41_0_2378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7" name="Google Shape;1647;g3b499654e41_0_2378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48" name="Google Shape;1648;g3b499654e41_0_2378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9" name="Google Shape;1649;g3b499654e41_0_2378"/>
            <p:cNvGrpSpPr/>
            <p:nvPr/>
          </p:nvGrpSpPr>
          <p:grpSpPr>
            <a:xfrm rot="10800000">
              <a:off x="8695560" y="3306344"/>
              <a:ext cx="681216" cy="3360486"/>
              <a:chOff x="1337800" y="-2525590"/>
              <a:chExt cx="1498167" cy="7390556"/>
            </a:xfrm>
          </p:grpSpPr>
          <p:cxnSp>
            <p:nvCxnSpPr>
              <p:cNvPr id="1650" name="Google Shape;1650;g3b499654e41_0_237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1" name="Google Shape;1651;g3b499654e41_0_237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52" name="Google Shape;1652;g3b499654e41_0_237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3" name="Google Shape;1653;g3b499654e41_0_2378"/>
            <p:cNvGrpSpPr/>
            <p:nvPr/>
          </p:nvGrpSpPr>
          <p:grpSpPr>
            <a:xfrm>
              <a:off x="146409" y="-2776080"/>
              <a:ext cx="681216" cy="3360486"/>
              <a:chOff x="1337800" y="-2525590"/>
              <a:chExt cx="1498167" cy="7390556"/>
            </a:xfrm>
          </p:grpSpPr>
          <p:cxnSp>
            <p:nvCxnSpPr>
              <p:cNvPr id="1654" name="Google Shape;1654;g3b499654e41_0_237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5" name="Google Shape;1655;g3b499654e41_0_237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56" name="Google Shape;1656;g3b499654e41_0_237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7" name="Google Shape;1657;g3b499654e41_0_2378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1658" name="Google Shape;1658;g3b499654e41_0_237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9" name="Google Shape;1659;g3b499654e41_0_237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0" name="Google Shape;1660;g3b499654e41_0_237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1" name="Google Shape;1661;g3b499654e41_0_237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2" name="Google Shape;1662;g3b499654e41_0_237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3" name="Google Shape;1663;g3b499654e41_0_237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4" name="Google Shape;1664;g3b499654e41_0_237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5" name="Google Shape;1665;g3b499654e41_0_237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6" name="Google Shape;1666;g3b499654e41_0_237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7" name="Google Shape;1667;g3b499654e41_0_237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68" name="Google Shape;1668;g3b499654e41_0_2378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669" name="Google Shape;1669;g3b499654e41_0_2378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1670" name="Google Shape;1670;g3b499654e41_0_2378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g3b499654e41_0_2378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2" name="Google Shape;1672;g3b499654e41_0_2378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1673" name="Google Shape;1673;g3b499654e41_0_2378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1674" name="Google Shape;1674;g3b499654e41_0_2378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g3b499654e41_0_2378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g3b499654e41_0_2378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g3b499654e41_0_2378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g3b499654e41_0_2378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1679" name="Google Shape;1679;g3b499654e41_0_237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g3b499654e41_0_237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b499654e41_0_241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83" name="Google Shape;1683;g3b499654e41_0_2419"/>
          <p:cNvGrpSpPr/>
          <p:nvPr/>
        </p:nvGrpSpPr>
        <p:grpSpPr>
          <a:xfrm>
            <a:off x="-530043" y="-2869459"/>
            <a:ext cx="9459677" cy="5795405"/>
            <a:chOff x="-530043" y="-2869459"/>
            <a:chExt cx="9459677" cy="5795405"/>
          </a:xfrm>
        </p:grpSpPr>
        <p:grpSp>
          <p:nvGrpSpPr>
            <p:cNvPr id="1684" name="Google Shape;1684;g3b499654e41_0_2419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1685" name="Google Shape;1685;g3b499654e41_0_241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6" name="Google Shape;1686;g3b499654e41_0_2419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87" name="Google Shape;1687;g3b499654e41_0_2419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8" name="Google Shape;1688;g3b499654e41_0_2419"/>
            <p:cNvGrpSpPr/>
            <p:nvPr/>
          </p:nvGrpSpPr>
          <p:grpSpPr>
            <a:xfrm flipH="1" rot="5400000">
              <a:off x="-1083006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1689" name="Google Shape;1689;g3b499654e41_0_24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0" name="Google Shape;1690;g3b499654e41_0_24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1" name="Google Shape;1691;g3b499654e41_0_24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2" name="Google Shape;1692;g3b499654e41_0_24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3" name="Google Shape;1693;g3b499654e41_0_24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4" name="Google Shape;1694;g3b499654e41_0_24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5" name="Google Shape;1695;g3b499654e41_0_24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6" name="Google Shape;1696;g3b499654e41_0_24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7" name="Google Shape;1697;g3b499654e41_0_24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8" name="Google Shape;1698;g3b499654e41_0_24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99" name="Google Shape;1699;g3b499654e41_0_2419"/>
            <p:cNvGrpSpPr/>
            <p:nvPr/>
          </p:nvGrpSpPr>
          <p:grpSpPr>
            <a:xfrm>
              <a:off x="8248399" y="-1632737"/>
              <a:ext cx="681235" cy="3360486"/>
              <a:chOff x="8248399" y="-1632737"/>
              <a:chExt cx="681235" cy="3360486"/>
            </a:xfrm>
          </p:grpSpPr>
          <p:grpSp>
            <p:nvGrpSpPr>
              <p:cNvPr id="1700" name="Google Shape;1700;g3b499654e41_0_2419"/>
              <p:cNvGrpSpPr/>
              <p:nvPr/>
            </p:nvGrpSpPr>
            <p:grpSpPr>
              <a:xfrm flipH="1">
                <a:off x="8248399" y="-1632737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1701" name="Google Shape;1701;g3b499654e41_0_24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02" name="Google Shape;1702;g3b499654e41_0_24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03" name="Google Shape;1703;g3b499654e41_0_24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04" name="Google Shape;1704;g3b499654e41_0_2419"/>
              <p:cNvGrpSpPr/>
              <p:nvPr/>
            </p:nvGrpSpPr>
            <p:grpSpPr>
              <a:xfrm>
                <a:off x="8436314" y="3608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1705" name="Google Shape;1705;g3b499654e41_0_2419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6" name="Google Shape;1706;g3b499654e41_0_2419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707" name="Google Shape;1707;g3b499654e41_0_2419"/>
          <p:cNvGrpSpPr/>
          <p:nvPr/>
        </p:nvGrpSpPr>
        <p:grpSpPr>
          <a:xfrm>
            <a:off x="-150883" y="1137478"/>
            <a:ext cx="9080518" cy="813867"/>
            <a:chOff x="-150883" y="1137478"/>
            <a:chExt cx="9080518" cy="813867"/>
          </a:xfrm>
        </p:grpSpPr>
        <p:sp>
          <p:nvSpPr>
            <p:cNvPr id="1708" name="Google Shape;1708;g3b499654e41_0_2419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3b499654e41_0_2419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0" name="Google Shape;1710;g3b499654e41_0_2419"/>
          <p:cNvGrpSpPr/>
          <p:nvPr/>
        </p:nvGrpSpPr>
        <p:grpSpPr>
          <a:xfrm>
            <a:off x="-201760" y="1366772"/>
            <a:ext cx="9923304" cy="3117921"/>
            <a:chOff x="-201760" y="1366772"/>
            <a:chExt cx="9923304" cy="3117921"/>
          </a:xfrm>
        </p:grpSpPr>
        <p:grpSp>
          <p:nvGrpSpPr>
            <p:cNvPr id="1711" name="Google Shape;1711;g3b499654e41_0_2419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1712" name="Google Shape;1712;g3b499654e41_0_24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3" name="Google Shape;1713;g3b499654e41_0_24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4" name="Google Shape;1714;g3b499654e41_0_2419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1715" name="Google Shape;1715;g3b499654e41_0_24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g3b499654e41_0_24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7" name="Google Shape;1717;g3b499654e41_0_2419"/>
            <p:cNvGrpSpPr/>
            <p:nvPr/>
          </p:nvGrpSpPr>
          <p:grpSpPr>
            <a:xfrm flipH="1" rot="5400000">
              <a:off x="254631" y="910380"/>
              <a:ext cx="247278" cy="1160061"/>
              <a:chOff x="1463894" y="1434556"/>
              <a:chExt cx="247278" cy="1160061"/>
            </a:xfrm>
          </p:grpSpPr>
          <p:sp>
            <p:nvSpPr>
              <p:cNvPr id="1718" name="Google Shape;1718;g3b499654e41_0_24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g3b499654e41_0_24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b499654e41_0_24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3" name="Google Shape;1723;g3b499654e41_0_2459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724" name="Google Shape;1724;g3b499654e41_0_2459"/>
          <p:cNvGrpSpPr/>
          <p:nvPr/>
        </p:nvGrpSpPr>
        <p:grpSpPr>
          <a:xfrm>
            <a:off x="248963" y="1017730"/>
            <a:ext cx="8980467" cy="3860779"/>
            <a:chOff x="248963" y="1017730"/>
            <a:chExt cx="8980467" cy="3860779"/>
          </a:xfrm>
        </p:grpSpPr>
        <p:sp>
          <p:nvSpPr>
            <p:cNvPr id="1725" name="Google Shape;1725;g3b499654e41_0_2459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3b499654e41_0_2459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7" name="Google Shape;1727;g3b499654e41_0_2459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1728" name="Google Shape;1728;g3b499654e41_0_245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9" name="Google Shape;1729;g3b499654e41_0_245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30" name="Google Shape;1730;g3b499654e41_0_2459"/>
          <p:cNvGrpSpPr/>
          <p:nvPr/>
        </p:nvGrpSpPr>
        <p:grpSpPr>
          <a:xfrm>
            <a:off x="250498" y="1721188"/>
            <a:ext cx="8259948" cy="2990485"/>
            <a:chOff x="250498" y="1721188"/>
            <a:chExt cx="8259948" cy="2990485"/>
          </a:xfrm>
        </p:grpSpPr>
        <p:sp>
          <p:nvSpPr>
            <p:cNvPr id="1731" name="Google Shape;1731;g3b499654e41_0_2459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3b499654e41_0_2459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3" name="Google Shape;1733;g3b499654e41_0_2459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1734" name="Google Shape;1734;g3b499654e41_0_2459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735" name="Google Shape;1735;g3b499654e41_0_2459"/>
            <p:cNvGrpSpPr/>
            <p:nvPr/>
          </p:nvGrpSpPr>
          <p:grpSpPr>
            <a:xfrm flipH="1" rot="-5400000">
              <a:off x="7449713" y="4739626"/>
              <a:ext cx="493320" cy="357312"/>
              <a:chOff x="1722354" y="229144"/>
              <a:chExt cx="1748743" cy="1266614"/>
            </a:xfrm>
          </p:grpSpPr>
          <p:sp>
            <p:nvSpPr>
              <p:cNvPr id="1736" name="Google Shape;1736;g3b499654e41_0_245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g3b499654e41_0_245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8" name="Google Shape;1738;g3b499654e41_0_2459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739" name="Google Shape;1739;g3b499654e41_0_2459"/>
            <p:cNvGrpSpPr/>
            <p:nvPr/>
          </p:nvGrpSpPr>
          <p:grpSpPr>
            <a:xfrm flipH="1">
              <a:off x="8820653" y="3237868"/>
              <a:ext cx="965258" cy="273510"/>
              <a:chOff x="-6675" y="2881558"/>
              <a:chExt cx="9140700" cy="2059567"/>
            </a:xfrm>
          </p:grpSpPr>
          <p:cxnSp>
            <p:nvCxnSpPr>
              <p:cNvPr id="1740" name="Google Shape;1740;g3b499654e41_0_245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1" name="Google Shape;1741;g3b499654e41_0_245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2" name="Google Shape;1742;g3b499654e41_0_245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3" name="Google Shape;1743;g3b499654e41_0_245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4" name="Google Shape;1744;g3b499654e41_0_245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745" name="Google Shape;1745;g3b499654e41_0_245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b499654e41_0_24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8" name="Google Shape;1748;g3b499654e41_0_2484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749" name="Google Shape;1749;g3b499654e41_0_2484"/>
          <p:cNvGrpSpPr/>
          <p:nvPr/>
        </p:nvGrpSpPr>
        <p:grpSpPr>
          <a:xfrm>
            <a:off x="8393651" y="-1627766"/>
            <a:ext cx="614899" cy="2881847"/>
            <a:chOff x="1337784" y="-2525559"/>
            <a:chExt cx="1352318" cy="6337908"/>
          </a:xfrm>
        </p:grpSpPr>
        <p:cxnSp>
          <p:nvCxnSpPr>
            <p:cNvPr id="1750" name="Google Shape;1750;g3b499654e41_0_2484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1" name="Google Shape;1751;g3b499654e41_0_2484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52" name="Google Shape;1752;g3b499654e41_0_2484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3" name="Google Shape;1753;g3b499654e41_0_2484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1754" name="Google Shape;1754;g3b499654e41_0_2484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g3b499654e41_0_2484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6" name="Google Shape;1756;g3b499654e41_0_248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b499654e41_0_24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59" name="Google Shape;1759;g3b499654e41_0_2495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0" name="Google Shape;1760;g3b499654e41_0_2495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1" name="Google Shape;1761;g3b499654e41_0_2495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2" name="Google Shape;1762;g3b499654e41_0_2495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3" name="Google Shape;1763;g3b499654e41_0_2495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4" name="Google Shape;1764;g3b499654e41_0_2495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5" name="Google Shape;1765;g3b499654e41_0_2495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66" name="Google Shape;1766;g3b499654e41_0_2495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67" name="Google Shape;1767;g3b499654e41_0_2495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68" name="Google Shape;1768;g3b499654e41_0_2495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69" name="Google Shape;1769;g3b499654e41_0_2495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770" name="Google Shape;1770;g3b499654e41_0_2495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771" name="Google Shape;1771;g3b499654e41_0_2495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1772" name="Google Shape;1772;g3b499654e41_0_2495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g3b499654e41_0_2495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4" name="Google Shape;1774;g3b499654e41_0_2495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1775" name="Google Shape;1775;g3b499654e41_0_249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g3b499654e41_0_249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77" name="Google Shape;1777;g3b499654e41_0_2495"/>
          <p:cNvGrpSpPr/>
          <p:nvPr/>
        </p:nvGrpSpPr>
        <p:grpSpPr>
          <a:xfrm>
            <a:off x="756786" y="700836"/>
            <a:ext cx="8183233" cy="4589197"/>
            <a:chOff x="756786" y="700836"/>
            <a:chExt cx="8183233" cy="4589197"/>
          </a:xfrm>
        </p:grpSpPr>
        <p:sp>
          <p:nvSpPr>
            <p:cNvPr id="1778" name="Google Shape;1778;g3b499654e41_0_2495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3b499654e41_0_2495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0" name="Google Shape;1780;g3b499654e41_0_2495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1781" name="Google Shape;1781;g3b499654e41_0_2495"/>
            <p:cNvGrpSpPr/>
            <p:nvPr/>
          </p:nvGrpSpPr>
          <p:grpSpPr>
            <a:xfrm flipH="1" rot="10800000">
              <a:off x="8269288" y="182196"/>
              <a:ext cx="493320" cy="357312"/>
              <a:chOff x="1722354" y="229144"/>
              <a:chExt cx="1748743" cy="1266614"/>
            </a:xfrm>
          </p:grpSpPr>
          <p:sp>
            <p:nvSpPr>
              <p:cNvPr id="1782" name="Google Shape;1782;g3b499654e41_0_249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g3b499654e41_0_249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4" name="Google Shape;1784;g3b499654e41_0_2495"/>
            <p:cNvGrpSpPr/>
            <p:nvPr/>
          </p:nvGrpSpPr>
          <p:grpSpPr>
            <a:xfrm rot="10800000">
              <a:off x="-418722" y="3973293"/>
              <a:ext cx="965258" cy="273510"/>
              <a:chOff x="-6675" y="2881558"/>
              <a:chExt cx="9140700" cy="2059567"/>
            </a:xfrm>
          </p:grpSpPr>
          <p:cxnSp>
            <p:nvCxnSpPr>
              <p:cNvPr id="1785" name="Google Shape;1785;g3b499654e41_0_249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6" name="Google Shape;1786;g3b499654e41_0_249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7" name="Google Shape;1787;g3b499654e41_0_249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8" name="Google Shape;1788;g3b499654e41_0_249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9" name="Google Shape;1789;g3b499654e41_0_249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790" name="Google Shape;1790;g3b499654e41_0_2495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91" name="Google Shape;1791;g3b499654e41_0_2495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792" name="Google Shape;1792;g3b499654e41_0_249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3b499654e41_0_2531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795" name="Google Shape;1795;g3b499654e41_0_2531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6" name="Google Shape;1796;g3b499654e41_0_2531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797" name="Google Shape;1797;g3b499654e41_0_2531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8" name="Google Shape;1798;g3b499654e41_0_2531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799" name="Google Shape;1799;g3b499654e41_0_2531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0" name="Google Shape;1800;g3b499654e41_0_2531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1" name="Google Shape;1801;g3b499654e41_0_2531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1802" name="Google Shape;1802;g3b499654e41_0_2531"/>
            <p:cNvGrpSpPr/>
            <p:nvPr/>
          </p:nvGrpSpPr>
          <p:grpSpPr>
            <a:xfrm rot="5400000">
              <a:off x="8699132" y="-40532"/>
              <a:ext cx="247278" cy="1160061"/>
              <a:chOff x="1463894" y="1434556"/>
              <a:chExt cx="247278" cy="1160061"/>
            </a:xfrm>
          </p:grpSpPr>
          <p:sp>
            <p:nvSpPr>
              <p:cNvPr id="1803" name="Google Shape;1803;g3b499654e41_0_253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g3b499654e41_0_253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g3b499654e41_0_2531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1806" name="Google Shape;1806;g3b499654e41_0_253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g3b499654e41_0_253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08" name="Google Shape;1808;g3b499654e41_0_2531"/>
          <p:cNvGrpSpPr/>
          <p:nvPr/>
        </p:nvGrpSpPr>
        <p:grpSpPr>
          <a:xfrm>
            <a:off x="-1303829" y="-3621215"/>
            <a:ext cx="10223939" cy="10252965"/>
            <a:chOff x="-1340979" y="-3183302"/>
            <a:chExt cx="10223939" cy="10252965"/>
          </a:xfrm>
        </p:grpSpPr>
        <p:grpSp>
          <p:nvGrpSpPr>
            <p:cNvPr id="1809" name="Google Shape;1809;g3b499654e41_0_2531"/>
            <p:cNvGrpSpPr/>
            <p:nvPr/>
          </p:nvGrpSpPr>
          <p:grpSpPr>
            <a:xfrm>
              <a:off x="1836072" y="2152994"/>
              <a:ext cx="7046888" cy="4916668"/>
              <a:chOff x="1836072" y="2152994"/>
              <a:chExt cx="7046888" cy="4916668"/>
            </a:xfrm>
          </p:grpSpPr>
          <p:grpSp>
            <p:nvGrpSpPr>
              <p:cNvPr id="1810" name="Google Shape;1810;g3b499654e41_0_2531"/>
              <p:cNvGrpSpPr/>
              <p:nvPr/>
            </p:nvGrpSpPr>
            <p:grpSpPr>
              <a:xfrm rot="10800000">
                <a:off x="8201744" y="2152994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1811" name="Google Shape;1811;g3b499654e41_0_253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12" name="Google Shape;1812;g3b499654e41_0_253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13" name="Google Shape;1813;g3b499654e41_0_253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4" name="Google Shape;1814;g3b499654e41_0_2531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1815" name="Google Shape;1815;g3b499654e41_0_253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16" name="Google Shape;1816;g3b499654e41_0_253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17" name="Google Shape;1817;g3b499654e41_0_253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818" name="Google Shape;1818;g3b499654e41_0_2531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819" name="Google Shape;1819;g3b499654e41_0_2531"/>
            <p:cNvGrpSpPr/>
            <p:nvPr/>
          </p:nvGrpSpPr>
          <p:grpSpPr>
            <a:xfrm rot="-5400000">
              <a:off x="1113139" y="743909"/>
              <a:ext cx="493320" cy="357312"/>
              <a:chOff x="1722354" y="229144"/>
              <a:chExt cx="1748743" cy="1266614"/>
            </a:xfrm>
          </p:grpSpPr>
          <p:sp>
            <p:nvSpPr>
              <p:cNvPr id="1820" name="Google Shape;1820;g3b499654e41_0_253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g3b499654e41_0_253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2" name="Google Shape;1822;g3b499654e41_0_2531"/>
            <p:cNvGrpSpPr/>
            <p:nvPr/>
          </p:nvGrpSpPr>
          <p:grpSpPr>
            <a:xfrm rot="5400000">
              <a:off x="-1009099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1823" name="Google Shape;1823;g3b499654e41_0_253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4" name="Google Shape;1824;g3b499654e41_0_253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5" name="Google Shape;1825;g3b499654e41_0_253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6" name="Google Shape;1826;g3b499654e41_0_253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7" name="Google Shape;1827;g3b499654e41_0_253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8" name="Google Shape;1828;g3b499654e41_0_25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9" name="Google Shape;1829;g3b499654e41_0_25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0" name="Google Shape;1830;g3b499654e41_0_25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1" name="Google Shape;1831;g3b499654e41_0_25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2" name="Google Shape;1832;g3b499654e41_0_25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3b499654e41_0_25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35" name="Google Shape;1835;g3b499654e41_0_2571"/>
          <p:cNvGrpSpPr/>
          <p:nvPr/>
        </p:nvGrpSpPr>
        <p:grpSpPr>
          <a:xfrm>
            <a:off x="998300" y="1868336"/>
            <a:ext cx="7850818" cy="2922792"/>
            <a:chOff x="998300" y="1868336"/>
            <a:chExt cx="7850818" cy="2922792"/>
          </a:xfrm>
        </p:grpSpPr>
        <p:sp>
          <p:nvSpPr>
            <p:cNvPr id="1836" name="Google Shape;1836;g3b499654e41_0_2571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3b499654e41_0_2571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8" name="Google Shape;1838;g3b499654e41_0_2571"/>
          <p:cNvGrpSpPr/>
          <p:nvPr/>
        </p:nvGrpSpPr>
        <p:grpSpPr>
          <a:xfrm>
            <a:off x="1588038" y="2433589"/>
            <a:ext cx="7438817" cy="2528056"/>
            <a:chOff x="1588038" y="2433589"/>
            <a:chExt cx="7438817" cy="2528056"/>
          </a:xfrm>
        </p:grpSpPr>
        <p:grpSp>
          <p:nvGrpSpPr>
            <p:cNvPr id="1839" name="Google Shape;1839;g3b499654e41_0_2571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1840" name="Google Shape;1840;g3b499654e41_0_2571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g3b499654e41_0_2571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2" name="Google Shape;1842;g3b499654e41_0_2571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1843" name="Google Shape;1843;g3b499654e41_0_2571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g3b499654e41_0_2571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45" name="Google Shape;1845;g3b499654e41_0_257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6" name="Google Shape;1846;g3b499654e41_0_2571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1847" name="Google Shape;1847;g3b499654e41_0_2571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1848" name="Google Shape;1848;g3b499654e41_0_2571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849" name="Google Shape;1849;g3b499654e41_0_2571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1850" name="Google Shape;1850;g3b499654e41_0_2571"/>
              <p:cNvGrpSpPr/>
              <p:nvPr/>
            </p:nvGrpSpPr>
            <p:grpSpPr>
              <a:xfrm>
                <a:off x="-1189524" y="3454366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1851" name="Google Shape;1851;g3b499654e41_0_257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2" name="Google Shape;1852;g3b499654e41_0_257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3" name="Google Shape;1853;g3b499654e41_0_257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4" name="Google Shape;1854;g3b499654e41_0_257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5" name="Google Shape;1855;g3b499654e41_0_257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856" name="Google Shape;1856;g3b499654e41_0_2571"/>
            <p:cNvGrpSpPr/>
            <p:nvPr/>
          </p:nvGrpSpPr>
          <p:grpSpPr>
            <a:xfrm rot="5400000">
              <a:off x="2331733" y="4765920"/>
              <a:ext cx="493320" cy="357312"/>
              <a:chOff x="1722354" y="229144"/>
              <a:chExt cx="1748743" cy="1266614"/>
            </a:xfrm>
          </p:grpSpPr>
          <p:sp>
            <p:nvSpPr>
              <p:cNvPr id="1857" name="Google Shape;1857;g3b499654e41_0_257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g3b499654e41_0_257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b499654e41_0_259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61" name="Google Shape;1861;g3b499654e41_0_2597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1862" name="Google Shape;1862;g3b499654e41_0_2597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3b499654e41_0_2597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4" name="Google Shape;1864;g3b499654e41_0_2597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1865" name="Google Shape;1865;g3b499654e41_0_259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g3b499654e41_0_259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67" name="Google Shape;1867;g3b499654e41_0_2597"/>
          <p:cNvGrpSpPr/>
          <p:nvPr/>
        </p:nvGrpSpPr>
        <p:grpSpPr>
          <a:xfrm>
            <a:off x="2729174" y="3358511"/>
            <a:ext cx="6150395" cy="1485586"/>
            <a:chOff x="2729174" y="3358511"/>
            <a:chExt cx="6150395" cy="1485586"/>
          </a:xfrm>
        </p:grpSpPr>
        <p:sp>
          <p:nvSpPr>
            <p:cNvPr id="1868" name="Google Shape;1868;g3b499654e41_0_2597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3b499654e41_0_2597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0" name="Google Shape;1870;g3b499654e41_0_2597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1871" name="Google Shape;1871;g3b499654e41_0_2597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872" name="Google Shape;1872;g3b499654e41_0_2597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1873" name="Google Shape;1873;g3b499654e41_0_2597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1874" name="Google Shape;1874;g3b499654e41_0_2597"/>
                <p:cNvGrpSpPr/>
                <p:nvPr/>
              </p:nvGrpSpPr>
              <p:grpSpPr>
                <a:xfrm rot="-5400000">
                  <a:off x="8480363" y="1760084"/>
                  <a:ext cx="493320" cy="357312"/>
                  <a:chOff x="1722354" y="229144"/>
                  <a:chExt cx="1748743" cy="1266614"/>
                </a:xfrm>
              </p:grpSpPr>
              <p:sp>
                <p:nvSpPr>
                  <p:cNvPr id="1875" name="Google Shape;1875;g3b499654e41_0_2597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6" name="Google Shape;1876;g3b499654e41_0_2597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77" name="Google Shape;1877;g3b499654e41_0_2597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1878" name="Google Shape;1878;g3b499654e41_0_2597"/>
              <p:cNvGrpSpPr/>
              <p:nvPr/>
            </p:nvGrpSpPr>
            <p:grpSpPr>
              <a:xfrm rot="10800000">
                <a:off x="8634578" y="861418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1879" name="Google Shape;1879;g3b499654e41_0_2597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0" name="Google Shape;1880;g3b499654e41_0_2597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1" name="Google Shape;1881;g3b499654e41_0_2597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2" name="Google Shape;1882;g3b499654e41_0_2597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3" name="Google Shape;1883;g3b499654e41_0_2597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1884" name="Google Shape;1884;g3b499654e41_0_259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3b499654e41_0_2623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7" name="Google Shape;1887;g3b499654e41_0_2623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8" name="Google Shape;1888;g3b499654e41_0_2623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889" name="Google Shape;1889;g3b499654e41_0_2623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0" name="Google Shape;1890;g3b499654e41_0_2623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1891" name="Google Shape;1891;g3b499654e41_0_2623"/>
            <p:cNvGrpSpPr/>
            <p:nvPr/>
          </p:nvGrpSpPr>
          <p:grpSpPr>
            <a:xfrm rot="5400000">
              <a:off x="6576232" y="-80607"/>
              <a:ext cx="247278" cy="1160061"/>
              <a:chOff x="1463894" y="1434556"/>
              <a:chExt cx="247278" cy="1160061"/>
            </a:xfrm>
          </p:grpSpPr>
          <p:sp>
            <p:nvSpPr>
              <p:cNvPr id="1892" name="Google Shape;1892;g3b499654e41_0_262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g3b499654e41_0_262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4" name="Google Shape;1894;g3b499654e41_0_2623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1895" name="Google Shape;1895;g3b499654e41_0_262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g3b499654e41_0_262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8" name="Google Shape;1898;g3b499654e41_0_263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1899" name="Google Shape;1899;g3b499654e41_0_263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g3b499654e41_0_263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1" name="Google Shape;1901;g3b499654e41_0_263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1902" name="Google Shape;1902;g3b499654e41_0_26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g3b499654e41_0_26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04" name="Google Shape;1904;g3b499654e41_0_2635"/>
          <p:cNvGrpSpPr/>
          <p:nvPr/>
        </p:nvGrpSpPr>
        <p:grpSpPr>
          <a:xfrm>
            <a:off x="-796766" y="-1090158"/>
            <a:ext cx="11445399" cy="6549695"/>
            <a:chOff x="-796766" y="-1090158"/>
            <a:chExt cx="11445399" cy="6549695"/>
          </a:xfrm>
        </p:grpSpPr>
        <p:sp>
          <p:nvSpPr>
            <p:cNvPr id="1905" name="Google Shape;1905;g3b499654e41_0_263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906" name="Google Shape;1906;g3b499654e41_0_2635"/>
            <p:cNvGrpSpPr/>
            <p:nvPr/>
          </p:nvGrpSpPr>
          <p:grpSpPr>
            <a:xfrm rot="10800000">
              <a:off x="12" y="108546"/>
              <a:ext cx="493320" cy="357312"/>
              <a:chOff x="1722354" y="229144"/>
              <a:chExt cx="1748743" cy="1266614"/>
            </a:xfrm>
          </p:grpSpPr>
          <p:sp>
            <p:nvSpPr>
              <p:cNvPr id="1907" name="Google Shape;1907;g3b499654e41_0_26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g3b499654e41_0_26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9" name="Google Shape;1909;g3b499654e41_0_263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910" name="Google Shape;1910;g3b499654e41_0_2635"/>
            <p:cNvGrpSpPr/>
            <p:nvPr/>
          </p:nvGrpSpPr>
          <p:grpSpPr>
            <a:xfrm flipH="1" rot="-5400000">
              <a:off x="8489086" y="4163845"/>
              <a:ext cx="493320" cy="357312"/>
              <a:chOff x="1722354" y="229144"/>
              <a:chExt cx="1748743" cy="1266614"/>
            </a:xfrm>
          </p:grpSpPr>
          <p:sp>
            <p:nvSpPr>
              <p:cNvPr id="1911" name="Google Shape;1911;g3b499654e41_0_26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g3b499654e41_0_26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3" name="Google Shape;1913;g3b499654e41_0_2635"/>
            <p:cNvGrpSpPr/>
            <p:nvPr/>
          </p:nvGrpSpPr>
          <p:grpSpPr>
            <a:xfrm flipH="1" rot="5400000">
              <a:off x="765336" y="-239460"/>
              <a:ext cx="965258" cy="273510"/>
              <a:chOff x="-6675" y="2881558"/>
              <a:chExt cx="9140700" cy="2059567"/>
            </a:xfrm>
          </p:grpSpPr>
          <p:cxnSp>
            <p:nvCxnSpPr>
              <p:cNvPr id="1914" name="Google Shape;1914;g3b499654e41_0_263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5" name="Google Shape;1915;g3b499654e41_0_263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6" name="Google Shape;1916;g3b499654e41_0_263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7" name="Google Shape;1917;g3b499654e41_0_263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8" name="Google Shape;1918;g3b499654e41_0_263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919" name="Google Shape;1919;g3b499654e41_0_2635"/>
          <p:cNvGrpSpPr/>
          <p:nvPr/>
        </p:nvGrpSpPr>
        <p:grpSpPr>
          <a:xfrm>
            <a:off x="248565" y="1658361"/>
            <a:ext cx="8665831" cy="946304"/>
            <a:chOff x="248565" y="1658361"/>
            <a:chExt cx="8665831" cy="946304"/>
          </a:xfrm>
        </p:grpSpPr>
        <p:sp>
          <p:nvSpPr>
            <p:cNvPr id="1920" name="Google Shape;1920;g3b499654e41_0_263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g3b499654e41_0_263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2" name="Google Shape;1922;g3b499654e41_0_26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4" name="Google Shape;1924;g3b499654e41_0_2661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1925" name="Google Shape;1925;g3b499654e41_0_2661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g3b499654e41_0_2661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7" name="Google Shape;1927;g3b499654e41_0_2661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928" name="Google Shape;1928;g3b499654e41_0_266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g3b499654e41_0_266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30" name="Google Shape;1930;g3b499654e41_0_2661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1931" name="Google Shape;1931;g3b499654e41_0_2661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g3b499654e41_0_2661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3" name="Google Shape;1933;g3b499654e41_0_2661"/>
          <p:cNvGrpSpPr/>
          <p:nvPr/>
        </p:nvGrpSpPr>
        <p:grpSpPr>
          <a:xfrm>
            <a:off x="355674" y="-567309"/>
            <a:ext cx="8751501" cy="5946659"/>
            <a:chOff x="251624" y="-534009"/>
            <a:chExt cx="8751501" cy="5946659"/>
          </a:xfrm>
        </p:grpSpPr>
        <p:grpSp>
          <p:nvGrpSpPr>
            <p:cNvPr id="1934" name="Google Shape;1934;g3b499654e41_0_2661"/>
            <p:cNvGrpSpPr/>
            <p:nvPr/>
          </p:nvGrpSpPr>
          <p:grpSpPr>
            <a:xfrm rot="10800000">
              <a:off x="251624" y="3645746"/>
              <a:ext cx="493320" cy="357312"/>
              <a:chOff x="1722354" y="229144"/>
              <a:chExt cx="1748743" cy="1266614"/>
            </a:xfrm>
          </p:grpSpPr>
          <p:sp>
            <p:nvSpPr>
              <p:cNvPr id="1935" name="Google Shape;1935;g3b499654e41_0_266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g3b499654e41_0_266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7" name="Google Shape;1937;g3b499654e41_0_2661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1938" name="Google Shape;1938;g3b499654e41_0_266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39" name="Google Shape;1939;g3b499654e41_0_266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0" name="Google Shape;1940;g3b499654e41_0_266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1" name="Google Shape;1941;g3b499654e41_0_266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2" name="Google Shape;1942;g3b499654e41_0_266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43" name="Google Shape;1943;g3b499654e41_0_2661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44" name="Google Shape;1944;g3b499654e41_0_2661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945" name="Google Shape;1945;g3b499654e41_0_266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b499654e41_0_3374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51" name="Google Shape;1951;g3b499654e41_0_3374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952" name="Google Shape;1952;g3b499654e41_0_337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953" name="Google Shape;1953;g3b499654e41_0_3374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g3b499654e41_0_3374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5" name="Google Shape;1955;g3b499654e41_0_337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1956" name="Google Shape;1956;g3b499654e41_0_337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g3b499654e41_0_337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8" name="Google Shape;1958;g3b499654e41_0_3374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1959" name="Google Shape;1959;g3b499654e41_0_337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0" name="Google Shape;1960;g3b499654e41_0_337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1" name="Google Shape;1961;g3b499654e41_0_3374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2" name="Google Shape;1962;g3b499654e41_0_3374"/>
          <p:cNvGrpSpPr/>
          <p:nvPr/>
        </p:nvGrpSpPr>
        <p:grpSpPr>
          <a:xfrm rot="-5400000">
            <a:off x="8388339" y="1273397"/>
            <a:ext cx="493320" cy="357312"/>
            <a:chOff x="1722354" y="229144"/>
            <a:chExt cx="1748743" cy="1266614"/>
          </a:xfrm>
        </p:grpSpPr>
        <p:sp>
          <p:nvSpPr>
            <p:cNvPr id="1963" name="Google Shape;1963;g3b499654e41_0_337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g3b499654e41_0_337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3b499654e41_0_33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7" name="Google Shape;1967;g3b499654e41_0_3390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68" name="Google Shape;1968;g3b499654e41_0_3390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69" name="Google Shape;1969;g3b499654e41_0_3390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70" name="Google Shape;1970;g3b499654e41_0_3390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71" name="Google Shape;1971;g3b499654e41_0_3390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72" name="Google Shape;1972;g3b499654e41_0_3390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973" name="Google Shape;1973;g3b499654e41_0_3390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974" name="Google Shape;1974;g3b499654e41_0_3390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975" name="Google Shape;1975;g3b499654e41_0_3390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976" name="Google Shape;1976;g3b499654e41_0_3390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977" name="Google Shape;1977;g3b499654e41_0_3390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978" name="Google Shape;1978;g3b499654e41_0_3390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979" name="Google Shape;1979;g3b499654e41_0_3390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1980" name="Google Shape;1980;g3b499654e41_0_3390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1981" name="Google Shape;1981;g3b499654e41_0_3390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g3b499654e41_0_3390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3" name="Google Shape;1983;g3b499654e41_0_3390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1984" name="Google Shape;1984;g3b499654e41_0_3390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g3b499654e41_0_3390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6" name="Google Shape;1986;g3b499654e41_0_3390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1987" name="Google Shape;1987;g3b499654e41_0_3390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g3b499654e41_0_3390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89" name="Google Shape;1989;g3b499654e41_0_3390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1990" name="Google Shape;1990;g3b499654e41_0_3390"/>
            <p:cNvGrpSpPr/>
            <p:nvPr/>
          </p:nvGrpSpPr>
          <p:grpSpPr>
            <a:xfrm flipH="1">
              <a:off x="8221608" y="1714746"/>
              <a:ext cx="493320" cy="357312"/>
              <a:chOff x="1722354" y="229144"/>
              <a:chExt cx="1748743" cy="1266614"/>
            </a:xfrm>
          </p:grpSpPr>
          <p:sp>
            <p:nvSpPr>
              <p:cNvPr id="1991" name="Google Shape;1991;g3b499654e41_0_339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g3b499654e41_0_339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93" name="Google Shape;1993;g3b499654e41_0_3390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994" name="Google Shape;1994;g3b499654e41_0_3390"/>
            <p:cNvGrpSpPr/>
            <p:nvPr/>
          </p:nvGrpSpPr>
          <p:grpSpPr>
            <a:xfrm>
              <a:off x="8527396" y="539491"/>
              <a:ext cx="1345511" cy="273510"/>
              <a:chOff x="-6675" y="2881558"/>
              <a:chExt cx="9140700" cy="2059567"/>
            </a:xfrm>
          </p:grpSpPr>
          <p:cxnSp>
            <p:nvCxnSpPr>
              <p:cNvPr id="1995" name="Google Shape;1995;g3b499654e41_0_339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6" name="Google Shape;1996;g3b499654e41_0_339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7" name="Google Shape;1997;g3b499654e41_0_339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8" name="Google Shape;1998;g3b499654e41_0_339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9" name="Google Shape;1999;g3b499654e41_0_339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000" name="Google Shape;2000;g3b499654e41_0_3390"/>
            <p:cNvGrpSpPr/>
            <p:nvPr/>
          </p:nvGrpSpPr>
          <p:grpSpPr>
            <a:xfrm rot="10800000">
              <a:off x="-556748" y="2551974"/>
              <a:ext cx="1029243" cy="273510"/>
              <a:chOff x="-6675" y="2881558"/>
              <a:chExt cx="9140700" cy="2059567"/>
            </a:xfrm>
          </p:grpSpPr>
          <p:cxnSp>
            <p:nvCxnSpPr>
              <p:cNvPr id="2001" name="Google Shape;2001;g3b499654e41_0_339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2" name="Google Shape;2002;g3b499654e41_0_339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3" name="Google Shape;2003;g3b499654e41_0_339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4" name="Google Shape;2004;g3b499654e41_0_339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5" name="Google Shape;2005;g3b499654e41_0_339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006" name="Google Shape;2006;g3b499654e41_0_3390"/>
          <p:cNvGrpSpPr/>
          <p:nvPr/>
        </p:nvGrpSpPr>
        <p:grpSpPr>
          <a:xfrm>
            <a:off x="-160350" y="1017736"/>
            <a:ext cx="9034618" cy="1344542"/>
            <a:chOff x="-160350" y="1017736"/>
            <a:chExt cx="9034618" cy="1344542"/>
          </a:xfrm>
        </p:grpSpPr>
        <p:sp>
          <p:nvSpPr>
            <p:cNvPr id="2007" name="Google Shape;2007;g3b499654e41_0_3390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3b499654e41_0_3390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9" name="Google Shape;2009;g3b499654e41_0_339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3b499654e41_0_343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2" name="Google Shape;2012;g3b499654e41_0_343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013" name="Google Shape;2013;g3b499654e41_0_3435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014" name="Google Shape;2014;g3b499654e41_0_3435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5" name="Google Shape;2015;g3b499654e41_0_3435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6" name="Google Shape;2016;g3b499654e41_0_3435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7" name="Google Shape;2017;g3b499654e41_0_3435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8" name="Google Shape;2018;g3b499654e41_0_3435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9" name="Google Shape;2019;g3b499654e41_0_3435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0" name="Google Shape;2020;g3b499654e41_0_3435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1" name="Google Shape;2021;g3b499654e41_0_3435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2" name="Google Shape;2022;g3b499654e41_0_3435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3" name="Google Shape;2023;g3b499654e41_0_3435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24" name="Google Shape;2024;g3b499654e41_0_3435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2025" name="Google Shape;2025;g3b499654e41_0_3435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2026" name="Google Shape;2026;g3b499654e41_0_3435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g3b499654e41_0_3435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8" name="Google Shape;2028;g3b499654e41_0_3435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2029" name="Google Shape;2029;g3b499654e41_0_3435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g3b499654e41_0_3435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b499654e41_0_34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33" name="Google Shape;2033;g3b499654e41_0_345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4" name="Google Shape;2034;g3b499654e41_0_345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5" name="Google Shape;2035;g3b499654e41_0_345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36" name="Google Shape;2036;g3b499654e41_0_345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037" name="Google Shape;2037;g3b499654e41_0_3456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2038" name="Google Shape;2038;g3b499654e41_0_3456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g3b499654e41_0_3456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0" name="Google Shape;2040;g3b499654e41_0_3456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041" name="Google Shape;2041;g3b499654e41_0_345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g3b499654e41_0_345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43" name="Google Shape;2043;g3b499654e41_0_3456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2044" name="Google Shape;2044;g3b499654e41_0_3456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045" name="Google Shape;2045;g3b499654e41_0_3456"/>
            <p:cNvGrpSpPr/>
            <p:nvPr/>
          </p:nvGrpSpPr>
          <p:grpSpPr>
            <a:xfrm rot="10800000">
              <a:off x="29437" y="1468071"/>
              <a:ext cx="493320" cy="357312"/>
              <a:chOff x="2199401" y="229144"/>
              <a:chExt cx="1748743" cy="1266614"/>
            </a:xfrm>
          </p:grpSpPr>
          <p:sp>
            <p:nvSpPr>
              <p:cNvPr id="2046" name="Google Shape;2046;g3b499654e41_0_3456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7" name="Google Shape;2047;g3b499654e41_0_3456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48" name="Google Shape;2048;g3b499654e41_0_3456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049" name="Google Shape;2049;g3b499654e41_0_3456"/>
            <p:cNvGrpSpPr/>
            <p:nvPr/>
          </p:nvGrpSpPr>
          <p:grpSpPr>
            <a:xfrm flipH="1">
              <a:off x="8212963" y="4702316"/>
              <a:ext cx="965258" cy="273510"/>
              <a:chOff x="-6675" y="2881558"/>
              <a:chExt cx="9140700" cy="2059567"/>
            </a:xfrm>
          </p:grpSpPr>
          <p:cxnSp>
            <p:nvCxnSpPr>
              <p:cNvPr id="2050" name="Google Shape;2050;g3b499654e41_0_345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1" name="Google Shape;2051;g3b499654e41_0_345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2" name="Google Shape;2052;g3b499654e41_0_345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3" name="Google Shape;2053;g3b499654e41_0_345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4" name="Google Shape;2054;g3b499654e41_0_345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055" name="Google Shape;2055;g3b499654e41_0_3456"/>
          <p:cNvGrpSpPr/>
          <p:nvPr/>
        </p:nvGrpSpPr>
        <p:grpSpPr>
          <a:xfrm>
            <a:off x="342875" y="2524661"/>
            <a:ext cx="8713622" cy="1947137"/>
            <a:chOff x="342875" y="2524661"/>
            <a:chExt cx="8713622" cy="1947137"/>
          </a:xfrm>
        </p:grpSpPr>
        <p:sp>
          <p:nvSpPr>
            <p:cNvPr id="2056" name="Google Shape;2056;g3b499654e41_0_3456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3b499654e41_0_3456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8" name="Google Shape;2058;g3b499654e41_0_345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b499654e41_0_34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1" name="Google Shape;2061;g3b499654e41_0_3484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2" name="Google Shape;2062;g3b499654e41_0_3484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3" name="Google Shape;2063;g3b499654e41_0_3484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4" name="Google Shape;2064;g3b499654e41_0_3484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65" name="Google Shape;2065;g3b499654e41_0_3484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66" name="Google Shape;2066;g3b499654e41_0_3484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067" name="Google Shape;2067;g3b499654e41_0_3484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2068" name="Google Shape;2068;g3b499654e41_0_348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g3b499654e41_0_348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0" name="Google Shape;2070;g3b499654e41_0_348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2071" name="Google Shape;2071;g3b499654e41_0_348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2" name="Google Shape;2072;g3b499654e41_0_348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73" name="Google Shape;2073;g3b499654e41_0_3484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2074" name="Google Shape;2074;g3b499654e41_0_348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g3b499654e41_0_3484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6" name="Google Shape;2076;g3b499654e41_0_3484"/>
          <p:cNvGrpSpPr/>
          <p:nvPr/>
        </p:nvGrpSpPr>
        <p:grpSpPr>
          <a:xfrm>
            <a:off x="260199" y="-534009"/>
            <a:ext cx="8742926" cy="5946659"/>
            <a:chOff x="260199" y="-534009"/>
            <a:chExt cx="8742926" cy="5946659"/>
          </a:xfrm>
        </p:grpSpPr>
        <p:grpSp>
          <p:nvGrpSpPr>
            <p:cNvPr id="2077" name="Google Shape;2077;g3b499654e41_0_3484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078" name="Google Shape;2078;g3b499654e41_0_348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79" name="Google Shape;2079;g3b499654e41_0_348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0" name="Google Shape;2080;g3b499654e41_0_348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1" name="Google Shape;2081;g3b499654e41_0_348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2" name="Google Shape;2082;g3b499654e41_0_348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083" name="Google Shape;2083;g3b499654e41_0_3484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084" name="Google Shape;2084;g3b499654e41_0_3484"/>
            <p:cNvGrpSpPr/>
            <p:nvPr/>
          </p:nvGrpSpPr>
          <p:grpSpPr>
            <a:xfrm>
              <a:off x="260199" y="3089575"/>
              <a:ext cx="493320" cy="2323075"/>
              <a:chOff x="260199" y="3089575"/>
              <a:chExt cx="493320" cy="2323075"/>
            </a:xfrm>
          </p:grpSpPr>
          <p:grpSp>
            <p:nvGrpSpPr>
              <p:cNvPr id="2085" name="Google Shape;2085;g3b499654e41_0_3484"/>
              <p:cNvGrpSpPr/>
              <p:nvPr/>
            </p:nvGrpSpPr>
            <p:grpSpPr>
              <a:xfrm rot="10800000">
                <a:off x="260199" y="36457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2086" name="Google Shape;2086;g3b499654e41_0_3484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7" name="Google Shape;2087;g3b499654e41_0_3484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88" name="Google Shape;2088;g3b499654e41_0_3484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2089" name="Google Shape;2089;g3b499654e41_0_348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b499654e41_0_35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92" name="Google Shape;2092;g3b499654e41_0_3515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3" name="Google Shape;2093;g3b499654e41_0_3515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4" name="Google Shape;2094;g3b499654e41_0_3515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5" name="Google Shape;2095;g3b499654e41_0_3515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6" name="Google Shape;2096;g3b499654e41_0_3515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97" name="Google Shape;2097;g3b499654e41_0_3515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98" name="Google Shape;2098;g3b499654e41_0_3515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99" name="Google Shape;2099;g3b499654e41_0_3515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100" name="Google Shape;2100;g3b499654e41_0_3515"/>
          <p:cNvGrpSpPr/>
          <p:nvPr/>
        </p:nvGrpSpPr>
        <p:grpSpPr>
          <a:xfrm>
            <a:off x="487075" y="3743424"/>
            <a:ext cx="8733034" cy="1098995"/>
            <a:chOff x="487075" y="3743424"/>
            <a:chExt cx="8733034" cy="1098995"/>
          </a:xfrm>
        </p:grpSpPr>
        <p:sp>
          <p:nvSpPr>
            <p:cNvPr id="2101" name="Google Shape;2101;g3b499654e41_0_3515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3b499654e41_0_3515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3" name="Google Shape;2103;g3b499654e41_0_3515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104" name="Google Shape;2104;g3b499654e41_0_351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g3b499654e41_0_351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6" name="Google Shape;2106;g3b499654e41_0_3515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2107" name="Google Shape;2107;g3b499654e41_0_3515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3b499654e41_0_3515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g3b499654e41_0_3515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110" name="Google Shape;2110;g3b499654e41_0_3515"/>
            <p:cNvGrpSpPr/>
            <p:nvPr/>
          </p:nvGrpSpPr>
          <p:grpSpPr>
            <a:xfrm rot="-5400000">
              <a:off x="8362773" y="2998997"/>
              <a:ext cx="493320" cy="357312"/>
              <a:chOff x="1722354" y="229144"/>
              <a:chExt cx="1748743" cy="1266614"/>
            </a:xfrm>
          </p:grpSpPr>
          <p:sp>
            <p:nvSpPr>
              <p:cNvPr id="2111" name="Google Shape;2111;g3b499654e41_0_351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g3b499654e41_0_351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3" name="Google Shape;2113;g3b499654e41_0_3515"/>
            <p:cNvGrpSpPr/>
            <p:nvPr/>
          </p:nvGrpSpPr>
          <p:grpSpPr>
            <a:xfrm flipH="1" rot="10800000">
              <a:off x="8505734" y="1680043"/>
              <a:ext cx="965258" cy="273510"/>
              <a:chOff x="-6675" y="2881558"/>
              <a:chExt cx="9140700" cy="2059567"/>
            </a:xfrm>
          </p:grpSpPr>
          <p:cxnSp>
            <p:nvCxnSpPr>
              <p:cNvPr id="2114" name="Google Shape;2114;g3b499654e41_0_351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5" name="Google Shape;2115;g3b499654e41_0_351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6" name="Google Shape;2116;g3b499654e41_0_351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7" name="Google Shape;2117;g3b499654e41_0_351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8" name="Google Shape;2118;g3b499654e41_0_351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19" name="Google Shape;2119;g3b499654e41_0_3515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20" name="Google Shape;2120;g3b499654e41_0_3515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121" name="Google Shape;2121;g3b499654e41_0_35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b499654e41_0_35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24" name="Google Shape;2124;g3b499654e41_0_3547"/>
          <p:cNvGrpSpPr/>
          <p:nvPr/>
        </p:nvGrpSpPr>
        <p:grpSpPr>
          <a:xfrm>
            <a:off x="-918332" y="-1192757"/>
            <a:ext cx="9848838" cy="7993544"/>
            <a:chOff x="-918332" y="-1192756"/>
            <a:chExt cx="9848838" cy="7993544"/>
          </a:xfrm>
        </p:grpSpPr>
        <p:grpSp>
          <p:nvGrpSpPr>
            <p:cNvPr id="2125" name="Google Shape;2125;g3b499654e41_0_3547"/>
            <p:cNvGrpSpPr/>
            <p:nvPr/>
          </p:nvGrpSpPr>
          <p:grpSpPr>
            <a:xfrm flipH="1" rot="5400000">
              <a:off x="-385150" y="4070828"/>
              <a:ext cx="2196777" cy="3263142"/>
              <a:chOff x="308728" y="2619343"/>
              <a:chExt cx="2007289" cy="2981400"/>
            </a:xfrm>
          </p:grpSpPr>
          <p:cxnSp>
            <p:nvCxnSpPr>
              <p:cNvPr id="2126" name="Google Shape;2126;g3b499654e41_0_3547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27" name="Google Shape;2127;g3b499654e41_0_3547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28" name="Google Shape;2128;g3b499654e41_0_3547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9" name="Google Shape;2129;g3b499654e41_0_3547"/>
            <p:cNvGrpSpPr/>
            <p:nvPr/>
          </p:nvGrpSpPr>
          <p:grpSpPr>
            <a:xfrm>
              <a:off x="6549025" y="-95200"/>
              <a:ext cx="2381480" cy="750488"/>
              <a:chOff x="6549025" y="-95200"/>
              <a:chExt cx="2381480" cy="750488"/>
            </a:xfrm>
          </p:grpSpPr>
          <p:grpSp>
            <p:nvGrpSpPr>
              <p:cNvPr id="2130" name="Google Shape;2130;g3b499654e41_0_3547"/>
              <p:cNvGrpSpPr/>
              <p:nvPr/>
            </p:nvGrpSpPr>
            <p:grpSpPr>
              <a:xfrm rot="-5400000">
                <a:off x="8505189" y="229972"/>
                <a:ext cx="493320" cy="357312"/>
                <a:chOff x="1722354" y="229144"/>
                <a:chExt cx="1748743" cy="1266614"/>
              </a:xfrm>
            </p:grpSpPr>
            <p:sp>
              <p:nvSpPr>
                <p:cNvPr id="2131" name="Google Shape;2131;g3b499654e41_0_3547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2" name="Google Shape;2132;g3b499654e41_0_3547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33" name="Google Shape;2133;g3b499654e41_0_3547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2134" name="Google Shape;2134;g3b499654e41_0_3547"/>
            <p:cNvGrpSpPr/>
            <p:nvPr/>
          </p:nvGrpSpPr>
          <p:grpSpPr>
            <a:xfrm rot="5400000">
              <a:off x="6896425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2135" name="Google Shape;2135;g3b499654e41_0_354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6" name="Google Shape;2136;g3b499654e41_0_354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7" name="Google Shape;2137;g3b499654e41_0_354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8" name="Google Shape;2138;g3b499654e41_0_354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9" name="Google Shape;2139;g3b499654e41_0_354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140" name="Google Shape;2140;g3b499654e41_0_3547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2141" name="Google Shape;2141;g3b499654e41_0_3547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2142" name="Google Shape;2142;g3b499654e41_0_3547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g3b499654e41_0_3547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4" name="Google Shape;2144;g3b499654e41_0_3547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2145" name="Google Shape;2145;g3b499654e41_0_3547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g3b499654e41_0_3547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47" name="Google Shape;2147;g3b499654e41_0_3547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2148" name="Google Shape;2148;g3b499654e41_0_3547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g3b499654e41_0_3547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0" name="Google Shape;2150;g3b499654e41_0_354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b499654e41_0_3576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53" name="Google Shape;2153;g3b499654e41_0_3576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54" name="Google Shape;2154;g3b499654e41_0_3576"/>
          <p:cNvGrpSpPr/>
          <p:nvPr/>
        </p:nvGrpSpPr>
        <p:grpSpPr>
          <a:xfrm>
            <a:off x="320869" y="892488"/>
            <a:ext cx="5247943" cy="4005529"/>
            <a:chOff x="320869" y="892488"/>
            <a:chExt cx="5247943" cy="4005529"/>
          </a:xfrm>
        </p:grpSpPr>
        <p:sp>
          <p:nvSpPr>
            <p:cNvPr id="2155" name="Google Shape;2155;g3b499654e41_0_3576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g3b499654e41_0_3576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7" name="Google Shape;2157;g3b499654e41_0_3576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2158" name="Google Shape;2158;g3b499654e41_0_3576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159" name="Google Shape;2159;g3b499654e41_0_3576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60" name="Google Shape;2160;g3b499654e41_0_3576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2161" name="Google Shape;2161;g3b499654e41_0_3576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2" name="Google Shape;2162;g3b499654e41_0_3576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63" name="Google Shape;2163;g3b499654e41_0_3576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164" name="Google Shape;2164;g3b499654e41_0_3576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g3b499654e41_0_3576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66" name="Google Shape;2166;g3b499654e41_0_3576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2167" name="Google Shape;2167;g3b499654e41_0_3576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2168" name="Google Shape;2168;g3b499654e41_0_3576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8" cy="7390555"/>
              </a:xfrm>
            </p:grpSpPr>
            <p:cxnSp>
              <p:nvCxnSpPr>
                <p:cNvPr id="2169" name="Google Shape;2169;g3b499654e41_0_3576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70" name="Google Shape;2170;g3b499654e41_0_3576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71" name="Google Shape;2171;g3b499654e41_0_3576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72" name="Google Shape;2172;g3b499654e41_0_3576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2173" name="Google Shape;2173;g3b499654e41_0_3576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74" name="Google Shape;2174;g3b499654e41_0_3576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75" name="Google Shape;2175;g3b499654e41_0_3576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76" name="Google Shape;2176;g3b499654e41_0_3576"/>
              <p:cNvGrpSpPr/>
              <p:nvPr/>
            </p:nvGrpSpPr>
            <p:grpSpPr>
              <a:xfrm rot="-5400000">
                <a:off x="8362764" y="67997"/>
                <a:ext cx="493320" cy="357312"/>
                <a:chOff x="1722354" y="229144"/>
                <a:chExt cx="1748743" cy="1266614"/>
              </a:xfrm>
            </p:grpSpPr>
            <p:sp>
              <p:nvSpPr>
                <p:cNvPr id="2177" name="Google Shape;2177;g3b499654e41_0_357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8" name="Google Shape;2178;g3b499654e41_0_357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79" name="Google Shape;2179;g3b499654e41_0_3576"/>
            <p:cNvGrpSpPr/>
            <p:nvPr/>
          </p:nvGrpSpPr>
          <p:grpSpPr>
            <a:xfrm rot="10800000">
              <a:off x="7090738" y="4224471"/>
              <a:ext cx="681216" cy="3360486"/>
              <a:chOff x="1337800" y="-2525590"/>
              <a:chExt cx="1498167" cy="7390556"/>
            </a:xfrm>
          </p:grpSpPr>
          <p:cxnSp>
            <p:nvCxnSpPr>
              <p:cNvPr id="2180" name="Google Shape;2180;g3b499654e41_0_3576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1" name="Google Shape;2181;g3b499654e41_0_3576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82" name="Google Shape;2182;g3b499654e41_0_3576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3b499654e41_0_360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5" name="Google Shape;2185;g3b499654e41_0_3608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186" name="Google Shape;2186;g3b499654e41_0_3608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2187" name="Google Shape;2187;g3b499654e41_0_3608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3b499654e41_0_3608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9" name="Google Shape;2189;g3b499654e41_0_3608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190" name="Google Shape;2190;g3b499654e41_0_360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g3b499654e41_0_360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92" name="Google Shape;2192;g3b499654e41_0_3608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2193" name="Google Shape;2193;g3b499654e41_0_3608"/>
            <p:cNvGrpSpPr/>
            <p:nvPr/>
          </p:nvGrpSpPr>
          <p:grpSpPr>
            <a:xfrm>
              <a:off x="8873150" y="1130916"/>
              <a:ext cx="965258" cy="273510"/>
              <a:chOff x="-6675" y="2881558"/>
              <a:chExt cx="9140700" cy="2059567"/>
            </a:xfrm>
          </p:grpSpPr>
          <p:cxnSp>
            <p:nvCxnSpPr>
              <p:cNvPr id="2194" name="Google Shape;2194;g3b499654e41_0_360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5" name="Google Shape;2195;g3b499654e41_0_360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6" name="Google Shape;2196;g3b499654e41_0_360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7" name="Google Shape;2197;g3b499654e41_0_360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8" name="Google Shape;2198;g3b499654e41_0_360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99" name="Google Shape;2199;g3b499654e41_0_3608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200" name="Google Shape;2200;g3b499654e41_0_3608"/>
            <p:cNvGrpSpPr/>
            <p:nvPr/>
          </p:nvGrpSpPr>
          <p:grpSpPr>
            <a:xfrm flipH="1" rot="10800000">
              <a:off x="8650689" y="182196"/>
              <a:ext cx="493320" cy="357312"/>
              <a:chOff x="1722354" y="229144"/>
              <a:chExt cx="1748743" cy="1266614"/>
            </a:xfrm>
          </p:grpSpPr>
          <p:sp>
            <p:nvSpPr>
              <p:cNvPr id="2201" name="Google Shape;2201;g3b499654e41_0_360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g3b499654e41_0_360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3" name="Google Shape;2203;g3b499654e41_0_3608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204" name="Google Shape;2204;g3b499654e41_0_3608"/>
            <p:cNvGrpSpPr/>
            <p:nvPr/>
          </p:nvGrpSpPr>
          <p:grpSpPr>
            <a:xfrm flipH="1" rot="-5400000">
              <a:off x="159064" y="4046095"/>
              <a:ext cx="493320" cy="357312"/>
              <a:chOff x="1722354" y="229144"/>
              <a:chExt cx="1748743" cy="1266614"/>
            </a:xfrm>
          </p:grpSpPr>
          <p:sp>
            <p:nvSpPr>
              <p:cNvPr id="2205" name="Google Shape;2205;g3b499654e41_0_360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g3b499654e41_0_360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7" name="Google Shape;2207;g3b499654e41_0_3608"/>
            <p:cNvGrpSpPr/>
            <p:nvPr/>
          </p:nvGrpSpPr>
          <p:grpSpPr>
            <a:xfrm>
              <a:off x="-776975" y="4800516"/>
              <a:ext cx="965258" cy="273510"/>
              <a:chOff x="-6675" y="2881558"/>
              <a:chExt cx="9140700" cy="2059567"/>
            </a:xfrm>
          </p:grpSpPr>
          <p:cxnSp>
            <p:nvCxnSpPr>
              <p:cNvPr id="2208" name="Google Shape;2208;g3b499654e41_0_360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9" name="Google Shape;2209;g3b499654e41_0_360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0" name="Google Shape;2210;g3b499654e41_0_360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1" name="Google Shape;2211;g3b499654e41_0_360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2" name="Google Shape;2212;g3b499654e41_0_360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213" name="Google Shape;2213;g3b499654e41_0_3608"/>
          <p:cNvGrpSpPr/>
          <p:nvPr/>
        </p:nvGrpSpPr>
        <p:grpSpPr>
          <a:xfrm>
            <a:off x="-142612" y="-168664"/>
            <a:ext cx="7919030" cy="2888967"/>
            <a:chOff x="-142612" y="-168664"/>
            <a:chExt cx="7919030" cy="2888967"/>
          </a:xfrm>
        </p:grpSpPr>
        <p:sp>
          <p:nvSpPr>
            <p:cNvPr id="2214" name="Google Shape;2214;g3b499654e41_0_3608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3b499654e41_0_3608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6" name="Google Shape;2216;g3b499654e41_0_360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3b499654e41_0_3642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9" name="Google Shape;2219;g3b499654e41_0_3642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220" name="Google Shape;2220;g3b499654e41_0_3642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21" name="Google Shape;2221;g3b499654e41_0_3642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2222" name="Google Shape;2222;g3b499654e41_0_3642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2223" name="Google Shape;2223;g3b499654e41_0_3642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g3b499654e41_0_3642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5" name="Google Shape;2225;g3b499654e41_0_3642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2226" name="Google Shape;2226;g3b499654e41_0_3642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g3b499654e41_0_3642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8" name="Google Shape;2228;g3b499654e41_0_3642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2229" name="Google Shape;2229;g3b499654e41_0_3642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230" name="Google Shape;2230;g3b499654e41_0_3642"/>
            <p:cNvGrpSpPr/>
            <p:nvPr/>
          </p:nvGrpSpPr>
          <p:grpSpPr>
            <a:xfrm flipH="1" rot="-5400000">
              <a:off x="8430782" y="4500445"/>
              <a:ext cx="493320" cy="357312"/>
              <a:chOff x="1722354" y="229144"/>
              <a:chExt cx="1748743" cy="1266614"/>
            </a:xfrm>
          </p:grpSpPr>
          <p:sp>
            <p:nvSpPr>
              <p:cNvPr id="2231" name="Google Shape;2231;g3b499654e41_0_364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g3b499654e41_0_364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33" name="Google Shape;2233;g3b499654e41_0_3642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234" name="Google Shape;2234;g3b499654e41_0_3642"/>
            <p:cNvGrpSpPr/>
            <p:nvPr/>
          </p:nvGrpSpPr>
          <p:grpSpPr>
            <a:xfrm rot="10800000">
              <a:off x="662658" y="2962921"/>
              <a:ext cx="493320" cy="357312"/>
              <a:chOff x="1722354" y="229144"/>
              <a:chExt cx="1748743" cy="1266614"/>
            </a:xfrm>
          </p:grpSpPr>
          <p:sp>
            <p:nvSpPr>
              <p:cNvPr id="2235" name="Google Shape;2235;g3b499654e41_0_364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g3b499654e41_0_364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7" name="Google Shape;2237;g3b499654e41_0_3642"/>
            <p:cNvGrpSpPr/>
            <p:nvPr/>
          </p:nvGrpSpPr>
          <p:grpSpPr>
            <a:xfrm>
              <a:off x="-867949" y="1748041"/>
              <a:ext cx="1530153" cy="273510"/>
              <a:chOff x="-6675" y="2881558"/>
              <a:chExt cx="9140700" cy="2059567"/>
            </a:xfrm>
          </p:grpSpPr>
          <p:cxnSp>
            <p:nvCxnSpPr>
              <p:cNvPr id="2238" name="Google Shape;2238;g3b499654e41_0_364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39" name="Google Shape;2239;g3b499654e41_0_364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40" name="Google Shape;2240;g3b499654e41_0_364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41" name="Google Shape;2241;g3b499654e41_0_364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42" name="Google Shape;2242;g3b499654e41_0_364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243" name="Google Shape;2243;g3b499654e41_0_3642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2244" name="Google Shape;2244;g3b499654e41_0_3642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3b499654e41_0_3642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3b499654e41_0_3671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248" name="Google Shape;2248;g3b499654e41_0_3671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2249" name="Google Shape;2249;g3b499654e41_0_367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0" name="Google Shape;2250;g3b499654e41_0_367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1" name="Google Shape;2251;g3b499654e41_0_3671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2" name="Google Shape;2252;g3b499654e41_0_3671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2253" name="Google Shape;2253;g3b499654e41_0_3671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3b499654e41_0_3671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5" name="Google Shape;2255;g3b499654e41_0_3671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2256" name="Google Shape;2256;g3b499654e41_0_3671"/>
            <p:cNvGrpSpPr/>
            <p:nvPr/>
          </p:nvGrpSpPr>
          <p:grpSpPr>
            <a:xfrm flipH="1" rot="10800000">
              <a:off x="309699" y="2296619"/>
              <a:ext cx="681216" cy="3360486"/>
              <a:chOff x="1337800" y="-2525590"/>
              <a:chExt cx="1498167" cy="7390556"/>
            </a:xfrm>
          </p:grpSpPr>
          <p:cxnSp>
            <p:nvCxnSpPr>
              <p:cNvPr id="2257" name="Google Shape;2257;g3b499654e41_0_367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8" name="Google Shape;2258;g3b499654e41_0_367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59" name="Google Shape;2259;g3b499654e41_0_367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0" name="Google Shape;2260;g3b499654e41_0_3671"/>
            <p:cNvGrpSpPr/>
            <p:nvPr/>
          </p:nvGrpSpPr>
          <p:grpSpPr>
            <a:xfrm flipH="1">
              <a:off x="7998988" y="-1945430"/>
              <a:ext cx="681216" cy="3360486"/>
              <a:chOff x="1337800" y="-2525590"/>
              <a:chExt cx="1498167" cy="7390556"/>
            </a:xfrm>
          </p:grpSpPr>
          <p:cxnSp>
            <p:nvCxnSpPr>
              <p:cNvPr id="2261" name="Google Shape;2261;g3b499654e41_0_367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2" name="Google Shape;2262;g3b499654e41_0_367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63" name="Google Shape;2263;g3b499654e41_0_367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4" name="Google Shape;2264;g3b499654e41_0_3671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2265" name="Google Shape;2265;g3b499654e41_0_367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6" name="Google Shape;2266;g3b499654e41_0_367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7" name="Google Shape;2267;g3b499654e41_0_367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8" name="Google Shape;2268;g3b499654e41_0_367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9" name="Google Shape;2269;g3b499654e41_0_367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0" name="Google Shape;2270;g3b499654e41_0_367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1" name="Google Shape;2271;g3b499654e41_0_367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2" name="Google Shape;2272;g3b499654e41_0_367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3" name="Google Shape;2273;g3b499654e41_0_367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4" name="Google Shape;2274;g3b499654e41_0_367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275" name="Google Shape;2275;g3b499654e41_0_3671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276" name="Google Shape;2276;g3b499654e41_0_3671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2277" name="Google Shape;2277;g3b499654e41_0_3671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2278" name="Google Shape;2278;g3b499654e41_0_3671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2279" name="Google Shape;2279;g3b499654e41_0_3671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0" name="Google Shape;2280;g3b499654e41_0_3671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81" name="Google Shape;2281;g3b499654e41_0_3671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2282" name="Google Shape;2282;g3b499654e41_0_3671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3" name="Google Shape;2283;g3b499654e41_0_3671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84" name="Google Shape;2284;g3b499654e41_0_3671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285" name="Google Shape;2285;g3b499654e41_0_367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g3b499654e41_0_367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3b499654e41_0_3712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89" name="Google Shape;2289;g3b499654e41_0_3712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90" name="Google Shape;2290;g3b499654e41_0_3712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1" name="Google Shape;2291;g3b499654e41_0_3712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2292" name="Google Shape;2292;g3b499654e41_0_3712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2293" name="Google Shape;2293;g3b499654e41_0_3712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94" name="Google Shape;2294;g3b499654e41_0_3712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95" name="Google Shape;2295;g3b499654e41_0_3712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6" name="Google Shape;2296;g3b499654e41_0_3712"/>
            <p:cNvGrpSpPr/>
            <p:nvPr/>
          </p:nvGrpSpPr>
          <p:grpSpPr>
            <a:xfrm rot="10800000">
              <a:off x="8695560" y="3306344"/>
              <a:ext cx="681216" cy="3360486"/>
              <a:chOff x="1337800" y="-2525590"/>
              <a:chExt cx="1498167" cy="7390556"/>
            </a:xfrm>
          </p:grpSpPr>
          <p:cxnSp>
            <p:nvCxnSpPr>
              <p:cNvPr id="2297" name="Google Shape;2297;g3b499654e41_0_371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98" name="Google Shape;2298;g3b499654e41_0_371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99" name="Google Shape;2299;g3b499654e41_0_371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0" name="Google Shape;2300;g3b499654e41_0_3712"/>
            <p:cNvGrpSpPr/>
            <p:nvPr/>
          </p:nvGrpSpPr>
          <p:grpSpPr>
            <a:xfrm>
              <a:off x="146409" y="-2776080"/>
              <a:ext cx="681216" cy="3360486"/>
              <a:chOff x="1337800" y="-2525590"/>
              <a:chExt cx="1498167" cy="7390556"/>
            </a:xfrm>
          </p:grpSpPr>
          <p:cxnSp>
            <p:nvCxnSpPr>
              <p:cNvPr id="2301" name="Google Shape;2301;g3b499654e41_0_371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2" name="Google Shape;2302;g3b499654e41_0_371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03" name="Google Shape;2303;g3b499654e41_0_371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4" name="Google Shape;2304;g3b499654e41_0_3712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305" name="Google Shape;2305;g3b499654e41_0_3712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6" name="Google Shape;2306;g3b499654e41_0_3712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7" name="Google Shape;2307;g3b499654e41_0_3712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8" name="Google Shape;2308;g3b499654e41_0_3712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9" name="Google Shape;2309;g3b499654e41_0_3712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0" name="Google Shape;2310;g3b499654e41_0_371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1" name="Google Shape;2311;g3b499654e41_0_371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2" name="Google Shape;2312;g3b499654e41_0_371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3" name="Google Shape;2313;g3b499654e41_0_371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4" name="Google Shape;2314;g3b499654e41_0_371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315" name="Google Shape;2315;g3b499654e41_0_3712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316" name="Google Shape;2316;g3b499654e41_0_3712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2317" name="Google Shape;2317;g3b499654e41_0_3712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g3b499654e41_0_3712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9" name="Google Shape;2319;g3b499654e41_0_3712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2320" name="Google Shape;2320;g3b499654e41_0_3712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321" name="Google Shape;2321;g3b499654e41_0_3712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g3b499654e41_0_3712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g3b499654e41_0_3712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4" name="Google Shape;2324;g3b499654e41_0_3712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5" name="Google Shape;2325;g3b499654e41_0_3712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326" name="Google Shape;2326;g3b499654e41_0_371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7" name="Google Shape;2327;g3b499654e41_0_371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3b499654e41_0_375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30" name="Google Shape;2330;g3b499654e41_0_3753"/>
          <p:cNvGrpSpPr/>
          <p:nvPr/>
        </p:nvGrpSpPr>
        <p:grpSpPr>
          <a:xfrm>
            <a:off x="-530043" y="-2869459"/>
            <a:ext cx="9459677" cy="5795405"/>
            <a:chOff x="-530043" y="-2869459"/>
            <a:chExt cx="9459677" cy="5795405"/>
          </a:xfrm>
        </p:grpSpPr>
        <p:grpSp>
          <p:nvGrpSpPr>
            <p:cNvPr id="2331" name="Google Shape;2331;g3b499654e41_0_3753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2332" name="Google Shape;2332;g3b499654e41_0_3753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3" name="Google Shape;2333;g3b499654e41_0_3753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34" name="Google Shape;2334;g3b499654e41_0_3753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5" name="Google Shape;2335;g3b499654e41_0_3753"/>
            <p:cNvGrpSpPr/>
            <p:nvPr/>
          </p:nvGrpSpPr>
          <p:grpSpPr>
            <a:xfrm flipH="1" rot="5400000">
              <a:off x="-1083006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336" name="Google Shape;2336;g3b499654e41_0_375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7" name="Google Shape;2337;g3b499654e41_0_375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8" name="Google Shape;2338;g3b499654e41_0_375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9" name="Google Shape;2339;g3b499654e41_0_375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0" name="Google Shape;2340;g3b499654e41_0_375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1" name="Google Shape;2341;g3b499654e41_0_375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2" name="Google Shape;2342;g3b499654e41_0_375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3" name="Google Shape;2343;g3b499654e41_0_375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4" name="Google Shape;2344;g3b499654e41_0_375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5" name="Google Shape;2345;g3b499654e41_0_375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346" name="Google Shape;2346;g3b499654e41_0_3753"/>
            <p:cNvGrpSpPr/>
            <p:nvPr/>
          </p:nvGrpSpPr>
          <p:grpSpPr>
            <a:xfrm>
              <a:off x="8248399" y="-1632737"/>
              <a:ext cx="681235" cy="3360486"/>
              <a:chOff x="8248399" y="-1632737"/>
              <a:chExt cx="681235" cy="3360486"/>
            </a:xfrm>
          </p:grpSpPr>
          <p:grpSp>
            <p:nvGrpSpPr>
              <p:cNvPr id="2347" name="Google Shape;2347;g3b499654e41_0_3753"/>
              <p:cNvGrpSpPr/>
              <p:nvPr/>
            </p:nvGrpSpPr>
            <p:grpSpPr>
              <a:xfrm flipH="1">
                <a:off x="8248399" y="-1632737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2348" name="Google Shape;2348;g3b499654e41_0_375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49" name="Google Shape;2349;g3b499654e41_0_375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50" name="Google Shape;2350;g3b499654e41_0_375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51" name="Google Shape;2351;g3b499654e41_0_3753"/>
              <p:cNvGrpSpPr/>
              <p:nvPr/>
            </p:nvGrpSpPr>
            <p:grpSpPr>
              <a:xfrm>
                <a:off x="8436314" y="3608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2352" name="Google Shape;2352;g3b499654e41_0_375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3" name="Google Shape;2353;g3b499654e41_0_375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54" name="Google Shape;2354;g3b499654e41_0_3753"/>
          <p:cNvGrpSpPr/>
          <p:nvPr/>
        </p:nvGrpSpPr>
        <p:grpSpPr>
          <a:xfrm>
            <a:off x="-150883" y="1137478"/>
            <a:ext cx="9080518" cy="813867"/>
            <a:chOff x="-150883" y="1137478"/>
            <a:chExt cx="9080518" cy="813867"/>
          </a:xfrm>
        </p:grpSpPr>
        <p:sp>
          <p:nvSpPr>
            <p:cNvPr id="2355" name="Google Shape;2355;g3b499654e41_0_3753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g3b499654e41_0_3753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7" name="Google Shape;2357;g3b499654e41_0_3753"/>
          <p:cNvGrpSpPr/>
          <p:nvPr/>
        </p:nvGrpSpPr>
        <p:grpSpPr>
          <a:xfrm>
            <a:off x="-201760" y="1366772"/>
            <a:ext cx="9923304" cy="3117921"/>
            <a:chOff x="-201760" y="1366772"/>
            <a:chExt cx="9923304" cy="3117921"/>
          </a:xfrm>
        </p:grpSpPr>
        <p:grpSp>
          <p:nvGrpSpPr>
            <p:cNvPr id="2358" name="Google Shape;2358;g3b499654e41_0_3753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359" name="Google Shape;2359;g3b499654e41_0_375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g3b499654e41_0_375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1" name="Google Shape;2361;g3b499654e41_0_3753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2362" name="Google Shape;2362;g3b499654e41_0_375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g3b499654e41_0_375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4" name="Google Shape;2364;g3b499654e41_0_3753"/>
            <p:cNvGrpSpPr/>
            <p:nvPr/>
          </p:nvGrpSpPr>
          <p:grpSpPr>
            <a:xfrm flipH="1" rot="5400000">
              <a:off x="254631" y="910380"/>
              <a:ext cx="247278" cy="1160061"/>
              <a:chOff x="1463894" y="1434556"/>
              <a:chExt cx="247278" cy="1160061"/>
            </a:xfrm>
          </p:grpSpPr>
          <p:sp>
            <p:nvSpPr>
              <p:cNvPr id="2365" name="Google Shape;2365;g3b499654e41_0_375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g3b499654e41_0_375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3b499654e41_0_37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70" name="Google Shape;2370;g3b499654e41_0_3793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371" name="Google Shape;2371;g3b499654e41_0_3793"/>
          <p:cNvGrpSpPr/>
          <p:nvPr/>
        </p:nvGrpSpPr>
        <p:grpSpPr>
          <a:xfrm>
            <a:off x="248963" y="1017730"/>
            <a:ext cx="8980467" cy="3860779"/>
            <a:chOff x="248963" y="1017730"/>
            <a:chExt cx="8980467" cy="3860779"/>
          </a:xfrm>
        </p:grpSpPr>
        <p:sp>
          <p:nvSpPr>
            <p:cNvPr id="2372" name="Google Shape;2372;g3b499654e41_0_3793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g3b499654e41_0_3793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4" name="Google Shape;2374;g3b499654e41_0_3793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2375" name="Google Shape;2375;g3b499654e41_0_379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g3b499654e41_0_379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77" name="Google Shape;2377;g3b499654e41_0_3793"/>
          <p:cNvGrpSpPr/>
          <p:nvPr/>
        </p:nvGrpSpPr>
        <p:grpSpPr>
          <a:xfrm>
            <a:off x="250498" y="1721188"/>
            <a:ext cx="8259948" cy="2990485"/>
            <a:chOff x="250498" y="1721188"/>
            <a:chExt cx="8259948" cy="2990485"/>
          </a:xfrm>
        </p:grpSpPr>
        <p:sp>
          <p:nvSpPr>
            <p:cNvPr id="2378" name="Google Shape;2378;g3b499654e41_0_3793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g3b499654e41_0_3793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0" name="Google Shape;2380;g3b499654e41_0_3793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2381" name="Google Shape;2381;g3b499654e41_0_3793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382" name="Google Shape;2382;g3b499654e41_0_3793"/>
            <p:cNvGrpSpPr/>
            <p:nvPr/>
          </p:nvGrpSpPr>
          <p:grpSpPr>
            <a:xfrm flipH="1" rot="-5400000">
              <a:off x="7449713" y="4739626"/>
              <a:ext cx="493320" cy="357312"/>
              <a:chOff x="1722354" y="229144"/>
              <a:chExt cx="1748743" cy="1266614"/>
            </a:xfrm>
          </p:grpSpPr>
          <p:sp>
            <p:nvSpPr>
              <p:cNvPr id="2383" name="Google Shape;2383;g3b499654e41_0_379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4" name="Google Shape;2384;g3b499654e41_0_379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5" name="Google Shape;2385;g3b499654e41_0_3793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386" name="Google Shape;2386;g3b499654e41_0_3793"/>
            <p:cNvGrpSpPr/>
            <p:nvPr/>
          </p:nvGrpSpPr>
          <p:grpSpPr>
            <a:xfrm flipH="1">
              <a:off x="8820653" y="3237868"/>
              <a:ext cx="965258" cy="273510"/>
              <a:chOff x="-6675" y="2881558"/>
              <a:chExt cx="9140700" cy="2059567"/>
            </a:xfrm>
          </p:grpSpPr>
          <p:cxnSp>
            <p:nvCxnSpPr>
              <p:cNvPr id="2387" name="Google Shape;2387;g3b499654e41_0_379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8" name="Google Shape;2388;g3b499654e41_0_379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9" name="Google Shape;2389;g3b499654e41_0_379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0" name="Google Shape;2390;g3b499654e41_0_379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1" name="Google Shape;2391;g3b499654e41_0_379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392" name="Google Shape;2392;g3b499654e41_0_379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g3b499654e41_0_38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5" name="Google Shape;2395;g3b499654e41_0_3818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396" name="Google Shape;2396;g3b499654e41_0_3818"/>
          <p:cNvGrpSpPr/>
          <p:nvPr/>
        </p:nvGrpSpPr>
        <p:grpSpPr>
          <a:xfrm>
            <a:off x="8393651" y="-1627766"/>
            <a:ext cx="614899" cy="2881847"/>
            <a:chOff x="1337784" y="-2525559"/>
            <a:chExt cx="1352318" cy="6337908"/>
          </a:xfrm>
        </p:grpSpPr>
        <p:cxnSp>
          <p:nvCxnSpPr>
            <p:cNvPr id="2397" name="Google Shape;2397;g3b499654e41_0_3818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8" name="Google Shape;2398;g3b499654e41_0_3818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99" name="Google Shape;2399;g3b499654e41_0_3818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0" name="Google Shape;2400;g3b499654e41_0_3818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2401" name="Google Shape;2401;g3b499654e41_0_381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g3b499654e41_0_381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3" name="Google Shape;2403;g3b499654e41_0_38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3b499654e41_0_38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06" name="Google Shape;2406;g3b499654e41_0_3829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7" name="Google Shape;2407;g3b499654e41_0_3829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8" name="Google Shape;2408;g3b499654e41_0_3829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9" name="Google Shape;2409;g3b499654e41_0_3829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0" name="Google Shape;2410;g3b499654e41_0_3829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1" name="Google Shape;2411;g3b499654e41_0_3829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2" name="Google Shape;2412;g3b499654e41_0_3829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13" name="Google Shape;2413;g3b499654e41_0_3829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14" name="Google Shape;2414;g3b499654e41_0_3829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15" name="Google Shape;2415;g3b499654e41_0_3829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16" name="Google Shape;2416;g3b499654e41_0_3829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417" name="Google Shape;2417;g3b499654e41_0_3829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418" name="Google Shape;2418;g3b499654e41_0_3829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2419" name="Google Shape;2419;g3b499654e41_0_3829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g3b499654e41_0_3829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1" name="Google Shape;2421;g3b499654e41_0_3829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2422" name="Google Shape;2422;g3b499654e41_0_38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g3b499654e41_0_38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24" name="Google Shape;2424;g3b499654e41_0_3829"/>
          <p:cNvGrpSpPr/>
          <p:nvPr/>
        </p:nvGrpSpPr>
        <p:grpSpPr>
          <a:xfrm>
            <a:off x="756786" y="700836"/>
            <a:ext cx="8183233" cy="4589197"/>
            <a:chOff x="756786" y="700836"/>
            <a:chExt cx="8183233" cy="4589197"/>
          </a:xfrm>
        </p:grpSpPr>
        <p:sp>
          <p:nvSpPr>
            <p:cNvPr id="2425" name="Google Shape;2425;g3b499654e41_0_3829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g3b499654e41_0_3829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7" name="Google Shape;2427;g3b499654e41_0_3829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2428" name="Google Shape;2428;g3b499654e41_0_3829"/>
            <p:cNvGrpSpPr/>
            <p:nvPr/>
          </p:nvGrpSpPr>
          <p:grpSpPr>
            <a:xfrm flipH="1" rot="10800000">
              <a:off x="8269288" y="182196"/>
              <a:ext cx="493320" cy="357312"/>
              <a:chOff x="1722354" y="229144"/>
              <a:chExt cx="1748743" cy="1266614"/>
            </a:xfrm>
          </p:grpSpPr>
          <p:sp>
            <p:nvSpPr>
              <p:cNvPr id="2429" name="Google Shape;2429;g3b499654e41_0_382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g3b499654e41_0_382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1" name="Google Shape;2431;g3b499654e41_0_3829"/>
            <p:cNvGrpSpPr/>
            <p:nvPr/>
          </p:nvGrpSpPr>
          <p:grpSpPr>
            <a:xfrm rot="10800000">
              <a:off x="-418722" y="3973293"/>
              <a:ext cx="965258" cy="273510"/>
              <a:chOff x="-6675" y="2881558"/>
              <a:chExt cx="9140700" cy="2059567"/>
            </a:xfrm>
          </p:grpSpPr>
          <p:cxnSp>
            <p:nvCxnSpPr>
              <p:cNvPr id="2432" name="Google Shape;2432;g3b499654e41_0_38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3" name="Google Shape;2433;g3b499654e41_0_38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4" name="Google Shape;2434;g3b499654e41_0_38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5" name="Google Shape;2435;g3b499654e41_0_38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6" name="Google Shape;2436;g3b499654e41_0_38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437" name="Google Shape;2437;g3b499654e41_0_3829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38" name="Google Shape;2438;g3b499654e41_0_3829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439" name="Google Shape;2439;g3b499654e41_0_38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g3b499654e41_0_3865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442" name="Google Shape;2442;g3b499654e41_0_3865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3" name="Google Shape;2443;g3b499654e41_0_3865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444" name="Google Shape;2444;g3b499654e41_0_3865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5" name="Google Shape;2445;g3b499654e41_0_3865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446" name="Google Shape;2446;g3b499654e41_0_3865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7" name="Google Shape;2447;g3b499654e41_0_3865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8" name="Google Shape;2448;g3b499654e41_0_3865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2449" name="Google Shape;2449;g3b499654e41_0_3865"/>
            <p:cNvGrpSpPr/>
            <p:nvPr/>
          </p:nvGrpSpPr>
          <p:grpSpPr>
            <a:xfrm rot="5400000">
              <a:off x="8699132" y="-40532"/>
              <a:ext cx="247278" cy="1160061"/>
              <a:chOff x="1463894" y="1434556"/>
              <a:chExt cx="247278" cy="1160061"/>
            </a:xfrm>
          </p:grpSpPr>
          <p:sp>
            <p:nvSpPr>
              <p:cNvPr id="2450" name="Google Shape;2450;g3b499654e41_0_3865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g3b499654e41_0_3865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2" name="Google Shape;2452;g3b499654e41_0_3865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2453" name="Google Shape;2453;g3b499654e41_0_3865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g3b499654e41_0_3865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55" name="Google Shape;2455;g3b499654e41_0_3865"/>
          <p:cNvGrpSpPr/>
          <p:nvPr/>
        </p:nvGrpSpPr>
        <p:grpSpPr>
          <a:xfrm>
            <a:off x="-1303829" y="-3621215"/>
            <a:ext cx="10223939" cy="10252965"/>
            <a:chOff x="-1340979" y="-3183302"/>
            <a:chExt cx="10223939" cy="10252965"/>
          </a:xfrm>
        </p:grpSpPr>
        <p:grpSp>
          <p:nvGrpSpPr>
            <p:cNvPr id="2456" name="Google Shape;2456;g3b499654e41_0_3865"/>
            <p:cNvGrpSpPr/>
            <p:nvPr/>
          </p:nvGrpSpPr>
          <p:grpSpPr>
            <a:xfrm>
              <a:off x="1836072" y="2152994"/>
              <a:ext cx="7046888" cy="4916668"/>
              <a:chOff x="1836072" y="2152994"/>
              <a:chExt cx="7046888" cy="4916668"/>
            </a:xfrm>
          </p:grpSpPr>
          <p:grpSp>
            <p:nvGrpSpPr>
              <p:cNvPr id="2457" name="Google Shape;2457;g3b499654e41_0_3865"/>
              <p:cNvGrpSpPr/>
              <p:nvPr/>
            </p:nvGrpSpPr>
            <p:grpSpPr>
              <a:xfrm rot="10800000">
                <a:off x="8201744" y="2152994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2458" name="Google Shape;2458;g3b499654e41_0_386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59" name="Google Shape;2459;g3b499654e41_0_386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60" name="Google Shape;2460;g3b499654e41_0_386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61" name="Google Shape;2461;g3b499654e41_0_3865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2462" name="Google Shape;2462;g3b499654e41_0_3865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63" name="Google Shape;2463;g3b499654e41_0_3865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64" name="Google Shape;2464;g3b499654e41_0_3865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465" name="Google Shape;2465;g3b499654e41_0_3865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466" name="Google Shape;2466;g3b499654e41_0_3865"/>
            <p:cNvGrpSpPr/>
            <p:nvPr/>
          </p:nvGrpSpPr>
          <p:grpSpPr>
            <a:xfrm rot="-5400000">
              <a:off x="1113139" y="743909"/>
              <a:ext cx="493320" cy="357312"/>
              <a:chOff x="1722354" y="229144"/>
              <a:chExt cx="1748743" cy="1266614"/>
            </a:xfrm>
          </p:grpSpPr>
          <p:sp>
            <p:nvSpPr>
              <p:cNvPr id="2467" name="Google Shape;2467;g3b499654e41_0_386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8" name="Google Shape;2468;g3b499654e41_0_386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9" name="Google Shape;2469;g3b499654e41_0_3865"/>
            <p:cNvGrpSpPr/>
            <p:nvPr/>
          </p:nvGrpSpPr>
          <p:grpSpPr>
            <a:xfrm rot="5400000">
              <a:off x="-1009099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2470" name="Google Shape;2470;g3b499654e41_0_3865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1" name="Google Shape;2471;g3b499654e41_0_3865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2" name="Google Shape;2472;g3b499654e41_0_3865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3" name="Google Shape;2473;g3b499654e41_0_3865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4" name="Google Shape;2474;g3b499654e41_0_3865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5" name="Google Shape;2475;g3b499654e41_0_386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6" name="Google Shape;2476;g3b499654e41_0_386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7" name="Google Shape;2477;g3b499654e41_0_386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8" name="Google Shape;2478;g3b499654e41_0_386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9" name="Google Shape;2479;g3b499654e41_0_386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b499654e41_0_39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82" name="Google Shape;2482;g3b499654e41_0_3905"/>
          <p:cNvGrpSpPr/>
          <p:nvPr/>
        </p:nvGrpSpPr>
        <p:grpSpPr>
          <a:xfrm>
            <a:off x="998300" y="1868336"/>
            <a:ext cx="7850818" cy="2922792"/>
            <a:chOff x="998300" y="1868336"/>
            <a:chExt cx="7850818" cy="2922792"/>
          </a:xfrm>
        </p:grpSpPr>
        <p:sp>
          <p:nvSpPr>
            <p:cNvPr id="2483" name="Google Shape;2483;g3b499654e41_0_3905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g3b499654e41_0_3905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5" name="Google Shape;2485;g3b499654e41_0_3905"/>
          <p:cNvGrpSpPr/>
          <p:nvPr/>
        </p:nvGrpSpPr>
        <p:grpSpPr>
          <a:xfrm>
            <a:off x="1588038" y="2433589"/>
            <a:ext cx="7438817" cy="2528056"/>
            <a:chOff x="1588038" y="2433589"/>
            <a:chExt cx="7438817" cy="2528056"/>
          </a:xfrm>
        </p:grpSpPr>
        <p:grpSp>
          <p:nvGrpSpPr>
            <p:cNvPr id="2486" name="Google Shape;2486;g3b499654e41_0_3905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2487" name="Google Shape;2487;g3b499654e41_0_3905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g3b499654e41_0_3905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9" name="Google Shape;2489;g3b499654e41_0_3905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2490" name="Google Shape;2490;g3b499654e41_0_3905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g3b499654e41_0_3905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92" name="Google Shape;2492;g3b499654e41_0_390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3" name="Google Shape;2493;g3b499654e41_0_3905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2494" name="Google Shape;2494;g3b499654e41_0_3905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2495" name="Google Shape;2495;g3b499654e41_0_3905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2496" name="Google Shape;2496;g3b499654e41_0_3905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2497" name="Google Shape;2497;g3b499654e41_0_3905"/>
              <p:cNvGrpSpPr/>
              <p:nvPr/>
            </p:nvGrpSpPr>
            <p:grpSpPr>
              <a:xfrm>
                <a:off x="-1189524" y="3454366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2498" name="Google Shape;2498;g3b499654e41_0_3905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99" name="Google Shape;2499;g3b499654e41_0_3905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0" name="Google Shape;2500;g3b499654e41_0_3905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1" name="Google Shape;2501;g3b499654e41_0_3905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2" name="Google Shape;2502;g3b499654e41_0_3905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503" name="Google Shape;2503;g3b499654e41_0_3905"/>
            <p:cNvGrpSpPr/>
            <p:nvPr/>
          </p:nvGrpSpPr>
          <p:grpSpPr>
            <a:xfrm rot="5400000">
              <a:off x="2331733" y="4765920"/>
              <a:ext cx="493320" cy="357312"/>
              <a:chOff x="1722354" y="229144"/>
              <a:chExt cx="1748743" cy="1266614"/>
            </a:xfrm>
          </p:grpSpPr>
          <p:sp>
            <p:nvSpPr>
              <p:cNvPr id="2504" name="Google Shape;2504;g3b499654e41_0_390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g3b499654e41_0_390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g3b499654e41_0_39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08" name="Google Shape;2508;g3b499654e41_0_3931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2509" name="Google Shape;2509;g3b499654e41_0_3931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g3b499654e41_0_3931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1" name="Google Shape;2511;g3b499654e41_0_3931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2512" name="Google Shape;2512;g3b499654e41_0_393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g3b499654e41_0_393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14" name="Google Shape;2514;g3b499654e41_0_3931"/>
          <p:cNvGrpSpPr/>
          <p:nvPr/>
        </p:nvGrpSpPr>
        <p:grpSpPr>
          <a:xfrm>
            <a:off x="2729174" y="3358511"/>
            <a:ext cx="6150395" cy="1485586"/>
            <a:chOff x="2729174" y="3358511"/>
            <a:chExt cx="6150395" cy="1485586"/>
          </a:xfrm>
        </p:grpSpPr>
        <p:sp>
          <p:nvSpPr>
            <p:cNvPr id="2515" name="Google Shape;2515;g3b499654e41_0_3931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g3b499654e41_0_3931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7" name="Google Shape;2517;g3b499654e41_0_3931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2518" name="Google Shape;2518;g3b499654e41_0_3931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519" name="Google Shape;2519;g3b499654e41_0_3931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2520" name="Google Shape;2520;g3b499654e41_0_3931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2521" name="Google Shape;2521;g3b499654e41_0_3931"/>
                <p:cNvGrpSpPr/>
                <p:nvPr/>
              </p:nvGrpSpPr>
              <p:grpSpPr>
                <a:xfrm rot="-5400000">
                  <a:off x="8480363" y="1760084"/>
                  <a:ext cx="493320" cy="357312"/>
                  <a:chOff x="1722354" y="229144"/>
                  <a:chExt cx="1748743" cy="1266614"/>
                </a:xfrm>
              </p:grpSpPr>
              <p:sp>
                <p:nvSpPr>
                  <p:cNvPr id="2522" name="Google Shape;2522;g3b499654e41_0_393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3" name="Google Shape;2523;g3b499654e41_0_393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24" name="Google Shape;2524;g3b499654e41_0_393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2525" name="Google Shape;2525;g3b499654e41_0_3931"/>
              <p:cNvGrpSpPr/>
              <p:nvPr/>
            </p:nvGrpSpPr>
            <p:grpSpPr>
              <a:xfrm rot="10800000">
                <a:off x="8634578" y="861418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2526" name="Google Shape;2526;g3b499654e41_0_393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27" name="Google Shape;2527;g3b499654e41_0_393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28" name="Google Shape;2528;g3b499654e41_0_393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29" name="Google Shape;2529;g3b499654e41_0_393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30" name="Google Shape;2530;g3b499654e41_0_393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2531" name="Google Shape;2531;g3b499654e41_0_393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g3b499654e41_0_3957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4" name="Google Shape;2534;g3b499654e41_0_3957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5" name="Google Shape;2535;g3b499654e41_0_3957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36" name="Google Shape;2536;g3b499654e41_0_3957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7" name="Google Shape;2537;g3b499654e41_0_3957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2538" name="Google Shape;2538;g3b499654e41_0_3957"/>
            <p:cNvGrpSpPr/>
            <p:nvPr/>
          </p:nvGrpSpPr>
          <p:grpSpPr>
            <a:xfrm rot="5400000">
              <a:off x="6576232" y="-80607"/>
              <a:ext cx="247278" cy="1160061"/>
              <a:chOff x="1463894" y="1434556"/>
              <a:chExt cx="247278" cy="1160061"/>
            </a:xfrm>
          </p:grpSpPr>
          <p:sp>
            <p:nvSpPr>
              <p:cNvPr id="2539" name="Google Shape;2539;g3b499654e41_0_3957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g3b499654e41_0_3957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1" name="Google Shape;2541;g3b499654e41_0_3957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2542" name="Google Shape;2542;g3b499654e41_0_3957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g3b499654e41_0_3957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5" name="Google Shape;2545;g3b499654e41_0_3969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2546" name="Google Shape;2546;g3b499654e41_0_3969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g3b499654e41_0_3969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48" name="Google Shape;2548;g3b499654e41_0_3969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2549" name="Google Shape;2549;g3b499654e41_0_396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g3b499654e41_0_396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51" name="Google Shape;2551;g3b499654e41_0_3969"/>
          <p:cNvGrpSpPr/>
          <p:nvPr/>
        </p:nvGrpSpPr>
        <p:grpSpPr>
          <a:xfrm>
            <a:off x="-796766" y="-1090158"/>
            <a:ext cx="11445399" cy="6549695"/>
            <a:chOff x="-796766" y="-1090158"/>
            <a:chExt cx="11445399" cy="6549695"/>
          </a:xfrm>
        </p:grpSpPr>
        <p:sp>
          <p:nvSpPr>
            <p:cNvPr id="2552" name="Google Shape;2552;g3b499654e41_0_3969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553" name="Google Shape;2553;g3b499654e41_0_3969"/>
            <p:cNvGrpSpPr/>
            <p:nvPr/>
          </p:nvGrpSpPr>
          <p:grpSpPr>
            <a:xfrm rot="10800000">
              <a:off x="12" y="108546"/>
              <a:ext cx="493320" cy="357312"/>
              <a:chOff x="1722354" y="229144"/>
              <a:chExt cx="1748743" cy="1266614"/>
            </a:xfrm>
          </p:grpSpPr>
          <p:sp>
            <p:nvSpPr>
              <p:cNvPr id="2554" name="Google Shape;2554;g3b499654e41_0_396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g3b499654e41_0_396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6" name="Google Shape;2556;g3b499654e41_0_3969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557" name="Google Shape;2557;g3b499654e41_0_3969"/>
            <p:cNvGrpSpPr/>
            <p:nvPr/>
          </p:nvGrpSpPr>
          <p:grpSpPr>
            <a:xfrm flipH="1" rot="-5400000">
              <a:off x="8489086" y="4163845"/>
              <a:ext cx="493320" cy="357312"/>
              <a:chOff x="1722354" y="229144"/>
              <a:chExt cx="1748743" cy="1266614"/>
            </a:xfrm>
          </p:grpSpPr>
          <p:sp>
            <p:nvSpPr>
              <p:cNvPr id="2558" name="Google Shape;2558;g3b499654e41_0_396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g3b499654e41_0_396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0" name="Google Shape;2560;g3b499654e41_0_3969"/>
            <p:cNvGrpSpPr/>
            <p:nvPr/>
          </p:nvGrpSpPr>
          <p:grpSpPr>
            <a:xfrm flipH="1" rot="5400000">
              <a:off x="765336" y="-239460"/>
              <a:ext cx="965258" cy="273510"/>
              <a:chOff x="-6675" y="2881558"/>
              <a:chExt cx="9140700" cy="2059567"/>
            </a:xfrm>
          </p:grpSpPr>
          <p:cxnSp>
            <p:nvCxnSpPr>
              <p:cNvPr id="2561" name="Google Shape;2561;g3b499654e41_0_396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2" name="Google Shape;2562;g3b499654e41_0_396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3" name="Google Shape;2563;g3b499654e41_0_396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4" name="Google Shape;2564;g3b499654e41_0_396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5" name="Google Shape;2565;g3b499654e41_0_396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566" name="Google Shape;2566;g3b499654e41_0_3969"/>
          <p:cNvGrpSpPr/>
          <p:nvPr/>
        </p:nvGrpSpPr>
        <p:grpSpPr>
          <a:xfrm>
            <a:off x="248565" y="1658361"/>
            <a:ext cx="8665831" cy="946304"/>
            <a:chOff x="248565" y="1658361"/>
            <a:chExt cx="8665831" cy="946304"/>
          </a:xfrm>
        </p:grpSpPr>
        <p:sp>
          <p:nvSpPr>
            <p:cNvPr id="2567" name="Google Shape;2567;g3b499654e41_0_3969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g3b499654e41_0_3969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9" name="Google Shape;2569;g3b499654e41_0_396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1" name="Google Shape;2571;g3b499654e41_0_3995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2572" name="Google Shape;2572;g3b499654e41_0_3995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g3b499654e41_0_3995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4" name="Google Shape;2574;g3b499654e41_0_3995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2575" name="Google Shape;2575;g3b499654e41_0_399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g3b499654e41_0_399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77" name="Google Shape;2577;g3b499654e41_0_3995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2578" name="Google Shape;2578;g3b499654e41_0_3995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g3b499654e41_0_3995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0" name="Google Shape;2580;g3b499654e41_0_3995"/>
          <p:cNvGrpSpPr/>
          <p:nvPr/>
        </p:nvGrpSpPr>
        <p:grpSpPr>
          <a:xfrm>
            <a:off x="355674" y="-567309"/>
            <a:ext cx="8751501" cy="5946659"/>
            <a:chOff x="251624" y="-534009"/>
            <a:chExt cx="8751501" cy="5946659"/>
          </a:xfrm>
        </p:grpSpPr>
        <p:grpSp>
          <p:nvGrpSpPr>
            <p:cNvPr id="2581" name="Google Shape;2581;g3b499654e41_0_3995"/>
            <p:cNvGrpSpPr/>
            <p:nvPr/>
          </p:nvGrpSpPr>
          <p:grpSpPr>
            <a:xfrm rot="10800000">
              <a:off x="251624" y="3645746"/>
              <a:ext cx="493320" cy="357312"/>
              <a:chOff x="1722354" y="229144"/>
              <a:chExt cx="1748743" cy="1266614"/>
            </a:xfrm>
          </p:grpSpPr>
          <p:sp>
            <p:nvSpPr>
              <p:cNvPr id="2582" name="Google Shape;2582;g3b499654e41_0_399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g3b499654e41_0_399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4" name="Google Shape;2584;g3b499654e41_0_3995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585" name="Google Shape;2585;g3b499654e41_0_399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6" name="Google Shape;2586;g3b499654e41_0_399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7" name="Google Shape;2587;g3b499654e41_0_399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8" name="Google Shape;2588;g3b499654e41_0_399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9" name="Google Shape;2589;g3b499654e41_0_399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590" name="Google Shape;2590;g3b499654e41_0_3995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91" name="Google Shape;2591;g3b499654e41_0_3995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592" name="Google Shape;2592;g3b499654e41_0_399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g3b499654e41_0_4690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598" name="Google Shape;2598;g3b499654e41_0_4690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599" name="Google Shape;2599;g3b499654e41_0_4690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2600" name="Google Shape;2600;g3b499654e41_0_4690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g3b499654e41_0_4690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2" name="Google Shape;2602;g3b499654e41_0_4690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2603" name="Google Shape;2603;g3b499654e41_0_4690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g3b499654e41_0_4690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5" name="Google Shape;2605;g3b499654e41_0_4690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2606" name="Google Shape;2606;g3b499654e41_0_4690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7" name="Google Shape;2607;g3b499654e41_0_4690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8" name="Google Shape;2608;g3b499654e41_0_4690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9" name="Google Shape;2609;g3b499654e41_0_4690"/>
          <p:cNvGrpSpPr/>
          <p:nvPr/>
        </p:nvGrpSpPr>
        <p:grpSpPr>
          <a:xfrm rot="-5400000">
            <a:off x="8388339" y="1273397"/>
            <a:ext cx="493320" cy="357312"/>
            <a:chOff x="1722354" y="229144"/>
            <a:chExt cx="1748743" cy="1266614"/>
          </a:xfrm>
        </p:grpSpPr>
        <p:sp>
          <p:nvSpPr>
            <p:cNvPr id="2610" name="Google Shape;2610;g3b499654e41_0_4690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g3b499654e41_0_4690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g3b499654e41_0_47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4" name="Google Shape;2614;g3b499654e41_0_4706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15" name="Google Shape;2615;g3b499654e41_0_4706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16" name="Google Shape;2616;g3b499654e41_0_4706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17" name="Google Shape;2617;g3b499654e41_0_4706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18" name="Google Shape;2618;g3b499654e41_0_4706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19" name="Google Shape;2619;g3b499654e41_0_4706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620" name="Google Shape;2620;g3b499654e41_0_4706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21" name="Google Shape;2621;g3b499654e41_0_4706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22" name="Google Shape;2622;g3b499654e41_0_4706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23" name="Google Shape;2623;g3b499654e41_0_4706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24" name="Google Shape;2624;g3b499654e41_0_4706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25" name="Google Shape;2625;g3b499654e41_0_4706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626" name="Google Shape;2626;g3b499654e41_0_4706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2627" name="Google Shape;2627;g3b499654e41_0_4706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2628" name="Google Shape;2628;g3b499654e41_0_4706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g3b499654e41_0_4706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0" name="Google Shape;2630;g3b499654e41_0_4706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2631" name="Google Shape;2631;g3b499654e41_0_4706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g3b499654e41_0_4706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3" name="Google Shape;2633;g3b499654e41_0_4706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2634" name="Google Shape;2634;g3b499654e41_0_4706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g3b499654e41_0_4706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36" name="Google Shape;2636;g3b499654e41_0_4706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2637" name="Google Shape;2637;g3b499654e41_0_4706"/>
            <p:cNvGrpSpPr/>
            <p:nvPr/>
          </p:nvGrpSpPr>
          <p:grpSpPr>
            <a:xfrm flipH="1">
              <a:off x="8221608" y="1714746"/>
              <a:ext cx="493320" cy="357312"/>
              <a:chOff x="1722354" y="229144"/>
              <a:chExt cx="1748743" cy="1266614"/>
            </a:xfrm>
          </p:grpSpPr>
          <p:sp>
            <p:nvSpPr>
              <p:cNvPr id="2638" name="Google Shape;2638;g3b499654e41_0_470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g3b499654e41_0_470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0" name="Google Shape;2640;g3b499654e41_0_4706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641" name="Google Shape;2641;g3b499654e41_0_4706"/>
            <p:cNvGrpSpPr/>
            <p:nvPr/>
          </p:nvGrpSpPr>
          <p:grpSpPr>
            <a:xfrm>
              <a:off x="8527396" y="539491"/>
              <a:ext cx="1345511" cy="273510"/>
              <a:chOff x="-6675" y="2881558"/>
              <a:chExt cx="9140700" cy="2059567"/>
            </a:xfrm>
          </p:grpSpPr>
          <p:cxnSp>
            <p:nvCxnSpPr>
              <p:cNvPr id="2642" name="Google Shape;2642;g3b499654e41_0_470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3" name="Google Shape;2643;g3b499654e41_0_470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4" name="Google Shape;2644;g3b499654e41_0_470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5" name="Google Shape;2645;g3b499654e41_0_470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6" name="Google Shape;2646;g3b499654e41_0_470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47" name="Google Shape;2647;g3b499654e41_0_4706"/>
            <p:cNvGrpSpPr/>
            <p:nvPr/>
          </p:nvGrpSpPr>
          <p:grpSpPr>
            <a:xfrm rot="10800000">
              <a:off x="-556748" y="2551974"/>
              <a:ext cx="1029243" cy="273510"/>
              <a:chOff x="-6675" y="2881558"/>
              <a:chExt cx="9140700" cy="2059567"/>
            </a:xfrm>
          </p:grpSpPr>
          <p:cxnSp>
            <p:nvCxnSpPr>
              <p:cNvPr id="2648" name="Google Shape;2648;g3b499654e41_0_470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9" name="Google Shape;2649;g3b499654e41_0_470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50" name="Google Shape;2650;g3b499654e41_0_470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51" name="Google Shape;2651;g3b499654e41_0_470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52" name="Google Shape;2652;g3b499654e41_0_470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653" name="Google Shape;2653;g3b499654e41_0_4706"/>
          <p:cNvGrpSpPr/>
          <p:nvPr/>
        </p:nvGrpSpPr>
        <p:grpSpPr>
          <a:xfrm>
            <a:off x="-160350" y="1017736"/>
            <a:ext cx="9034618" cy="1344542"/>
            <a:chOff x="-160350" y="1017736"/>
            <a:chExt cx="9034618" cy="1344542"/>
          </a:xfrm>
        </p:grpSpPr>
        <p:sp>
          <p:nvSpPr>
            <p:cNvPr id="2654" name="Google Shape;2654;g3b499654e41_0_4706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g3b499654e41_0_4706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6" name="Google Shape;2656;g3b499654e41_0_470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g3b499654e41_0_4751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59" name="Google Shape;2659;g3b499654e41_0_4751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660" name="Google Shape;2660;g3b499654e41_0_4751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661" name="Google Shape;2661;g3b499654e41_0_4751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2" name="Google Shape;2662;g3b499654e41_0_4751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3" name="Google Shape;2663;g3b499654e41_0_4751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4" name="Google Shape;2664;g3b499654e41_0_4751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5" name="Google Shape;2665;g3b499654e41_0_4751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6" name="Google Shape;2666;g3b499654e41_0_4751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7" name="Google Shape;2667;g3b499654e41_0_4751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8" name="Google Shape;2668;g3b499654e41_0_4751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9" name="Google Shape;2669;g3b499654e41_0_4751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0" name="Google Shape;2670;g3b499654e41_0_4751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71" name="Google Shape;2671;g3b499654e41_0_4751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2672" name="Google Shape;2672;g3b499654e41_0_4751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2673" name="Google Shape;2673;g3b499654e41_0_475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g3b499654e41_0_475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5" name="Google Shape;2675;g3b499654e41_0_4751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2676" name="Google Shape;2676;g3b499654e41_0_4751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g3b499654e41_0_4751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3b499654e41_0_47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80" name="Google Shape;2680;g3b499654e41_0_4772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1" name="Google Shape;2681;g3b499654e41_0_4772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2" name="Google Shape;2682;g3b499654e41_0_4772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83" name="Google Shape;2683;g3b499654e41_0_4772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684" name="Google Shape;2684;g3b499654e41_0_4772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2685" name="Google Shape;2685;g3b499654e41_0_4772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g3b499654e41_0_4772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7" name="Google Shape;2687;g3b499654e41_0_4772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688" name="Google Shape;2688;g3b499654e41_0_477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g3b499654e41_0_477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90" name="Google Shape;2690;g3b499654e41_0_4772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2691" name="Google Shape;2691;g3b499654e41_0_4772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692" name="Google Shape;2692;g3b499654e41_0_4772"/>
            <p:cNvGrpSpPr/>
            <p:nvPr/>
          </p:nvGrpSpPr>
          <p:grpSpPr>
            <a:xfrm rot="10800000">
              <a:off x="29437" y="1468071"/>
              <a:ext cx="493320" cy="357312"/>
              <a:chOff x="2199401" y="229144"/>
              <a:chExt cx="1748743" cy="1266614"/>
            </a:xfrm>
          </p:grpSpPr>
          <p:sp>
            <p:nvSpPr>
              <p:cNvPr id="2693" name="Google Shape;2693;g3b499654e41_0_4772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g3b499654e41_0_4772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5" name="Google Shape;2695;g3b499654e41_0_4772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696" name="Google Shape;2696;g3b499654e41_0_4772"/>
            <p:cNvGrpSpPr/>
            <p:nvPr/>
          </p:nvGrpSpPr>
          <p:grpSpPr>
            <a:xfrm flipH="1">
              <a:off x="8212963" y="4702316"/>
              <a:ext cx="965258" cy="273510"/>
              <a:chOff x="-6675" y="2881558"/>
              <a:chExt cx="9140700" cy="2059567"/>
            </a:xfrm>
          </p:grpSpPr>
          <p:cxnSp>
            <p:nvCxnSpPr>
              <p:cNvPr id="2697" name="Google Shape;2697;g3b499654e41_0_477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8" name="Google Shape;2698;g3b499654e41_0_477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9" name="Google Shape;2699;g3b499654e41_0_477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00" name="Google Shape;2700;g3b499654e41_0_477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01" name="Google Shape;2701;g3b499654e41_0_477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702" name="Google Shape;2702;g3b499654e41_0_4772"/>
          <p:cNvGrpSpPr/>
          <p:nvPr/>
        </p:nvGrpSpPr>
        <p:grpSpPr>
          <a:xfrm>
            <a:off x="342875" y="2524661"/>
            <a:ext cx="8713622" cy="1947137"/>
            <a:chOff x="342875" y="2524661"/>
            <a:chExt cx="8713622" cy="1947137"/>
          </a:xfrm>
        </p:grpSpPr>
        <p:sp>
          <p:nvSpPr>
            <p:cNvPr id="2703" name="Google Shape;2703;g3b499654e41_0_4772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g3b499654e41_0_4772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5" name="Google Shape;2705;g3b499654e41_0_477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g3b499654e41_0_48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08" name="Google Shape;2708;g3b499654e41_0_4800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9" name="Google Shape;2709;g3b499654e41_0_4800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0" name="Google Shape;2710;g3b499654e41_0_4800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1" name="Google Shape;2711;g3b499654e41_0_4800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12" name="Google Shape;2712;g3b499654e41_0_4800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13" name="Google Shape;2713;g3b499654e41_0_4800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714" name="Google Shape;2714;g3b499654e41_0_4800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2715" name="Google Shape;2715;g3b499654e41_0_4800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g3b499654e41_0_4800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7" name="Google Shape;2717;g3b499654e41_0_4800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2718" name="Google Shape;2718;g3b499654e41_0_480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g3b499654e41_0_480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20" name="Google Shape;2720;g3b499654e41_0_4800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2721" name="Google Shape;2721;g3b499654e41_0_4800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g3b499654e41_0_4800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3" name="Google Shape;2723;g3b499654e41_0_4800"/>
          <p:cNvGrpSpPr/>
          <p:nvPr/>
        </p:nvGrpSpPr>
        <p:grpSpPr>
          <a:xfrm>
            <a:off x="260199" y="-534009"/>
            <a:ext cx="8742926" cy="5946659"/>
            <a:chOff x="260199" y="-534009"/>
            <a:chExt cx="8742926" cy="5946659"/>
          </a:xfrm>
        </p:grpSpPr>
        <p:grpSp>
          <p:nvGrpSpPr>
            <p:cNvPr id="2724" name="Google Shape;2724;g3b499654e41_0_4800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725" name="Google Shape;2725;g3b499654e41_0_480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6" name="Google Shape;2726;g3b499654e41_0_480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7" name="Google Shape;2727;g3b499654e41_0_480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8" name="Google Shape;2728;g3b499654e41_0_480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9" name="Google Shape;2729;g3b499654e41_0_480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730" name="Google Shape;2730;g3b499654e41_0_4800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731" name="Google Shape;2731;g3b499654e41_0_4800"/>
            <p:cNvGrpSpPr/>
            <p:nvPr/>
          </p:nvGrpSpPr>
          <p:grpSpPr>
            <a:xfrm>
              <a:off x="260199" y="3089575"/>
              <a:ext cx="493320" cy="2323075"/>
              <a:chOff x="260199" y="3089575"/>
              <a:chExt cx="493320" cy="2323075"/>
            </a:xfrm>
          </p:grpSpPr>
          <p:grpSp>
            <p:nvGrpSpPr>
              <p:cNvPr id="2732" name="Google Shape;2732;g3b499654e41_0_4800"/>
              <p:cNvGrpSpPr/>
              <p:nvPr/>
            </p:nvGrpSpPr>
            <p:grpSpPr>
              <a:xfrm rot="10800000">
                <a:off x="260199" y="36457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2733" name="Google Shape;2733;g3b499654e41_0_480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g3b499654e41_0_480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35" name="Google Shape;2735;g3b499654e41_0_4800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2736" name="Google Shape;2736;g3b499654e41_0_480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g3b499654e41_0_48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39" name="Google Shape;2739;g3b499654e41_0_4831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0" name="Google Shape;2740;g3b499654e41_0_4831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1" name="Google Shape;2741;g3b499654e41_0_4831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2" name="Google Shape;2742;g3b499654e41_0_4831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3" name="Google Shape;2743;g3b499654e41_0_4831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44" name="Google Shape;2744;g3b499654e41_0_4831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45" name="Google Shape;2745;g3b499654e41_0_4831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746" name="Google Shape;2746;g3b499654e41_0_4831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747" name="Google Shape;2747;g3b499654e41_0_4831"/>
          <p:cNvGrpSpPr/>
          <p:nvPr/>
        </p:nvGrpSpPr>
        <p:grpSpPr>
          <a:xfrm>
            <a:off x="487075" y="3743424"/>
            <a:ext cx="8733034" cy="1098995"/>
            <a:chOff x="487075" y="3743424"/>
            <a:chExt cx="8733034" cy="1098995"/>
          </a:xfrm>
        </p:grpSpPr>
        <p:sp>
          <p:nvSpPr>
            <p:cNvPr id="2748" name="Google Shape;2748;g3b499654e41_0_4831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g3b499654e41_0_4831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0" name="Google Shape;2750;g3b499654e41_0_4831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751" name="Google Shape;2751;g3b499654e41_0_483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g3b499654e41_0_483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53" name="Google Shape;2753;g3b499654e41_0_4831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2754" name="Google Shape;2754;g3b499654e41_0_4831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g3b499654e41_0_4831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6" name="Google Shape;2756;g3b499654e41_0_4831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757" name="Google Shape;2757;g3b499654e41_0_4831"/>
            <p:cNvGrpSpPr/>
            <p:nvPr/>
          </p:nvGrpSpPr>
          <p:grpSpPr>
            <a:xfrm rot="-5400000">
              <a:off x="8362773" y="2998997"/>
              <a:ext cx="493320" cy="357312"/>
              <a:chOff x="1722354" y="229144"/>
              <a:chExt cx="1748743" cy="1266614"/>
            </a:xfrm>
          </p:grpSpPr>
          <p:sp>
            <p:nvSpPr>
              <p:cNvPr id="2758" name="Google Shape;2758;g3b499654e41_0_483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g3b499654e41_0_483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0" name="Google Shape;2760;g3b499654e41_0_4831"/>
            <p:cNvGrpSpPr/>
            <p:nvPr/>
          </p:nvGrpSpPr>
          <p:grpSpPr>
            <a:xfrm flipH="1" rot="10800000">
              <a:off x="8505734" y="1680043"/>
              <a:ext cx="965258" cy="273510"/>
              <a:chOff x="-6675" y="2881558"/>
              <a:chExt cx="9140700" cy="2059567"/>
            </a:xfrm>
          </p:grpSpPr>
          <p:cxnSp>
            <p:nvCxnSpPr>
              <p:cNvPr id="2761" name="Google Shape;2761;g3b499654e41_0_48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2" name="Google Shape;2762;g3b499654e41_0_48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3" name="Google Shape;2763;g3b499654e41_0_48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4" name="Google Shape;2764;g3b499654e41_0_48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5" name="Google Shape;2765;g3b499654e41_0_48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766" name="Google Shape;2766;g3b499654e41_0_4831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67" name="Google Shape;2767;g3b499654e41_0_4831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768" name="Google Shape;2768;g3b499654e41_0_483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g3b499654e41_0_48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71" name="Google Shape;2771;g3b499654e41_0_4863"/>
          <p:cNvGrpSpPr/>
          <p:nvPr/>
        </p:nvGrpSpPr>
        <p:grpSpPr>
          <a:xfrm>
            <a:off x="-918332" y="-1192757"/>
            <a:ext cx="9848838" cy="7993544"/>
            <a:chOff x="-918332" y="-1192756"/>
            <a:chExt cx="9848838" cy="7993544"/>
          </a:xfrm>
        </p:grpSpPr>
        <p:grpSp>
          <p:nvGrpSpPr>
            <p:cNvPr id="2772" name="Google Shape;2772;g3b499654e41_0_4863"/>
            <p:cNvGrpSpPr/>
            <p:nvPr/>
          </p:nvGrpSpPr>
          <p:grpSpPr>
            <a:xfrm flipH="1" rot="5400000">
              <a:off x="-385150" y="4070828"/>
              <a:ext cx="2196777" cy="3263142"/>
              <a:chOff x="308728" y="2619343"/>
              <a:chExt cx="2007289" cy="2981400"/>
            </a:xfrm>
          </p:grpSpPr>
          <p:cxnSp>
            <p:nvCxnSpPr>
              <p:cNvPr id="2773" name="Google Shape;2773;g3b499654e41_0_4863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74" name="Google Shape;2774;g3b499654e41_0_4863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75" name="Google Shape;2775;g3b499654e41_0_4863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6" name="Google Shape;2776;g3b499654e41_0_4863"/>
            <p:cNvGrpSpPr/>
            <p:nvPr/>
          </p:nvGrpSpPr>
          <p:grpSpPr>
            <a:xfrm>
              <a:off x="6549025" y="-95200"/>
              <a:ext cx="2381480" cy="750488"/>
              <a:chOff x="6549025" y="-95200"/>
              <a:chExt cx="2381480" cy="750488"/>
            </a:xfrm>
          </p:grpSpPr>
          <p:grpSp>
            <p:nvGrpSpPr>
              <p:cNvPr id="2777" name="Google Shape;2777;g3b499654e41_0_4863"/>
              <p:cNvGrpSpPr/>
              <p:nvPr/>
            </p:nvGrpSpPr>
            <p:grpSpPr>
              <a:xfrm rot="-5400000">
                <a:off x="8505189" y="229972"/>
                <a:ext cx="493320" cy="357312"/>
                <a:chOff x="1722354" y="229144"/>
                <a:chExt cx="1748743" cy="1266614"/>
              </a:xfrm>
            </p:grpSpPr>
            <p:sp>
              <p:nvSpPr>
                <p:cNvPr id="2778" name="Google Shape;2778;g3b499654e41_0_486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9" name="Google Shape;2779;g3b499654e41_0_486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80" name="Google Shape;2780;g3b499654e41_0_4863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2781" name="Google Shape;2781;g3b499654e41_0_4863"/>
            <p:cNvGrpSpPr/>
            <p:nvPr/>
          </p:nvGrpSpPr>
          <p:grpSpPr>
            <a:xfrm rot="5400000">
              <a:off x="6896425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2782" name="Google Shape;2782;g3b499654e41_0_486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3" name="Google Shape;2783;g3b499654e41_0_486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4" name="Google Shape;2784;g3b499654e41_0_486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5" name="Google Shape;2785;g3b499654e41_0_486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6" name="Google Shape;2786;g3b499654e41_0_486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787" name="Google Shape;2787;g3b499654e41_0_4863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2788" name="Google Shape;2788;g3b499654e41_0_4863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2789" name="Google Shape;2789;g3b499654e41_0_4863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g3b499654e41_0_4863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1" name="Google Shape;2791;g3b499654e41_0_4863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2792" name="Google Shape;2792;g3b499654e41_0_4863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3" name="Google Shape;2793;g3b499654e41_0_4863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94" name="Google Shape;2794;g3b499654e41_0_4863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2795" name="Google Shape;2795;g3b499654e41_0_4863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g3b499654e41_0_4863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7" name="Google Shape;2797;g3b499654e41_0_486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98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g3b499654e41_0_4892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0" name="Google Shape;2800;g3b499654e41_0_4892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801" name="Google Shape;2801;g3b499654e41_0_4892"/>
          <p:cNvGrpSpPr/>
          <p:nvPr/>
        </p:nvGrpSpPr>
        <p:grpSpPr>
          <a:xfrm>
            <a:off x="320869" y="892488"/>
            <a:ext cx="5247943" cy="4005529"/>
            <a:chOff x="320869" y="892488"/>
            <a:chExt cx="5247943" cy="4005529"/>
          </a:xfrm>
        </p:grpSpPr>
        <p:sp>
          <p:nvSpPr>
            <p:cNvPr id="2802" name="Google Shape;2802;g3b499654e41_0_4892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g3b499654e41_0_4892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4" name="Google Shape;2804;g3b499654e41_0_4892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2805" name="Google Shape;2805;g3b499654e41_0_4892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806" name="Google Shape;2806;g3b499654e41_0_4892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07" name="Google Shape;2807;g3b499654e41_0_4892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2808" name="Google Shape;2808;g3b499654e41_0_4892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9" name="Google Shape;2809;g3b499654e41_0_4892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10" name="Google Shape;2810;g3b499654e41_0_4892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811" name="Google Shape;2811;g3b499654e41_0_489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2" name="Google Shape;2812;g3b499654e41_0_489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3" name="Google Shape;2813;g3b499654e41_0_4892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2814" name="Google Shape;2814;g3b499654e41_0_4892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2815" name="Google Shape;2815;g3b499654e41_0_4892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8" cy="7390555"/>
              </a:xfrm>
            </p:grpSpPr>
            <p:cxnSp>
              <p:nvCxnSpPr>
                <p:cNvPr id="2816" name="Google Shape;2816;g3b499654e41_0_4892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17" name="Google Shape;2817;g3b499654e41_0_4892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8" name="Google Shape;2818;g3b499654e41_0_4892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9" name="Google Shape;2819;g3b499654e41_0_4892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2820" name="Google Shape;2820;g3b499654e41_0_4892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21" name="Google Shape;2821;g3b499654e41_0_4892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22" name="Google Shape;2822;g3b499654e41_0_4892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3" name="Google Shape;2823;g3b499654e41_0_4892"/>
              <p:cNvGrpSpPr/>
              <p:nvPr/>
            </p:nvGrpSpPr>
            <p:grpSpPr>
              <a:xfrm rot="-5400000">
                <a:off x="8362764" y="67997"/>
                <a:ext cx="493320" cy="357312"/>
                <a:chOff x="1722354" y="229144"/>
                <a:chExt cx="1748743" cy="1266614"/>
              </a:xfrm>
            </p:grpSpPr>
            <p:sp>
              <p:nvSpPr>
                <p:cNvPr id="2824" name="Google Shape;2824;g3b499654e41_0_4892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5" name="Google Shape;2825;g3b499654e41_0_4892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26" name="Google Shape;2826;g3b499654e41_0_4892"/>
            <p:cNvGrpSpPr/>
            <p:nvPr/>
          </p:nvGrpSpPr>
          <p:grpSpPr>
            <a:xfrm rot="10800000">
              <a:off x="7090738" y="4224471"/>
              <a:ext cx="681216" cy="3360486"/>
              <a:chOff x="1337800" y="-2525590"/>
              <a:chExt cx="1498167" cy="7390556"/>
            </a:xfrm>
          </p:grpSpPr>
          <p:cxnSp>
            <p:nvCxnSpPr>
              <p:cNvPr id="2827" name="Google Shape;2827;g3b499654e41_0_489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28" name="Google Shape;2828;g3b499654e41_0_489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29" name="Google Shape;2829;g3b499654e41_0_489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3b499654e41_0_49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32" name="Google Shape;2832;g3b499654e41_0_4924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833" name="Google Shape;2833;g3b499654e41_0_492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2834" name="Google Shape;2834;g3b499654e41_0_492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g3b499654e41_0_492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6" name="Google Shape;2836;g3b499654e41_0_492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837" name="Google Shape;2837;g3b499654e41_0_49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8" name="Google Shape;2838;g3b499654e41_0_49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39" name="Google Shape;2839;g3b499654e41_0_492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2840" name="Google Shape;2840;g3b499654e41_0_4924"/>
            <p:cNvGrpSpPr/>
            <p:nvPr/>
          </p:nvGrpSpPr>
          <p:grpSpPr>
            <a:xfrm>
              <a:off x="8873150" y="1130916"/>
              <a:ext cx="965258" cy="273510"/>
              <a:chOff x="-6675" y="2881558"/>
              <a:chExt cx="9140700" cy="2059567"/>
            </a:xfrm>
          </p:grpSpPr>
          <p:cxnSp>
            <p:nvCxnSpPr>
              <p:cNvPr id="2841" name="Google Shape;2841;g3b499654e41_0_49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2" name="Google Shape;2842;g3b499654e41_0_49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3" name="Google Shape;2843;g3b499654e41_0_49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4" name="Google Shape;2844;g3b499654e41_0_49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5" name="Google Shape;2845;g3b499654e41_0_49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846" name="Google Shape;2846;g3b499654e41_0_4924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847" name="Google Shape;2847;g3b499654e41_0_4924"/>
            <p:cNvGrpSpPr/>
            <p:nvPr/>
          </p:nvGrpSpPr>
          <p:grpSpPr>
            <a:xfrm flipH="1" rot="10800000">
              <a:off x="8650689" y="182196"/>
              <a:ext cx="493320" cy="357312"/>
              <a:chOff x="1722354" y="229144"/>
              <a:chExt cx="1748743" cy="1266614"/>
            </a:xfrm>
          </p:grpSpPr>
          <p:sp>
            <p:nvSpPr>
              <p:cNvPr id="2848" name="Google Shape;2848;g3b499654e41_0_49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9" name="Google Shape;2849;g3b499654e41_0_49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0" name="Google Shape;2850;g3b499654e41_0_492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851" name="Google Shape;2851;g3b499654e41_0_4924"/>
            <p:cNvGrpSpPr/>
            <p:nvPr/>
          </p:nvGrpSpPr>
          <p:grpSpPr>
            <a:xfrm flipH="1" rot="-5400000">
              <a:off x="159064" y="4046095"/>
              <a:ext cx="493320" cy="357312"/>
              <a:chOff x="1722354" y="229144"/>
              <a:chExt cx="1748743" cy="1266614"/>
            </a:xfrm>
          </p:grpSpPr>
          <p:sp>
            <p:nvSpPr>
              <p:cNvPr id="2852" name="Google Shape;2852;g3b499654e41_0_49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3" name="Google Shape;2853;g3b499654e41_0_49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4" name="Google Shape;2854;g3b499654e41_0_4924"/>
            <p:cNvGrpSpPr/>
            <p:nvPr/>
          </p:nvGrpSpPr>
          <p:grpSpPr>
            <a:xfrm>
              <a:off x="-776975" y="4800516"/>
              <a:ext cx="965258" cy="273510"/>
              <a:chOff x="-6675" y="2881558"/>
              <a:chExt cx="9140700" cy="2059567"/>
            </a:xfrm>
          </p:grpSpPr>
          <p:cxnSp>
            <p:nvCxnSpPr>
              <p:cNvPr id="2855" name="Google Shape;2855;g3b499654e41_0_49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6" name="Google Shape;2856;g3b499654e41_0_49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7" name="Google Shape;2857;g3b499654e41_0_49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8" name="Google Shape;2858;g3b499654e41_0_49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9" name="Google Shape;2859;g3b499654e41_0_49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860" name="Google Shape;2860;g3b499654e41_0_4924"/>
          <p:cNvGrpSpPr/>
          <p:nvPr/>
        </p:nvGrpSpPr>
        <p:grpSpPr>
          <a:xfrm>
            <a:off x="-142612" y="-168664"/>
            <a:ext cx="7919030" cy="2888967"/>
            <a:chOff x="-142612" y="-168664"/>
            <a:chExt cx="7919030" cy="2888967"/>
          </a:xfrm>
        </p:grpSpPr>
        <p:sp>
          <p:nvSpPr>
            <p:cNvPr id="2861" name="Google Shape;2861;g3b499654e41_0_492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g3b499654e41_0_492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3" name="Google Shape;2863;g3b499654e41_0_49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g3b499654e41_0_4958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66" name="Google Shape;2866;g3b499654e41_0_4958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867" name="Google Shape;2867;g3b499654e41_0_4958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68" name="Google Shape;2868;g3b499654e41_0_4958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2869" name="Google Shape;2869;g3b499654e41_0_4958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2870" name="Google Shape;2870;g3b499654e41_0_4958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1" name="Google Shape;2871;g3b499654e41_0_4958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2" name="Google Shape;2872;g3b499654e41_0_4958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2873" name="Google Shape;2873;g3b499654e41_0_4958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g3b499654e41_0_4958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75" name="Google Shape;2875;g3b499654e41_0_4958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2876" name="Google Shape;2876;g3b499654e41_0_4958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877" name="Google Shape;2877;g3b499654e41_0_4958"/>
            <p:cNvGrpSpPr/>
            <p:nvPr/>
          </p:nvGrpSpPr>
          <p:grpSpPr>
            <a:xfrm flipH="1" rot="-5400000">
              <a:off x="8430782" y="4500445"/>
              <a:ext cx="493320" cy="357312"/>
              <a:chOff x="1722354" y="229144"/>
              <a:chExt cx="1748743" cy="1266614"/>
            </a:xfrm>
          </p:grpSpPr>
          <p:sp>
            <p:nvSpPr>
              <p:cNvPr id="2878" name="Google Shape;2878;g3b499654e41_0_495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9" name="Google Shape;2879;g3b499654e41_0_495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0" name="Google Shape;2880;g3b499654e41_0_4958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881" name="Google Shape;2881;g3b499654e41_0_4958"/>
            <p:cNvGrpSpPr/>
            <p:nvPr/>
          </p:nvGrpSpPr>
          <p:grpSpPr>
            <a:xfrm rot="10800000">
              <a:off x="662658" y="2962921"/>
              <a:ext cx="493320" cy="357312"/>
              <a:chOff x="1722354" y="229144"/>
              <a:chExt cx="1748743" cy="1266614"/>
            </a:xfrm>
          </p:grpSpPr>
          <p:sp>
            <p:nvSpPr>
              <p:cNvPr id="2882" name="Google Shape;2882;g3b499654e41_0_495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g3b499654e41_0_495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4" name="Google Shape;2884;g3b499654e41_0_4958"/>
            <p:cNvGrpSpPr/>
            <p:nvPr/>
          </p:nvGrpSpPr>
          <p:grpSpPr>
            <a:xfrm>
              <a:off x="-867949" y="1748041"/>
              <a:ext cx="1530153" cy="273510"/>
              <a:chOff x="-6675" y="2881558"/>
              <a:chExt cx="9140700" cy="2059567"/>
            </a:xfrm>
          </p:grpSpPr>
          <p:cxnSp>
            <p:nvCxnSpPr>
              <p:cNvPr id="2885" name="Google Shape;2885;g3b499654e41_0_495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86" name="Google Shape;2886;g3b499654e41_0_495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87" name="Google Shape;2887;g3b499654e41_0_495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88" name="Google Shape;2888;g3b499654e41_0_495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89" name="Google Shape;2889;g3b499654e41_0_495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890" name="Google Shape;2890;g3b499654e41_0_4958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2891" name="Google Shape;2891;g3b499654e41_0_4958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g3b499654e41_0_4958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g3b499654e41_0_4987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895" name="Google Shape;2895;g3b499654e41_0_4987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2896" name="Google Shape;2896;g3b499654e41_0_498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7" name="Google Shape;2897;g3b499654e41_0_498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8" name="Google Shape;2898;g3b499654e41_0_4987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9" name="Google Shape;2899;g3b499654e41_0_4987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2900" name="Google Shape;2900;g3b499654e41_0_4987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g3b499654e41_0_4987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2" name="Google Shape;2902;g3b499654e41_0_4987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2903" name="Google Shape;2903;g3b499654e41_0_4987"/>
            <p:cNvGrpSpPr/>
            <p:nvPr/>
          </p:nvGrpSpPr>
          <p:grpSpPr>
            <a:xfrm flipH="1" rot="10800000">
              <a:off x="309699" y="2296619"/>
              <a:ext cx="681216" cy="3360486"/>
              <a:chOff x="1337800" y="-2525590"/>
              <a:chExt cx="1498167" cy="7390556"/>
            </a:xfrm>
          </p:grpSpPr>
          <p:cxnSp>
            <p:nvCxnSpPr>
              <p:cNvPr id="2904" name="Google Shape;2904;g3b499654e41_0_498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5" name="Google Shape;2905;g3b499654e41_0_498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06" name="Google Shape;2906;g3b499654e41_0_498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7" name="Google Shape;2907;g3b499654e41_0_4987"/>
            <p:cNvGrpSpPr/>
            <p:nvPr/>
          </p:nvGrpSpPr>
          <p:grpSpPr>
            <a:xfrm flipH="1">
              <a:off x="7998988" y="-1945430"/>
              <a:ext cx="681216" cy="3360486"/>
              <a:chOff x="1337800" y="-2525590"/>
              <a:chExt cx="1498167" cy="7390556"/>
            </a:xfrm>
          </p:grpSpPr>
          <p:cxnSp>
            <p:nvCxnSpPr>
              <p:cNvPr id="2908" name="Google Shape;2908;g3b499654e41_0_498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9" name="Google Shape;2909;g3b499654e41_0_498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10" name="Google Shape;2910;g3b499654e41_0_498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1" name="Google Shape;2911;g3b499654e41_0_4987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2912" name="Google Shape;2912;g3b499654e41_0_498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3" name="Google Shape;2913;g3b499654e41_0_498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4" name="Google Shape;2914;g3b499654e41_0_498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5" name="Google Shape;2915;g3b499654e41_0_498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6" name="Google Shape;2916;g3b499654e41_0_498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7" name="Google Shape;2917;g3b499654e41_0_498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8" name="Google Shape;2918;g3b499654e41_0_498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9" name="Google Shape;2919;g3b499654e41_0_498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20" name="Google Shape;2920;g3b499654e41_0_498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21" name="Google Shape;2921;g3b499654e41_0_498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922" name="Google Shape;2922;g3b499654e41_0_4987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923" name="Google Shape;2923;g3b499654e41_0_4987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2924" name="Google Shape;2924;g3b499654e41_0_4987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2925" name="Google Shape;2925;g3b499654e41_0_4987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2926" name="Google Shape;2926;g3b499654e41_0_498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7" name="Google Shape;2927;g3b499654e41_0_498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28" name="Google Shape;2928;g3b499654e41_0_4987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2929" name="Google Shape;2929;g3b499654e41_0_4987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0" name="Google Shape;2930;g3b499654e41_0_4987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31" name="Google Shape;2931;g3b499654e41_0_4987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932" name="Google Shape;2932;g3b499654e41_0_4987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3" name="Google Shape;2933;g3b499654e41_0_4987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g3b499654e41_0_5028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36" name="Google Shape;2936;g3b499654e41_0_5028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37" name="Google Shape;2937;g3b499654e41_0_5028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8" name="Google Shape;2938;g3b499654e41_0_5028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2939" name="Google Shape;2939;g3b499654e41_0_5028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2940" name="Google Shape;2940;g3b499654e41_0_5028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1" name="Google Shape;2941;g3b499654e41_0_5028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42" name="Google Shape;2942;g3b499654e41_0_5028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3" name="Google Shape;2943;g3b499654e41_0_5028"/>
            <p:cNvGrpSpPr/>
            <p:nvPr/>
          </p:nvGrpSpPr>
          <p:grpSpPr>
            <a:xfrm rot="10800000">
              <a:off x="8695560" y="3306344"/>
              <a:ext cx="681216" cy="3360486"/>
              <a:chOff x="1337800" y="-2525590"/>
              <a:chExt cx="1498167" cy="7390556"/>
            </a:xfrm>
          </p:grpSpPr>
          <p:cxnSp>
            <p:nvCxnSpPr>
              <p:cNvPr id="2944" name="Google Shape;2944;g3b499654e41_0_50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5" name="Google Shape;2945;g3b499654e41_0_50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46" name="Google Shape;2946;g3b499654e41_0_50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7" name="Google Shape;2947;g3b499654e41_0_5028"/>
            <p:cNvGrpSpPr/>
            <p:nvPr/>
          </p:nvGrpSpPr>
          <p:grpSpPr>
            <a:xfrm>
              <a:off x="146409" y="-2776080"/>
              <a:ext cx="681216" cy="3360486"/>
              <a:chOff x="1337800" y="-2525590"/>
              <a:chExt cx="1498167" cy="7390556"/>
            </a:xfrm>
          </p:grpSpPr>
          <p:cxnSp>
            <p:nvCxnSpPr>
              <p:cNvPr id="2948" name="Google Shape;2948;g3b499654e41_0_50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9" name="Google Shape;2949;g3b499654e41_0_50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50" name="Google Shape;2950;g3b499654e41_0_50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1" name="Google Shape;2951;g3b499654e41_0_5028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952" name="Google Shape;2952;g3b499654e41_0_50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3" name="Google Shape;2953;g3b499654e41_0_50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4" name="Google Shape;2954;g3b499654e41_0_50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5" name="Google Shape;2955;g3b499654e41_0_50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6" name="Google Shape;2956;g3b499654e41_0_50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7" name="Google Shape;2957;g3b499654e41_0_50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8" name="Google Shape;2958;g3b499654e41_0_50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9" name="Google Shape;2959;g3b499654e41_0_50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60" name="Google Shape;2960;g3b499654e41_0_50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61" name="Google Shape;2961;g3b499654e41_0_50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962" name="Google Shape;2962;g3b499654e41_0_5028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963" name="Google Shape;2963;g3b499654e41_0_5028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2964" name="Google Shape;2964;g3b499654e41_0_5028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g3b499654e41_0_5028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6" name="Google Shape;2966;g3b499654e41_0_5028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2967" name="Google Shape;2967;g3b499654e41_0_5028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968" name="Google Shape;2968;g3b499654e41_0_5028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g3b499654e41_0_5028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0" name="Google Shape;2970;g3b499654e41_0_5028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1" name="Google Shape;2971;g3b499654e41_0_5028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2" name="Google Shape;2972;g3b499654e41_0_5028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973" name="Google Shape;2973;g3b499654e41_0_502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4" name="Google Shape;2974;g3b499654e41_0_502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3b499654e41_0_506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977" name="Google Shape;2977;g3b499654e41_0_5069"/>
          <p:cNvGrpSpPr/>
          <p:nvPr/>
        </p:nvGrpSpPr>
        <p:grpSpPr>
          <a:xfrm>
            <a:off x="-530043" y="-2869459"/>
            <a:ext cx="9459677" cy="5795405"/>
            <a:chOff x="-530043" y="-2869459"/>
            <a:chExt cx="9459677" cy="5795405"/>
          </a:xfrm>
        </p:grpSpPr>
        <p:grpSp>
          <p:nvGrpSpPr>
            <p:cNvPr id="2978" name="Google Shape;2978;g3b499654e41_0_5069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2979" name="Google Shape;2979;g3b499654e41_0_506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0" name="Google Shape;2980;g3b499654e41_0_5069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81" name="Google Shape;2981;g3b499654e41_0_5069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2" name="Google Shape;2982;g3b499654e41_0_5069"/>
            <p:cNvGrpSpPr/>
            <p:nvPr/>
          </p:nvGrpSpPr>
          <p:grpSpPr>
            <a:xfrm flipH="1" rot="5400000">
              <a:off x="-1083006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983" name="Google Shape;2983;g3b499654e41_0_506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4" name="Google Shape;2984;g3b499654e41_0_506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5" name="Google Shape;2985;g3b499654e41_0_506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6" name="Google Shape;2986;g3b499654e41_0_506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7" name="Google Shape;2987;g3b499654e41_0_506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8" name="Google Shape;2988;g3b499654e41_0_506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9" name="Google Shape;2989;g3b499654e41_0_506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0" name="Google Shape;2990;g3b499654e41_0_506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1" name="Google Shape;2991;g3b499654e41_0_506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2" name="Google Shape;2992;g3b499654e41_0_506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93" name="Google Shape;2993;g3b499654e41_0_5069"/>
            <p:cNvGrpSpPr/>
            <p:nvPr/>
          </p:nvGrpSpPr>
          <p:grpSpPr>
            <a:xfrm>
              <a:off x="8248399" y="-1632737"/>
              <a:ext cx="681235" cy="3360486"/>
              <a:chOff x="8248399" y="-1632737"/>
              <a:chExt cx="681235" cy="3360486"/>
            </a:xfrm>
          </p:grpSpPr>
          <p:grpSp>
            <p:nvGrpSpPr>
              <p:cNvPr id="2994" name="Google Shape;2994;g3b499654e41_0_5069"/>
              <p:cNvGrpSpPr/>
              <p:nvPr/>
            </p:nvGrpSpPr>
            <p:grpSpPr>
              <a:xfrm flipH="1">
                <a:off x="8248399" y="-1632737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2995" name="Google Shape;2995;g3b499654e41_0_506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96" name="Google Shape;2996;g3b499654e41_0_506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997" name="Google Shape;2997;g3b499654e41_0_506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98" name="Google Shape;2998;g3b499654e41_0_5069"/>
              <p:cNvGrpSpPr/>
              <p:nvPr/>
            </p:nvGrpSpPr>
            <p:grpSpPr>
              <a:xfrm>
                <a:off x="8436314" y="360846"/>
                <a:ext cx="493320" cy="357312"/>
                <a:chOff x="1722354" y="229144"/>
                <a:chExt cx="1748743" cy="1266614"/>
              </a:xfrm>
            </p:grpSpPr>
            <p:sp>
              <p:nvSpPr>
                <p:cNvPr id="2999" name="Google Shape;2999;g3b499654e41_0_5069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0" name="Google Shape;3000;g3b499654e41_0_5069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001" name="Google Shape;3001;g3b499654e41_0_5069"/>
          <p:cNvGrpSpPr/>
          <p:nvPr/>
        </p:nvGrpSpPr>
        <p:grpSpPr>
          <a:xfrm>
            <a:off x="-150883" y="1137478"/>
            <a:ext cx="9080518" cy="813867"/>
            <a:chOff x="-150883" y="1137478"/>
            <a:chExt cx="9080518" cy="813867"/>
          </a:xfrm>
        </p:grpSpPr>
        <p:sp>
          <p:nvSpPr>
            <p:cNvPr id="3002" name="Google Shape;3002;g3b499654e41_0_5069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g3b499654e41_0_5069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4" name="Google Shape;3004;g3b499654e41_0_5069"/>
          <p:cNvGrpSpPr/>
          <p:nvPr/>
        </p:nvGrpSpPr>
        <p:grpSpPr>
          <a:xfrm>
            <a:off x="-201760" y="1366772"/>
            <a:ext cx="9923304" cy="3117921"/>
            <a:chOff x="-201760" y="1366772"/>
            <a:chExt cx="9923304" cy="3117921"/>
          </a:xfrm>
        </p:grpSpPr>
        <p:grpSp>
          <p:nvGrpSpPr>
            <p:cNvPr id="3005" name="Google Shape;3005;g3b499654e41_0_5069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3006" name="Google Shape;3006;g3b499654e41_0_506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7" name="Google Shape;3007;g3b499654e41_0_506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08" name="Google Shape;3008;g3b499654e41_0_5069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3009" name="Google Shape;3009;g3b499654e41_0_506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g3b499654e41_0_506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11" name="Google Shape;3011;g3b499654e41_0_5069"/>
            <p:cNvGrpSpPr/>
            <p:nvPr/>
          </p:nvGrpSpPr>
          <p:grpSpPr>
            <a:xfrm flipH="1" rot="5400000">
              <a:off x="254631" y="910380"/>
              <a:ext cx="247278" cy="1160061"/>
              <a:chOff x="1463894" y="1434556"/>
              <a:chExt cx="247278" cy="1160061"/>
            </a:xfrm>
          </p:grpSpPr>
          <p:sp>
            <p:nvSpPr>
              <p:cNvPr id="3012" name="Google Shape;3012;g3b499654e41_0_506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3" name="Google Shape;3013;g3b499654e41_0_506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3015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g3b499654e41_0_51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17" name="Google Shape;3017;g3b499654e41_0_5109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018" name="Google Shape;3018;g3b499654e41_0_5109"/>
          <p:cNvGrpSpPr/>
          <p:nvPr/>
        </p:nvGrpSpPr>
        <p:grpSpPr>
          <a:xfrm>
            <a:off x="248963" y="1017730"/>
            <a:ext cx="8980467" cy="3860779"/>
            <a:chOff x="248963" y="1017730"/>
            <a:chExt cx="8980467" cy="3860779"/>
          </a:xfrm>
        </p:grpSpPr>
        <p:sp>
          <p:nvSpPr>
            <p:cNvPr id="3019" name="Google Shape;3019;g3b499654e41_0_5109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g3b499654e41_0_5109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1" name="Google Shape;3021;g3b499654e41_0_5109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022" name="Google Shape;3022;g3b499654e41_0_510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g3b499654e41_0_510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24" name="Google Shape;3024;g3b499654e41_0_5109"/>
          <p:cNvGrpSpPr/>
          <p:nvPr/>
        </p:nvGrpSpPr>
        <p:grpSpPr>
          <a:xfrm>
            <a:off x="250498" y="1721188"/>
            <a:ext cx="8259948" cy="2990485"/>
            <a:chOff x="250498" y="1721188"/>
            <a:chExt cx="8259948" cy="2990485"/>
          </a:xfrm>
        </p:grpSpPr>
        <p:sp>
          <p:nvSpPr>
            <p:cNvPr id="3025" name="Google Shape;3025;g3b499654e41_0_5109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g3b499654e41_0_5109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7" name="Google Shape;3027;g3b499654e41_0_5109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028" name="Google Shape;3028;g3b499654e41_0_5109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029" name="Google Shape;3029;g3b499654e41_0_5109"/>
            <p:cNvGrpSpPr/>
            <p:nvPr/>
          </p:nvGrpSpPr>
          <p:grpSpPr>
            <a:xfrm flipH="1" rot="-5400000">
              <a:off x="7449713" y="4739626"/>
              <a:ext cx="493320" cy="357312"/>
              <a:chOff x="1722354" y="229144"/>
              <a:chExt cx="1748743" cy="1266614"/>
            </a:xfrm>
          </p:grpSpPr>
          <p:sp>
            <p:nvSpPr>
              <p:cNvPr id="3030" name="Google Shape;3030;g3b499654e41_0_510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1" name="Google Shape;3031;g3b499654e41_0_510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2" name="Google Shape;3032;g3b499654e41_0_5109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033" name="Google Shape;3033;g3b499654e41_0_5109"/>
            <p:cNvGrpSpPr/>
            <p:nvPr/>
          </p:nvGrpSpPr>
          <p:grpSpPr>
            <a:xfrm flipH="1">
              <a:off x="8820653" y="3237868"/>
              <a:ext cx="965258" cy="273510"/>
              <a:chOff x="-6675" y="2881558"/>
              <a:chExt cx="9140700" cy="2059567"/>
            </a:xfrm>
          </p:grpSpPr>
          <p:cxnSp>
            <p:nvCxnSpPr>
              <p:cNvPr id="3034" name="Google Shape;3034;g3b499654e41_0_510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5" name="Google Shape;3035;g3b499654e41_0_510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6" name="Google Shape;3036;g3b499654e41_0_510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7" name="Google Shape;3037;g3b499654e41_0_510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8" name="Google Shape;3038;g3b499654e41_0_510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039" name="Google Shape;3039;g3b499654e41_0_510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g3b499654e41_0_51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42" name="Google Shape;3042;g3b499654e41_0_5134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043" name="Google Shape;3043;g3b499654e41_0_5134"/>
          <p:cNvGrpSpPr/>
          <p:nvPr/>
        </p:nvGrpSpPr>
        <p:grpSpPr>
          <a:xfrm>
            <a:off x="8393651" y="-1627766"/>
            <a:ext cx="614899" cy="2881847"/>
            <a:chOff x="1337784" y="-2525559"/>
            <a:chExt cx="1352318" cy="6337908"/>
          </a:xfrm>
        </p:grpSpPr>
        <p:cxnSp>
          <p:nvCxnSpPr>
            <p:cNvPr id="3044" name="Google Shape;3044;g3b499654e41_0_5134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5" name="Google Shape;3045;g3b499654e41_0_5134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6" name="Google Shape;3046;g3b499654e41_0_5134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7" name="Google Shape;3047;g3b499654e41_0_5134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3048" name="Google Shape;3048;g3b499654e41_0_5134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g3b499654e41_0_5134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0" name="Google Shape;3050;g3b499654e41_0_513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3b499654e41_0_51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53" name="Google Shape;3053;g3b499654e41_0_5145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4" name="Google Shape;3054;g3b499654e41_0_5145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5" name="Google Shape;3055;g3b499654e41_0_5145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6" name="Google Shape;3056;g3b499654e41_0_5145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7" name="Google Shape;3057;g3b499654e41_0_5145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8" name="Google Shape;3058;g3b499654e41_0_5145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9" name="Google Shape;3059;g3b499654e41_0_5145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60" name="Google Shape;3060;g3b499654e41_0_5145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61" name="Google Shape;3061;g3b499654e41_0_5145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62" name="Google Shape;3062;g3b499654e41_0_5145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63" name="Google Shape;3063;g3b499654e41_0_5145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64" name="Google Shape;3064;g3b499654e41_0_5145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3065" name="Google Shape;3065;g3b499654e41_0_5145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3066" name="Google Shape;3066;g3b499654e41_0_5145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g3b499654e41_0_5145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8" name="Google Shape;3068;g3b499654e41_0_5145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3069" name="Google Shape;3069;g3b499654e41_0_514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0" name="Google Shape;3070;g3b499654e41_0_514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71" name="Google Shape;3071;g3b499654e41_0_5145"/>
          <p:cNvGrpSpPr/>
          <p:nvPr/>
        </p:nvGrpSpPr>
        <p:grpSpPr>
          <a:xfrm>
            <a:off x="756786" y="700836"/>
            <a:ext cx="8183233" cy="4589197"/>
            <a:chOff x="756786" y="700836"/>
            <a:chExt cx="8183233" cy="4589197"/>
          </a:xfrm>
        </p:grpSpPr>
        <p:sp>
          <p:nvSpPr>
            <p:cNvPr id="3072" name="Google Shape;3072;g3b499654e41_0_5145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g3b499654e41_0_5145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4" name="Google Shape;3074;g3b499654e41_0_5145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3075" name="Google Shape;3075;g3b499654e41_0_5145"/>
            <p:cNvGrpSpPr/>
            <p:nvPr/>
          </p:nvGrpSpPr>
          <p:grpSpPr>
            <a:xfrm flipH="1" rot="10800000">
              <a:off x="8269288" y="182196"/>
              <a:ext cx="493320" cy="357312"/>
              <a:chOff x="1722354" y="229144"/>
              <a:chExt cx="1748743" cy="1266614"/>
            </a:xfrm>
          </p:grpSpPr>
          <p:sp>
            <p:nvSpPr>
              <p:cNvPr id="3076" name="Google Shape;3076;g3b499654e41_0_51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7" name="Google Shape;3077;g3b499654e41_0_51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8" name="Google Shape;3078;g3b499654e41_0_5145"/>
            <p:cNvGrpSpPr/>
            <p:nvPr/>
          </p:nvGrpSpPr>
          <p:grpSpPr>
            <a:xfrm rot="10800000">
              <a:off x="-418722" y="3973293"/>
              <a:ext cx="965258" cy="273510"/>
              <a:chOff x="-6675" y="2881558"/>
              <a:chExt cx="9140700" cy="2059567"/>
            </a:xfrm>
          </p:grpSpPr>
          <p:cxnSp>
            <p:nvCxnSpPr>
              <p:cNvPr id="3079" name="Google Shape;3079;g3b499654e41_0_514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0" name="Google Shape;3080;g3b499654e41_0_514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1" name="Google Shape;3081;g3b499654e41_0_514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2" name="Google Shape;3082;g3b499654e41_0_514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3" name="Google Shape;3083;g3b499654e41_0_514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084" name="Google Shape;3084;g3b499654e41_0_5145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85" name="Google Shape;3085;g3b499654e41_0_5145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3086" name="Google Shape;3086;g3b499654e41_0_514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g3b499654e41_0_5181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89" name="Google Shape;3089;g3b499654e41_0_5181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0" name="Google Shape;3090;g3b499654e41_0_5181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91" name="Google Shape;3091;g3b499654e41_0_5181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2" name="Google Shape;3092;g3b499654e41_0_5181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93" name="Google Shape;3093;g3b499654e41_0_5181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4" name="Google Shape;3094;g3b499654e41_0_5181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5" name="Google Shape;3095;g3b499654e41_0_5181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3096" name="Google Shape;3096;g3b499654e41_0_5181"/>
            <p:cNvGrpSpPr/>
            <p:nvPr/>
          </p:nvGrpSpPr>
          <p:grpSpPr>
            <a:xfrm rot="5400000">
              <a:off x="8699132" y="-40532"/>
              <a:ext cx="247278" cy="1160061"/>
              <a:chOff x="1463894" y="1434556"/>
              <a:chExt cx="247278" cy="1160061"/>
            </a:xfrm>
          </p:grpSpPr>
          <p:sp>
            <p:nvSpPr>
              <p:cNvPr id="3097" name="Google Shape;3097;g3b499654e41_0_518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8" name="Google Shape;3098;g3b499654e41_0_518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9" name="Google Shape;3099;g3b499654e41_0_5181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3100" name="Google Shape;3100;g3b499654e41_0_518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1" name="Google Shape;3101;g3b499654e41_0_518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02" name="Google Shape;3102;g3b499654e41_0_5181"/>
          <p:cNvGrpSpPr/>
          <p:nvPr/>
        </p:nvGrpSpPr>
        <p:grpSpPr>
          <a:xfrm>
            <a:off x="-1303829" y="-3621215"/>
            <a:ext cx="10223939" cy="10252965"/>
            <a:chOff x="-1340979" y="-3183302"/>
            <a:chExt cx="10223939" cy="10252965"/>
          </a:xfrm>
        </p:grpSpPr>
        <p:grpSp>
          <p:nvGrpSpPr>
            <p:cNvPr id="3103" name="Google Shape;3103;g3b499654e41_0_5181"/>
            <p:cNvGrpSpPr/>
            <p:nvPr/>
          </p:nvGrpSpPr>
          <p:grpSpPr>
            <a:xfrm>
              <a:off x="1836072" y="2152994"/>
              <a:ext cx="7046888" cy="4916668"/>
              <a:chOff x="1836072" y="2152994"/>
              <a:chExt cx="7046888" cy="4916668"/>
            </a:xfrm>
          </p:grpSpPr>
          <p:grpSp>
            <p:nvGrpSpPr>
              <p:cNvPr id="3104" name="Google Shape;3104;g3b499654e41_0_5181"/>
              <p:cNvGrpSpPr/>
              <p:nvPr/>
            </p:nvGrpSpPr>
            <p:grpSpPr>
              <a:xfrm rot="10800000">
                <a:off x="8201744" y="2152994"/>
                <a:ext cx="681216" cy="3360486"/>
                <a:chOff x="1337800" y="-2525590"/>
                <a:chExt cx="1498167" cy="7390556"/>
              </a:xfrm>
            </p:grpSpPr>
            <p:cxnSp>
              <p:nvCxnSpPr>
                <p:cNvPr id="3105" name="Google Shape;3105;g3b499654e41_0_518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06" name="Google Shape;3106;g3b499654e41_0_518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107" name="Google Shape;3107;g3b499654e41_0_518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08" name="Google Shape;3108;g3b499654e41_0_5181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3109" name="Google Shape;3109;g3b499654e41_0_518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10" name="Google Shape;3110;g3b499654e41_0_518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111" name="Google Shape;3111;g3b499654e41_0_518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112" name="Google Shape;3112;g3b499654e41_0_5181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113" name="Google Shape;3113;g3b499654e41_0_5181"/>
            <p:cNvGrpSpPr/>
            <p:nvPr/>
          </p:nvGrpSpPr>
          <p:grpSpPr>
            <a:xfrm rot="-5400000">
              <a:off x="1113139" y="743909"/>
              <a:ext cx="493320" cy="357312"/>
              <a:chOff x="1722354" y="229144"/>
              <a:chExt cx="1748743" cy="1266614"/>
            </a:xfrm>
          </p:grpSpPr>
          <p:sp>
            <p:nvSpPr>
              <p:cNvPr id="3114" name="Google Shape;3114;g3b499654e41_0_518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5" name="Google Shape;3115;g3b499654e41_0_518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6" name="Google Shape;3116;g3b499654e41_0_5181"/>
            <p:cNvGrpSpPr/>
            <p:nvPr/>
          </p:nvGrpSpPr>
          <p:grpSpPr>
            <a:xfrm rot="5400000">
              <a:off x="-1009099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3117" name="Google Shape;3117;g3b499654e41_0_518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8" name="Google Shape;3118;g3b499654e41_0_518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9" name="Google Shape;3119;g3b499654e41_0_518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0" name="Google Shape;3120;g3b499654e41_0_518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1" name="Google Shape;3121;g3b499654e41_0_518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2" name="Google Shape;3122;g3b499654e41_0_518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3" name="Google Shape;3123;g3b499654e41_0_518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4" name="Google Shape;3124;g3b499654e41_0_518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5" name="Google Shape;3125;g3b499654e41_0_518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6" name="Google Shape;3126;g3b499654e41_0_518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g3b499654e41_0_52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29" name="Google Shape;3129;g3b499654e41_0_5221"/>
          <p:cNvGrpSpPr/>
          <p:nvPr/>
        </p:nvGrpSpPr>
        <p:grpSpPr>
          <a:xfrm>
            <a:off x="998300" y="1868336"/>
            <a:ext cx="7850818" cy="2922792"/>
            <a:chOff x="998300" y="1868336"/>
            <a:chExt cx="7850818" cy="2922792"/>
          </a:xfrm>
        </p:grpSpPr>
        <p:sp>
          <p:nvSpPr>
            <p:cNvPr id="3130" name="Google Shape;3130;g3b499654e41_0_5221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g3b499654e41_0_5221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2" name="Google Shape;3132;g3b499654e41_0_5221"/>
          <p:cNvGrpSpPr/>
          <p:nvPr/>
        </p:nvGrpSpPr>
        <p:grpSpPr>
          <a:xfrm>
            <a:off x="1588038" y="2433589"/>
            <a:ext cx="7438817" cy="2528056"/>
            <a:chOff x="1588038" y="2433589"/>
            <a:chExt cx="7438817" cy="2528056"/>
          </a:xfrm>
        </p:grpSpPr>
        <p:grpSp>
          <p:nvGrpSpPr>
            <p:cNvPr id="3133" name="Google Shape;3133;g3b499654e41_0_5221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3134" name="Google Shape;3134;g3b499654e41_0_5221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5" name="Google Shape;3135;g3b499654e41_0_5221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6" name="Google Shape;3136;g3b499654e41_0_5221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3137" name="Google Shape;3137;g3b499654e41_0_5221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8" name="Google Shape;3138;g3b499654e41_0_5221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39" name="Google Shape;3139;g3b499654e41_0_52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0" name="Google Shape;3140;g3b499654e41_0_5221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3141" name="Google Shape;3141;g3b499654e41_0_5221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3142" name="Google Shape;3142;g3b499654e41_0_5221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3143" name="Google Shape;3143;g3b499654e41_0_5221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3144" name="Google Shape;3144;g3b499654e41_0_5221"/>
              <p:cNvGrpSpPr/>
              <p:nvPr/>
            </p:nvGrpSpPr>
            <p:grpSpPr>
              <a:xfrm>
                <a:off x="-1189524" y="3454366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3145" name="Google Shape;3145;g3b499654e41_0_52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6" name="Google Shape;3146;g3b499654e41_0_52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7" name="Google Shape;3147;g3b499654e41_0_52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8" name="Google Shape;3148;g3b499654e41_0_52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9" name="Google Shape;3149;g3b499654e41_0_52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150" name="Google Shape;3150;g3b499654e41_0_5221"/>
            <p:cNvGrpSpPr/>
            <p:nvPr/>
          </p:nvGrpSpPr>
          <p:grpSpPr>
            <a:xfrm rot="5400000">
              <a:off x="2331733" y="4765920"/>
              <a:ext cx="493320" cy="357312"/>
              <a:chOff x="1722354" y="229144"/>
              <a:chExt cx="1748743" cy="1266614"/>
            </a:xfrm>
          </p:grpSpPr>
          <p:sp>
            <p:nvSpPr>
              <p:cNvPr id="3151" name="Google Shape;3151;g3b499654e41_0_522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g3b499654e41_0_522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g3b499654e41_0_52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55" name="Google Shape;3155;g3b499654e41_0_5247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3156" name="Google Shape;3156;g3b499654e41_0_5247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g3b499654e41_0_5247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8" name="Google Shape;3158;g3b499654e41_0_5247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3159" name="Google Shape;3159;g3b499654e41_0_524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0" name="Google Shape;3160;g3b499654e41_0_524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61" name="Google Shape;3161;g3b499654e41_0_5247"/>
          <p:cNvGrpSpPr/>
          <p:nvPr/>
        </p:nvGrpSpPr>
        <p:grpSpPr>
          <a:xfrm>
            <a:off x="2729174" y="3358511"/>
            <a:ext cx="6150395" cy="1485586"/>
            <a:chOff x="2729174" y="3358511"/>
            <a:chExt cx="6150395" cy="1485586"/>
          </a:xfrm>
        </p:grpSpPr>
        <p:sp>
          <p:nvSpPr>
            <p:cNvPr id="3162" name="Google Shape;3162;g3b499654e41_0_5247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g3b499654e41_0_5247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4" name="Google Shape;3164;g3b499654e41_0_5247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3165" name="Google Shape;3165;g3b499654e41_0_5247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166" name="Google Shape;3166;g3b499654e41_0_5247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3167" name="Google Shape;3167;g3b499654e41_0_5247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3168" name="Google Shape;3168;g3b499654e41_0_5247"/>
                <p:cNvGrpSpPr/>
                <p:nvPr/>
              </p:nvGrpSpPr>
              <p:grpSpPr>
                <a:xfrm rot="-5400000">
                  <a:off x="8480363" y="1760084"/>
                  <a:ext cx="493320" cy="357312"/>
                  <a:chOff x="1722354" y="229144"/>
                  <a:chExt cx="1748743" cy="1266614"/>
                </a:xfrm>
              </p:grpSpPr>
              <p:sp>
                <p:nvSpPr>
                  <p:cNvPr id="3169" name="Google Shape;3169;g3b499654e41_0_5247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70" name="Google Shape;3170;g3b499654e41_0_5247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171" name="Google Shape;3171;g3b499654e41_0_5247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3172" name="Google Shape;3172;g3b499654e41_0_5247"/>
              <p:cNvGrpSpPr/>
              <p:nvPr/>
            </p:nvGrpSpPr>
            <p:grpSpPr>
              <a:xfrm rot="10800000">
                <a:off x="8634578" y="861418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3173" name="Google Shape;3173;g3b499654e41_0_5247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74" name="Google Shape;3174;g3b499654e41_0_5247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75" name="Google Shape;3175;g3b499654e41_0_5247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76" name="Google Shape;3176;g3b499654e41_0_5247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77" name="Google Shape;3177;g3b499654e41_0_5247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3178" name="Google Shape;3178;g3b499654e41_0_524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g3b499654e41_0_5273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81" name="Google Shape;3181;g3b499654e41_0_5273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82" name="Google Shape;3182;g3b499654e41_0_5273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183" name="Google Shape;3183;g3b499654e41_0_5273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4" name="Google Shape;3184;g3b499654e41_0_5273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3185" name="Google Shape;3185;g3b499654e41_0_5273"/>
            <p:cNvGrpSpPr/>
            <p:nvPr/>
          </p:nvGrpSpPr>
          <p:grpSpPr>
            <a:xfrm rot="5400000">
              <a:off x="6576232" y="-80607"/>
              <a:ext cx="247278" cy="1160061"/>
              <a:chOff x="1463894" y="1434556"/>
              <a:chExt cx="247278" cy="1160061"/>
            </a:xfrm>
          </p:grpSpPr>
          <p:sp>
            <p:nvSpPr>
              <p:cNvPr id="3186" name="Google Shape;3186;g3b499654e41_0_527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7" name="Google Shape;3187;g3b499654e41_0_527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8" name="Google Shape;3188;g3b499654e41_0_5273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3189" name="Google Shape;3189;g3b499654e41_0_527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0" name="Google Shape;3190;g3b499654e41_0_527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2" name="Google Shape;3192;g3b499654e41_0_528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3193" name="Google Shape;3193;g3b499654e41_0_528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3b499654e41_0_528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5" name="Google Shape;3195;g3b499654e41_0_528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3196" name="Google Shape;3196;g3b499654e41_0_528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7" name="Google Shape;3197;g3b499654e41_0_528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98" name="Google Shape;3198;g3b499654e41_0_5285"/>
          <p:cNvGrpSpPr/>
          <p:nvPr/>
        </p:nvGrpSpPr>
        <p:grpSpPr>
          <a:xfrm>
            <a:off x="-796766" y="-1090158"/>
            <a:ext cx="11445399" cy="6549695"/>
            <a:chOff x="-796766" y="-1090158"/>
            <a:chExt cx="11445399" cy="6549695"/>
          </a:xfrm>
        </p:grpSpPr>
        <p:sp>
          <p:nvSpPr>
            <p:cNvPr id="3199" name="Google Shape;3199;g3b499654e41_0_528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200" name="Google Shape;3200;g3b499654e41_0_5285"/>
            <p:cNvGrpSpPr/>
            <p:nvPr/>
          </p:nvGrpSpPr>
          <p:grpSpPr>
            <a:xfrm rot="10800000">
              <a:off x="12" y="108546"/>
              <a:ext cx="493320" cy="357312"/>
              <a:chOff x="1722354" y="229144"/>
              <a:chExt cx="1748743" cy="1266614"/>
            </a:xfrm>
          </p:grpSpPr>
          <p:sp>
            <p:nvSpPr>
              <p:cNvPr id="3201" name="Google Shape;3201;g3b499654e41_0_528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g3b499654e41_0_528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3" name="Google Shape;3203;g3b499654e41_0_528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204" name="Google Shape;3204;g3b499654e41_0_5285"/>
            <p:cNvGrpSpPr/>
            <p:nvPr/>
          </p:nvGrpSpPr>
          <p:grpSpPr>
            <a:xfrm flipH="1" rot="-5400000">
              <a:off x="8489086" y="4163845"/>
              <a:ext cx="493320" cy="357312"/>
              <a:chOff x="1722354" y="229144"/>
              <a:chExt cx="1748743" cy="1266614"/>
            </a:xfrm>
          </p:grpSpPr>
          <p:sp>
            <p:nvSpPr>
              <p:cNvPr id="3205" name="Google Shape;3205;g3b499654e41_0_528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6" name="Google Shape;3206;g3b499654e41_0_528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7" name="Google Shape;3207;g3b499654e41_0_5285"/>
            <p:cNvGrpSpPr/>
            <p:nvPr/>
          </p:nvGrpSpPr>
          <p:grpSpPr>
            <a:xfrm flipH="1" rot="5400000">
              <a:off x="765336" y="-239460"/>
              <a:ext cx="965258" cy="273510"/>
              <a:chOff x="-6675" y="2881558"/>
              <a:chExt cx="9140700" cy="2059567"/>
            </a:xfrm>
          </p:grpSpPr>
          <p:cxnSp>
            <p:nvCxnSpPr>
              <p:cNvPr id="3208" name="Google Shape;3208;g3b499654e41_0_528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9" name="Google Shape;3209;g3b499654e41_0_528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0" name="Google Shape;3210;g3b499654e41_0_528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1" name="Google Shape;3211;g3b499654e41_0_528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2" name="Google Shape;3212;g3b499654e41_0_528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213" name="Google Shape;3213;g3b499654e41_0_5285"/>
          <p:cNvGrpSpPr/>
          <p:nvPr/>
        </p:nvGrpSpPr>
        <p:grpSpPr>
          <a:xfrm>
            <a:off x="248565" y="1658361"/>
            <a:ext cx="8665831" cy="946304"/>
            <a:chOff x="248565" y="1658361"/>
            <a:chExt cx="8665831" cy="946304"/>
          </a:xfrm>
        </p:grpSpPr>
        <p:sp>
          <p:nvSpPr>
            <p:cNvPr id="3214" name="Google Shape;3214;g3b499654e41_0_528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g3b499654e41_0_528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6" name="Google Shape;3216;g3b499654e41_0_528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8" name="Google Shape;3218;g3b499654e41_0_5311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3219" name="Google Shape;3219;g3b499654e41_0_5311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g3b499654e41_0_5311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1" name="Google Shape;3221;g3b499654e41_0_5311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3222" name="Google Shape;3222;g3b499654e41_0_531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3" name="Google Shape;3223;g3b499654e41_0_531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24" name="Google Shape;3224;g3b499654e41_0_5311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3225" name="Google Shape;3225;g3b499654e41_0_5311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g3b499654e41_0_5311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7" name="Google Shape;3227;g3b499654e41_0_5311"/>
          <p:cNvGrpSpPr/>
          <p:nvPr/>
        </p:nvGrpSpPr>
        <p:grpSpPr>
          <a:xfrm>
            <a:off x="355674" y="-567309"/>
            <a:ext cx="8751501" cy="5946659"/>
            <a:chOff x="251624" y="-534009"/>
            <a:chExt cx="8751501" cy="5946659"/>
          </a:xfrm>
        </p:grpSpPr>
        <p:grpSp>
          <p:nvGrpSpPr>
            <p:cNvPr id="3228" name="Google Shape;3228;g3b499654e41_0_5311"/>
            <p:cNvGrpSpPr/>
            <p:nvPr/>
          </p:nvGrpSpPr>
          <p:grpSpPr>
            <a:xfrm rot="10800000">
              <a:off x="251624" y="3645746"/>
              <a:ext cx="493320" cy="357312"/>
              <a:chOff x="1722354" y="229144"/>
              <a:chExt cx="1748743" cy="1266614"/>
            </a:xfrm>
          </p:grpSpPr>
          <p:sp>
            <p:nvSpPr>
              <p:cNvPr id="3229" name="Google Shape;3229;g3b499654e41_0_531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0" name="Google Shape;3230;g3b499654e41_0_531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1" name="Google Shape;3231;g3b499654e41_0_5311"/>
            <p:cNvGrpSpPr/>
            <p:nvPr/>
          </p:nvGrpSpPr>
          <p:grpSpPr>
            <a:xfrm flipH="1" rot="5400000">
              <a:off x="7247711" y="-188135"/>
              <a:ext cx="965258" cy="273510"/>
              <a:chOff x="-6675" y="2881558"/>
              <a:chExt cx="9140700" cy="2059567"/>
            </a:xfrm>
          </p:grpSpPr>
          <p:cxnSp>
            <p:nvCxnSpPr>
              <p:cNvPr id="3232" name="Google Shape;3232;g3b499654e41_0_531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3" name="Google Shape;3233;g3b499654e41_0_531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4" name="Google Shape;3234;g3b499654e41_0_531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5" name="Google Shape;3235;g3b499654e41_0_531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6" name="Google Shape;3236;g3b499654e41_0_531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237" name="Google Shape;3237;g3b499654e41_0_5311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38" name="Google Shape;3238;g3b499654e41_0_5311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3239" name="Google Shape;3239;g3b499654e41_0_531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59.xml"/><Relationship Id="rId24" Type="http://schemas.openxmlformats.org/officeDocument/2006/relationships/theme" Target="../theme/theme5.xml"/><Relationship Id="rId12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5.xml"/><Relationship Id="rId6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82.xml"/><Relationship Id="rId24" Type="http://schemas.openxmlformats.org/officeDocument/2006/relationships/theme" Target="../theme/theme4.xml"/><Relationship Id="rId12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8.xml"/><Relationship Id="rId6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7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05.xml"/><Relationship Id="rId24" Type="http://schemas.openxmlformats.org/officeDocument/2006/relationships/theme" Target="../theme/theme6.xml"/><Relationship Id="rId12" Type="http://schemas.openxmlformats.org/officeDocument/2006/relationships/slideLayout" Target="../slideLayouts/slideLayout104.xml"/><Relationship Id="rId23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499654e41_0_67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4" name="Google Shape;654;g3b499654e41_0_67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b499654e41_0_20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1" name="Google Shape;1301;g3b499654e41_0_203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3b499654e41_0_337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48" name="Google Shape;1948;g3b499654e41_0_337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g3b499654e41_0_468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5" name="Google Shape;2595;g3b499654e41_0_468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4" name="Google Shape;3244;p1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3245" name="Google Shape;3245;p1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3246" name="Google Shape;3246;p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47" name="Google Shape;3247;p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48" name="Google Shape;3248;p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49" name="Google Shape;3249;p1"/>
            <p:cNvSpPr/>
            <p:nvPr/>
          </p:nvSpPr>
          <p:spPr>
            <a:xfrm>
              <a:off x="7771212" y="2972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1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1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2" name="Google Shape;3252;p1"/>
          <p:cNvSpPr/>
          <p:nvPr/>
        </p:nvSpPr>
        <p:spPr>
          <a:xfrm>
            <a:off x="-196650" y="4631450"/>
            <a:ext cx="9537300" cy="56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53" name="Google Shape;3253;p1"/>
          <p:cNvSpPr txBox="1"/>
          <p:nvPr>
            <p:ph type="ctrTitle"/>
          </p:nvPr>
        </p:nvSpPr>
        <p:spPr>
          <a:xfrm>
            <a:off x="699400" y="1483750"/>
            <a:ext cx="6532500" cy="185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700"/>
              <a:t>ONTOLOGY ALIGNMENT</a:t>
            </a:r>
            <a:r>
              <a:rPr lang="en" sz="3600"/>
              <a:t> </a:t>
            </a:r>
            <a:r>
              <a:rPr lang="en" sz="3800">
                <a:solidFill>
                  <a:schemeClr val="lt1"/>
                </a:solidFill>
              </a:rPr>
              <a:t>CLASSIFIER</a:t>
            </a:r>
            <a:r>
              <a:rPr lang="en" sz="3800"/>
              <a:t> </a:t>
            </a:r>
            <a:endParaRPr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BASED ON NLP</a:t>
            </a:r>
            <a:endParaRPr b="1" sz="25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54" name="Google Shape;3254;p1"/>
          <p:cNvSpPr txBox="1"/>
          <p:nvPr>
            <p:ph idx="1" type="subTitle"/>
          </p:nvPr>
        </p:nvSpPr>
        <p:spPr>
          <a:xfrm>
            <a:off x="791650" y="1162525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APPLIED DATA SCIENCE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255" name="Google Shape;3255;p1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3256" name="Google Shape;3256;p1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7" name="Google Shape;3257;p1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58" name="Google Shape;3258;p1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9" name="Google Shape;3259;p1"/>
          <p:cNvSpPr/>
          <p:nvPr/>
        </p:nvSpPr>
        <p:spPr>
          <a:xfrm rot="-5400000">
            <a:off x="8215875" y="805548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0" name="Google Shape;3260;p1"/>
          <p:cNvGrpSpPr/>
          <p:nvPr/>
        </p:nvGrpSpPr>
        <p:grpSpPr>
          <a:xfrm flipH="1" rot="10800000">
            <a:off x="-155138" y="-1813995"/>
            <a:ext cx="2855469" cy="3872400"/>
            <a:chOff x="1857762" y="2762827"/>
            <a:chExt cx="2855469" cy="3872400"/>
          </a:xfrm>
        </p:grpSpPr>
        <p:cxnSp>
          <p:nvCxnSpPr>
            <p:cNvPr id="3261" name="Google Shape;3261;p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2" name="Google Shape;3262;p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63" name="Google Shape;3263;p1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4" name="Google Shape;3264;p1"/>
          <p:cNvGrpSpPr/>
          <p:nvPr/>
        </p:nvGrpSpPr>
        <p:grpSpPr>
          <a:xfrm>
            <a:off x="3329300" y="-3035952"/>
            <a:ext cx="6471825" cy="4623428"/>
            <a:chOff x="3329300" y="-3035952"/>
            <a:chExt cx="6471825" cy="4623428"/>
          </a:xfrm>
        </p:grpSpPr>
        <p:grpSp>
          <p:nvGrpSpPr>
            <p:cNvPr id="3265" name="Google Shape;3265;p1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3266" name="Google Shape;3266;p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7" name="Google Shape;3267;p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8" name="Google Shape;3268;p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9" name="Google Shape;3269;p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0" name="Google Shape;3270;p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1" name="Google Shape;3271;p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2" name="Google Shape;3272;p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3" name="Google Shape;3273;p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4" name="Google Shape;3274;p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5" name="Google Shape;3275;p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276" name="Google Shape;3276;p1"/>
            <p:cNvSpPr/>
            <p:nvPr/>
          </p:nvSpPr>
          <p:spPr>
            <a:xfrm>
              <a:off x="3329300" y="82325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pic>
        <p:nvPicPr>
          <p:cNvPr id="3277" name="Google Shape;3277;p1" title="polito_logo_2021_blu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47938"/>
            <a:ext cx="1033850" cy="731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8" name="Google Shape;3278;p1"/>
          <p:cNvSpPr txBox="1"/>
          <p:nvPr/>
        </p:nvSpPr>
        <p:spPr>
          <a:xfrm>
            <a:off x="791650" y="3779675"/>
            <a:ext cx="253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Era Alcani</a:t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Francesco Dal Cero</a:t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Francesco Mastrosimone</a:t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279" name="Google Shape;3279;p1" title="Screenshot_2025-11-12_at_10.01.36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275" y="4743701"/>
            <a:ext cx="1033813" cy="3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285" name="Google Shape;3285;p2"/>
          <p:cNvSpPr txBox="1"/>
          <p:nvPr>
            <p:ph idx="2" type="title"/>
          </p:nvPr>
        </p:nvSpPr>
        <p:spPr>
          <a:xfrm>
            <a:off x="2364675" y="12709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01 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PROJECT OVERVIEW </a:t>
            </a:r>
            <a:endParaRPr sz="17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86" name="Google Shape;3286;p2"/>
          <p:cNvSpPr txBox="1"/>
          <p:nvPr>
            <p:ph idx="4" type="title"/>
          </p:nvPr>
        </p:nvSpPr>
        <p:spPr>
          <a:xfrm>
            <a:off x="2364775" y="18386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02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HYPOTHESIS</a:t>
            </a:r>
            <a:endParaRPr/>
          </a:p>
        </p:txBody>
      </p:sp>
      <p:sp>
        <p:nvSpPr>
          <p:cNvPr id="3287" name="Google Shape;3287;p2"/>
          <p:cNvSpPr txBox="1"/>
          <p:nvPr>
            <p:ph idx="5" type="title"/>
          </p:nvPr>
        </p:nvSpPr>
        <p:spPr>
          <a:xfrm>
            <a:off x="2364775" y="35417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05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EVALUATION &amp;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RESULT </a:t>
            </a:r>
            <a:endParaRPr sz="1800"/>
          </a:p>
        </p:txBody>
      </p:sp>
      <p:sp>
        <p:nvSpPr>
          <p:cNvPr id="3288" name="Google Shape;3288;p2"/>
          <p:cNvSpPr txBox="1"/>
          <p:nvPr>
            <p:ph idx="6" type="title"/>
          </p:nvPr>
        </p:nvSpPr>
        <p:spPr>
          <a:xfrm>
            <a:off x="2364775" y="24063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03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SYSTEM DESIGN</a:t>
            </a:r>
            <a:endParaRPr sz="1800"/>
          </a:p>
        </p:txBody>
      </p:sp>
      <p:grpSp>
        <p:nvGrpSpPr>
          <p:cNvPr id="3289" name="Google Shape;3289;p2"/>
          <p:cNvGrpSpPr/>
          <p:nvPr/>
        </p:nvGrpSpPr>
        <p:grpSpPr>
          <a:xfrm>
            <a:off x="842635" y="1542300"/>
            <a:ext cx="1211926" cy="3463350"/>
            <a:chOff x="472500" y="1762000"/>
            <a:chExt cx="1193310" cy="3463350"/>
          </a:xfrm>
        </p:grpSpPr>
        <p:grpSp>
          <p:nvGrpSpPr>
            <p:cNvPr id="3290" name="Google Shape;3290;p2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3291" name="Google Shape;3291;p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2" name="Google Shape;3292;p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3" name="Google Shape;3293;p2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3294" name="Google Shape;3294;p2"/>
          <p:cNvSpPr txBox="1"/>
          <p:nvPr>
            <p:ph idx="6" type="title"/>
          </p:nvPr>
        </p:nvSpPr>
        <p:spPr>
          <a:xfrm>
            <a:off x="2364775" y="29740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04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DATA ENGINEERING</a:t>
            </a:r>
            <a:endParaRPr sz="1800"/>
          </a:p>
        </p:txBody>
      </p:sp>
      <p:sp>
        <p:nvSpPr>
          <p:cNvPr id="3295" name="Google Shape;3295;p2"/>
          <p:cNvSpPr txBox="1"/>
          <p:nvPr>
            <p:ph idx="5" type="title"/>
          </p:nvPr>
        </p:nvSpPr>
        <p:spPr>
          <a:xfrm>
            <a:off x="2364775" y="4109400"/>
            <a:ext cx="55857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06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CONCLUSIONS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p3"/>
          <p:cNvSpPr txBox="1"/>
          <p:nvPr>
            <p:ph type="title"/>
          </p:nvPr>
        </p:nvSpPr>
        <p:spPr>
          <a:xfrm>
            <a:off x="1136800" y="2325725"/>
            <a:ext cx="32595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900"/>
              <a:t>PROJECT OVERVIEW</a:t>
            </a:r>
            <a:endParaRPr sz="2900"/>
          </a:p>
        </p:txBody>
      </p:sp>
      <p:sp>
        <p:nvSpPr>
          <p:cNvPr id="3301" name="Google Shape;3301;p3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2" name="Google Shape;3302;p3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03" name="Google Shape;3303;p3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3304" name="Google Shape;3304;p3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5" name="Google Shape;3305;p3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6" name="Google Shape;3306;p3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7" name="Google Shape;3307;p3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3308" name="Google Shape;3308;p3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9" name="Google Shape;3309;p3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0" name="Google Shape;3310;p3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1" name="Google Shape;3311;p3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12" name="Google Shape;3312;p3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313" name="Google Shape;3313;p3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3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3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6" name="Google Shape;3316;p3"/>
          <p:cNvSpPr txBox="1"/>
          <p:nvPr>
            <p:ph idx="2" type="title"/>
          </p:nvPr>
        </p:nvSpPr>
        <p:spPr>
          <a:xfrm>
            <a:off x="4453200" y="2325725"/>
            <a:ext cx="1343100" cy="9894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af6915c036_0_20"/>
          <p:cNvSpPr txBox="1"/>
          <p:nvPr/>
        </p:nvSpPr>
        <p:spPr>
          <a:xfrm>
            <a:off x="842400" y="503875"/>
            <a:ext cx="5655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PROJECT CONTEXT AND SOLUTION</a:t>
            </a:r>
            <a:endParaRPr b="0" i="0" sz="18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3322" name="Google Shape;3322;g3af6915c036_0_20"/>
          <p:cNvSpPr/>
          <p:nvPr/>
        </p:nvSpPr>
        <p:spPr>
          <a:xfrm>
            <a:off x="842400" y="2777775"/>
            <a:ext cx="7597200" cy="16980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23" name="Google Shape;3323;g3af6915c036_0_20"/>
          <p:cNvSpPr/>
          <p:nvPr/>
        </p:nvSpPr>
        <p:spPr>
          <a:xfrm>
            <a:off x="842400" y="1036575"/>
            <a:ext cx="7597200" cy="15351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24" name="Google Shape;3324;g3af6915c036_0_20"/>
          <p:cNvSpPr txBox="1"/>
          <p:nvPr/>
        </p:nvSpPr>
        <p:spPr>
          <a:xfrm>
            <a:off x="908100" y="1496838"/>
            <a:ext cx="74658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Context</a:t>
            </a:r>
            <a:r>
              <a:rPr b="1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Healthcare evidence is scattered across isolated "data silos".</a:t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Problem</a:t>
            </a:r>
            <a:r>
              <a:rPr b="1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Different terms (e.g., </a:t>
            </a:r>
            <a:r>
              <a:rPr b="0" i="0" lang="en" sz="1500" u="none" cap="none" strike="noStrike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Fatigue vs. Asthenia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 prevent meaningful integration of this data.</a:t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25" name="Google Shape;3325;g3af6915c036_0_20"/>
          <p:cNvSpPr txBox="1"/>
          <p:nvPr/>
        </p:nvSpPr>
        <p:spPr>
          <a:xfrm>
            <a:off x="842400" y="3234150"/>
            <a:ext cx="75972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Goal</a:t>
            </a:r>
            <a:r>
              <a:rPr b="1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Develop an AI-powered engine to automatically harmonize fragmented data into structured evidence.</a:t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Impact</a:t>
            </a:r>
            <a:r>
              <a:rPr b="1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Replaces manual "brittle scripts" with a scalable, automated pipeline.</a:t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26" name="Google Shape;3326;g3af6915c036_0_20"/>
          <p:cNvSpPr txBox="1"/>
          <p:nvPr/>
        </p:nvSpPr>
        <p:spPr>
          <a:xfrm>
            <a:off x="2536800" y="2860050"/>
            <a:ext cx="4070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SOLUTION: AI SEMANTIC ENGINE</a:t>
            </a:r>
            <a:endParaRPr b="1" i="0" sz="16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27" name="Google Shape;3327;g3af6915c036_0_20"/>
          <p:cNvSpPr txBox="1"/>
          <p:nvPr/>
        </p:nvSpPr>
        <p:spPr>
          <a:xfrm>
            <a:off x="2199000" y="1097888"/>
            <a:ext cx="48840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CHALLENGE: SEMANTIC INCONSISTENCY</a:t>
            </a:r>
            <a:endParaRPr b="1" i="0" sz="16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g3af6915c036_0_13"/>
          <p:cNvSpPr txBox="1"/>
          <p:nvPr>
            <p:ph type="title"/>
          </p:nvPr>
        </p:nvSpPr>
        <p:spPr>
          <a:xfrm>
            <a:off x="793200" y="486550"/>
            <a:ext cx="5704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OBJECTIVES AND RESEARCH PERSPECTIVE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800"/>
          </a:p>
        </p:txBody>
      </p:sp>
      <p:sp>
        <p:nvSpPr>
          <p:cNvPr id="3333" name="Google Shape;3333;g3af6915c036_0_13"/>
          <p:cNvSpPr txBox="1"/>
          <p:nvPr>
            <p:ph idx="2" type="subTitle"/>
          </p:nvPr>
        </p:nvSpPr>
        <p:spPr>
          <a:xfrm>
            <a:off x="589800" y="1018850"/>
            <a:ext cx="79644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GOAL: AUTOMATED HARMONIZATION </a:t>
            </a:r>
            <a:endParaRPr sz="15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Raleway Medium"/>
                <a:ea typeface="Raleway Medium"/>
                <a:cs typeface="Raleway Medium"/>
                <a:sym typeface="Raleway Medium"/>
              </a:rPr>
              <a:t>To replace manual, brittle scripts with a robust framework that transforms raw attributes into high-confidence clinical evidence.</a:t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334" name="Google Shape;3334;g3af6915c036_0_13" title="E_SDG_goals_icons-individual-rgb-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673" y="3958500"/>
            <a:ext cx="831675" cy="8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5" name="Google Shape;3335;g3af6915c036_0_13" title="E_SDG-goals_icons-individual-rgb-03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5902" y="3958500"/>
            <a:ext cx="831674" cy="8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6" name="Google Shape;3336;g3af6915c036_0_13"/>
          <p:cNvSpPr txBox="1"/>
          <p:nvPr>
            <p:ph idx="2" type="subTitle"/>
          </p:nvPr>
        </p:nvSpPr>
        <p:spPr>
          <a:xfrm>
            <a:off x="622500" y="2275300"/>
            <a:ext cx="78990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RESEARCH OBJECTIVES</a:t>
            </a:r>
            <a:endParaRPr sz="15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b="1" lang="en" sz="1500">
                <a:latin typeface="Raleway"/>
                <a:ea typeface="Raleway"/>
                <a:cs typeface="Raleway"/>
                <a:sym typeface="Raleway"/>
              </a:rPr>
              <a:t>SYSTEM LEVEL:</a:t>
            </a:r>
            <a:r>
              <a:rPr lang="en" sz="1500">
                <a:latin typeface="Raleway Medium"/>
                <a:ea typeface="Raleway Medium"/>
                <a:cs typeface="Raleway Medium"/>
                <a:sym typeface="Raleway Medium"/>
              </a:rPr>
              <a:t> Build a reusable framework for interpretable ontology alignment.</a:t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b="1" lang="en" sz="1500">
                <a:latin typeface="Raleway"/>
                <a:ea typeface="Raleway"/>
                <a:cs typeface="Raleway"/>
                <a:sym typeface="Raleway"/>
              </a:rPr>
              <a:t>RESEARCH LEVEL:</a:t>
            </a:r>
            <a:r>
              <a:rPr lang="en" sz="1500">
                <a:latin typeface="Raleway Medium"/>
                <a:ea typeface="Raleway Medium"/>
                <a:cs typeface="Raleway Medium"/>
                <a:sym typeface="Raleway Medium"/>
              </a:rPr>
              <a:t> Evolve from simple string matching to capturing actual clinical meaning and context.</a:t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g3b47ec10538_0_106"/>
          <p:cNvSpPr txBox="1"/>
          <p:nvPr>
            <p:ph type="title"/>
          </p:nvPr>
        </p:nvSpPr>
        <p:spPr>
          <a:xfrm>
            <a:off x="1107977" y="2325725"/>
            <a:ext cx="28749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900"/>
              <a:t>RESEARCH HYPOTHESIS</a:t>
            </a:r>
            <a:endParaRPr sz="2900"/>
          </a:p>
        </p:txBody>
      </p:sp>
      <p:sp>
        <p:nvSpPr>
          <p:cNvPr id="3342" name="Google Shape;3342;g3b47ec10538_0_106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3" name="Google Shape;3343;g3b47ec10538_0_106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44" name="Google Shape;3344;g3b47ec10538_0_106"/>
          <p:cNvGrpSpPr/>
          <p:nvPr/>
        </p:nvGrpSpPr>
        <p:grpSpPr>
          <a:xfrm flipH="1" rot="10800000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3345" name="Google Shape;3345;g3b47ec10538_0_106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6" name="Google Shape;3346;g3b47ec10538_0_106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47" name="Google Shape;3347;g3b47ec10538_0_106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8" name="Google Shape;3348;g3b47ec10538_0_106"/>
          <p:cNvGrpSpPr/>
          <p:nvPr/>
        </p:nvGrpSpPr>
        <p:grpSpPr>
          <a:xfrm flipH="1" rot="-5400000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3349" name="Google Shape;3349;g3b47ec10538_0_106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0" name="Google Shape;3350;g3b47ec10538_0_106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51" name="Google Shape;3351;g3b47ec10538_0_106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2" name="Google Shape;3352;g3b47ec10538_0_106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53" name="Google Shape;3353;g3b47ec10538_0_106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354" name="Google Shape;3354;g3b47ec10538_0_106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g3b47ec10538_0_106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g3b47ec10538_0_106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7" name="Google Shape;3357;g3b47ec10538_0_106"/>
          <p:cNvSpPr txBox="1"/>
          <p:nvPr>
            <p:ph idx="2" type="title"/>
          </p:nvPr>
        </p:nvSpPr>
        <p:spPr>
          <a:xfrm>
            <a:off x="4290475" y="2343925"/>
            <a:ext cx="1343100" cy="989400"/>
          </a:xfrm>
          <a:prstGeom prst="rect">
            <a:avLst/>
          </a:prstGeom>
          <a:solidFill>
            <a:srgbClr val="FFFFFF">
              <a:alpha val="7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9"/>
          <p:cNvSpPr txBox="1"/>
          <p:nvPr>
            <p:ph type="title"/>
          </p:nvPr>
        </p:nvSpPr>
        <p:spPr>
          <a:xfrm>
            <a:off x="793200" y="486550"/>
            <a:ext cx="5704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RESEARCH HYPOTHESIS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800"/>
          </a:p>
        </p:txBody>
      </p:sp>
      <p:sp>
        <p:nvSpPr>
          <p:cNvPr id="3363" name="Google Shape;3363;p9"/>
          <p:cNvSpPr/>
          <p:nvPr/>
        </p:nvSpPr>
        <p:spPr>
          <a:xfrm>
            <a:off x="533400" y="2336450"/>
            <a:ext cx="8077200" cy="1188900"/>
          </a:xfrm>
          <a:prstGeom prst="rect">
            <a:avLst/>
          </a:prstGeom>
          <a:solidFill>
            <a:srgbClr val="46406B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Architecture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(H2)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Question: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How do we balance high accuracy with scalability?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Hypothesis</a:t>
            </a:r>
            <a:r>
              <a:rPr lang="en" sz="13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Efficiency demands a "Filter-then-Rank" architecture. Scalability is achieved by filtering candidates with a fast retriever before applying expensive deep semantic scoring.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64" name="Google Shape;3364;p9"/>
          <p:cNvSpPr/>
          <p:nvPr/>
        </p:nvSpPr>
        <p:spPr>
          <a:xfrm>
            <a:off x="533400" y="3637350"/>
            <a:ext cx="8077200" cy="1188900"/>
          </a:xfrm>
          <a:prstGeom prst="rect">
            <a:avLst/>
          </a:prstGeom>
          <a:solidFill>
            <a:srgbClr val="46406B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 Strategy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(H3)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Question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Is random training data sufficient for clinical accuracy?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Hypothesis</a:t>
            </a:r>
            <a:r>
              <a:rPr lang="en" sz="13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No. To generalize well, the model must be explicitly trained on "Hard Negatives"—tricky, similar-looking concepts—rather than just random non-matches.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65" name="Google Shape;3365;p9"/>
          <p:cNvSpPr/>
          <p:nvPr/>
        </p:nvSpPr>
        <p:spPr>
          <a:xfrm>
            <a:off x="533400" y="1035550"/>
            <a:ext cx="8077200" cy="1188900"/>
          </a:xfrm>
          <a:prstGeom prst="rect">
            <a:avLst/>
          </a:prstGeom>
          <a:solidFill>
            <a:srgbClr val="46406B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Efficiency and Ambiguity</a:t>
            </a: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(H1)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Question: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Do we always need complex deep learning models to align clinical terms?</a:t>
            </a:r>
            <a:b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Hypothesis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No. Model complexity should match semantic ambiguity: deterministic rules handle clear cases, while deep models are needed only for ambiguous or synonymous terms.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3aff4877ce6_0_80"/>
          <p:cNvSpPr txBox="1"/>
          <p:nvPr>
            <p:ph type="title"/>
          </p:nvPr>
        </p:nvSpPr>
        <p:spPr>
          <a:xfrm>
            <a:off x="1136800" y="2325725"/>
            <a:ext cx="40860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SYSTEM DESIGN</a:t>
            </a:r>
            <a:endParaRPr sz="2700"/>
          </a:p>
        </p:txBody>
      </p:sp>
      <p:sp>
        <p:nvSpPr>
          <p:cNvPr id="3371" name="Google Shape;3371;g3aff4877ce6_0_80"/>
          <p:cNvSpPr txBox="1"/>
          <p:nvPr>
            <p:ph idx="2" type="title"/>
          </p:nvPr>
        </p:nvSpPr>
        <p:spPr>
          <a:xfrm>
            <a:off x="4572000" y="2325725"/>
            <a:ext cx="1343100" cy="9894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72" name="Google Shape;3372;g3aff4877ce6_0_80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g3aff4877ce6_0_80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74" name="Google Shape;3374;g3aff4877ce6_0_80"/>
          <p:cNvGrpSpPr/>
          <p:nvPr/>
        </p:nvGrpSpPr>
        <p:grpSpPr>
          <a:xfrm flipH="1" rot="10800000">
            <a:off x="7968643" y="3562069"/>
            <a:ext cx="681216" cy="3360486"/>
            <a:chOff x="1337800" y="-2525590"/>
            <a:chExt cx="1498167" cy="7390555"/>
          </a:xfrm>
        </p:grpSpPr>
        <p:cxnSp>
          <p:nvCxnSpPr>
            <p:cNvPr id="3375" name="Google Shape;3375;g3aff4877ce6_0_80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6" name="Google Shape;3376;g3aff4877ce6_0_80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77" name="Google Shape;3377;g3aff4877ce6_0_80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8" name="Google Shape;3378;g3aff4877ce6_0_80"/>
          <p:cNvGrpSpPr/>
          <p:nvPr/>
        </p:nvGrpSpPr>
        <p:grpSpPr>
          <a:xfrm flipH="1" rot="-5400000">
            <a:off x="70044" y="-592706"/>
            <a:ext cx="681216" cy="3360486"/>
            <a:chOff x="1337800" y="-2525590"/>
            <a:chExt cx="1498167" cy="7390555"/>
          </a:xfrm>
        </p:grpSpPr>
        <p:cxnSp>
          <p:nvCxnSpPr>
            <p:cNvPr id="3379" name="Google Shape;3379;g3aff4877ce6_0_80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0" name="Google Shape;3380;g3aff4877ce6_0_80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1" name="Google Shape;3381;g3aff4877ce6_0_80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2" name="Google Shape;3382;g3aff4877ce6_0_80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383" name="Google Shape;3383;g3aff4877ce6_0_80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384" name="Google Shape;3384;g3aff4877ce6_0_80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g3aff4877ce6_0_80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g3aff4877ce6_0_80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3b499654e41_0_663"/>
          <p:cNvSpPr txBox="1"/>
          <p:nvPr>
            <p:ph type="title"/>
          </p:nvPr>
        </p:nvSpPr>
        <p:spPr>
          <a:xfrm>
            <a:off x="793200" y="486550"/>
            <a:ext cx="5573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SYSTEM DESIGN - MODULAR OVERVIEW</a:t>
            </a:r>
            <a:endParaRPr sz="1800"/>
          </a:p>
        </p:txBody>
      </p:sp>
      <p:sp>
        <p:nvSpPr>
          <p:cNvPr id="3392" name="Google Shape;3392;g3b499654e41_0_663"/>
          <p:cNvSpPr/>
          <p:nvPr/>
        </p:nvSpPr>
        <p:spPr>
          <a:xfrm>
            <a:off x="6228125" y="2377425"/>
            <a:ext cx="1764900" cy="9948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Inference Engine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3" name="Google Shape;3393;g3b499654e41_0_663"/>
          <p:cNvSpPr/>
          <p:nvPr/>
        </p:nvSpPr>
        <p:spPr>
          <a:xfrm>
            <a:off x="3689550" y="1382625"/>
            <a:ext cx="1764900" cy="9948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Train Scoring Model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4" name="Google Shape;3394;g3b499654e41_0_663"/>
          <p:cNvSpPr/>
          <p:nvPr/>
        </p:nvSpPr>
        <p:spPr>
          <a:xfrm>
            <a:off x="1150975" y="2377425"/>
            <a:ext cx="1764900" cy="994800"/>
          </a:xfrm>
          <a:prstGeom prst="rect">
            <a:avLst/>
          </a:prstGeom>
          <a:solidFill>
            <a:srgbClr val="E0E0E0">
              <a:alpha val="2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Load and Standardize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5" name="Google Shape;3395;g3b499654e41_0_663"/>
          <p:cNvSpPr/>
          <p:nvPr/>
        </p:nvSpPr>
        <p:spPr>
          <a:xfrm>
            <a:off x="2760075" y="1761700"/>
            <a:ext cx="833400" cy="491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6" name="Google Shape;3396;g3b499654e41_0_663"/>
          <p:cNvSpPr/>
          <p:nvPr/>
        </p:nvSpPr>
        <p:spPr>
          <a:xfrm flipH="1" rot="10800000">
            <a:off x="2749250" y="3496250"/>
            <a:ext cx="844200" cy="491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7" name="Google Shape;3397;g3b499654e41_0_663"/>
          <p:cNvSpPr/>
          <p:nvPr/>
        </p:nvSpPr>
        <p:spPr>
          <a:xfrm flipH="1" rot="5400000">
            <a:off x="5750675" y="3231375"/>
            <a:ext cx="500400" cy="900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8" name="Google Shape;3398;g3b499654e41_0_663"/>
          <p:cNvSpPr/>
          <p:nvPr/>
        </p:nvSpPr>
        <p:spPr>
          <a:xfrm rot="5400000">
            <a:off x="5754350" y="1543750"/>
            <a:ext cx="525300" cy="933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99" name="Google Shape;3399;g3b499654e41_0_663"/>
          <p:cNvSpPr txBox="1"/>
          <p:nvPr/>
        </p:nvSpPr>
        <p:spPr>
          <a:xfrm>
            <a:off x="1150975" y="4665200"/>
            <a:ext cx="5080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Reusable across studies – build once, run many times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00" name="Google Shape;3400;g3b499654e41_0_663"/>
          <p:cNvSpPr/>
          <p:nvPr/>
        </p:nvSpPr>
        <p:spPr>
          <a:xfrm>
            <a:off x="3689550" y="3372225"/>
            <a:ext cx="1764900" cy="9948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Compile Artifacts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01" name="Google Shape;3401;g3b499654e41_0_663"/>
          <p:cNvSpPr/>
          <p:nvPr/>
        </p:nvSpPr>
        <p:spPr>
          <a:xfrm rot="-5400000">
            <a:off x="1047549" y="4790315"/>
            <a:ext cx="168275" cy="139475"/>
          </a:xfrm>
          <a:prstGeom prst="flowChartMerge">
            <a:avLst/>
          </a:prstGeom>
          <a:solidFill>
            <a:srgbClr val="00C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g3b499654e41_0_663"/>
          <p:cNvSpPr/>
          <p:nvPr/>
        </p:nvSpPr>
        <p:spPr>
          <a:xfrm>
            <a:off x="2157475" y="4063925"/>
            <a:ext cx="1436100" cy="389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Single ontology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03" name="Google Shape;3403;g3b499654e41_0_663"/>
          <p:cNvSpPr/>
          <p:nvPr/>
        </p:nvSpPr>
        <p:spPr>
          <a:xfrm>
            <a:off x="2103275" y="1084449"/>
            <a:ext cx="1436100" cy="663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Supervised pair builder of two ontologies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g3b499654e41_0_2005"/>
          <p:cNvSpPr txBox="1"/>
          <p:nvPr>
            <p:ph type="title"/>
          </p:nvPr>
        </p:nvSpPr>
        <p:spPr>
          <a:xfrm>
            <a:off x="720000" y="445025"/>
            <a:ext cx="488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SYSTEM WORKFLOWS &amp; ENTRY POINTS</a:t>
            </a:r>
            <a:endParaRPr/>
          </a:p>
        </p:txBody>
      </p:sp>
      <p:sp>
        <p:nvSpPr>
          <p:cNvPr id="3409" name="Google Shape;3409;g3b499654e41_0_2005"/>
          <p:cNvSpPr/>
          <p:nvPr/>
        </p:nvSpPr>
        <p:spPr>
          <a:xfrm>
            <a:off x="720000" y="1017713"/>
            <a:ext cx="3480900" cy="233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Ontology loading &amp; standardization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Reference alignment loading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Training dataset construction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Model fine-tuning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10" name="Google Shape;3410;g3b499654e41_0_2005"/>
          <p:cNvSpPr/>
          <p:nvPr/>
        </p:nvSpPr>
        <p:spPr>
          <a:xfrm>
            <a:off x="4960350" y="1017713"/>
            <a:ext cx="3480900" cy="233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Unified ontology representation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Exact-match lookup structures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Candidate retrieval indices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Semantic representations (for hybrid retrieval)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11" name="Google Shape;3411;g3b499654e41_0_2005"/>
          <p:cNvSpPr/>
          <p:nvPr/>
        </p:nvSpPr>
        <p:spPr>
          <a:xfrm>
            <a:off x="2062950" y="3568775"/>
            <a:ext cx="5018100" cy="124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Inference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12" name="Google Shape;3412;g3b499654e41_0_2005"/>
          <p:cNvSpPr txBox="1"/>
          <p:nvPr/>
        </p:nvSpPr>
        <p:spPr>
          <a:xfrm>
            <a:off x="1971150" y="1017725"/>
            <a:ext cx="978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Training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13" name="Google Shape;3413;g3b499654e41_0_2005"/>
          <p:cNvSpPr txBox="1"/>
          <p:nvPr/>
        </p:nvSpPr>
        <p:spPr>
          <a:xfrm>
            <a:off x="5543550" y="1017725"/>
            <a:ext cx="2314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Offline Preprocessing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14" name="Google Shape;3414;g3b499654e41_0_2005"/>
          <p:cNvSpPr txBox="1"/>
          <p:nvPr/>
        </p:nvSpPr>
        <p:spPr>
          <a:xfrm>
            <a:off x="5652900" y="4060000"/>
            <a:ext cx="1332900" cy="5727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Neural scoring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15" name="Google Shape;3415;g3b499654e41_0_2005"/>
          <p:cNvSpPr txBox="1"/>
          <p:nvPr/>
        </p:nvSpPr>
        <p:spPr>
          <a:xfrm>
            <a:off x="3904800" y="4060000"/>
            <a:ext cx="1332900" cy="572700"/>
          </a:xfrm>
          <a:prstGeom prst="rect">
            <a:avLst/>
          </a:prstGeom>
          <a:solidFill>
            <a:srgbClr val="69639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Candidate selection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16" name="Google Shape;3416;g3b499654e41_0_2005"/>
          <p:cNvSpPr txBox="1"/>
          <p:nvPr/>
        </p:nvSpPr>
        <p:spPr>
          <a:xfrm>
            <a:off x="2156700" y="4060000"/>
            <a:ext cx="1332900" cy="5727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Exact match shortcut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17" name="Google Shape;3417;g3b499654e41_0_2005"/>
          <p:cNvSpPr/>
          <p:nvPr/>
        </p:nvSpPr>
        <p:spPr>
          <a:xfrm>
            <a:off x="4333900" y="2224701"/>
            <a:ext cx="5151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18" name="Google Shape;3418;g3b499654e41_0_2005"/>
          <p:cNvSpPr txBox="1"/>
          <p:nvPr/>
        </p:nvSpPr>
        <p:spPr>
          <a:xfrm>
            <a:off x="4145800" y="1739900"/>
            <a:ext cx="89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From standardized ontology</a:t>
            </a:r>
            <a:endParaRPr sz="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419" name="Google Shape;3419;g3b499654e41_0_2005"/>
          <p:cNvGrpSpPr/>
          <p:nvPr/>
        </p:nvGrpSpPr>
        <p:grpSpPr>
          <a:xfrm>
            <a:off x="1772085" y="1084275"/>
            <a:ext cx="290863" cy="288340"/>
            <a:chOff x="-22859750" y="2335900"/>
            <a:chExt cx="296950" cy="294375"/>
          </a:xfrm>
        </p:grpSpPr>
        <p:sp>
          <p:nvSpPr>
            <p:cNvPr id="3420" name="Google Shape;3420;g3b499654e41_0_2005"/>
            <p:cNvSpPr/>
            <p:nvPr/>
          </p:nvSpPr>
          <p:spPr>
            <a:xfrm>
              <a:off x="-22859750" y="2335900"/>
              <a:ext cx="296950" cy="294375"/>
            </a:xfrm>
            <a:custGeom>
              <a:rect b="b" l="l" r="r" t="t"/>
              <a:pathLst>
                <a:path extrusionOk="0" h="11775" w="11878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g3b499654e41_0_2005"/>
            <p:cNvSpPr/>
            <p:nvPr/>
          </p:nvSpPr>
          <p:spPr>
            <a:xfrm>
              <a:off x="-22685675" y="2408150"/>
              <a:ext cx="27575" cy="66175"/>
            </a:xfrm>
            <a:custGeom>
              <a:rect b="b" l="l" r="r" t="t"/>
              <a:pathLst>
                <a:path extrusionOk="0" h="2647" w="1103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g3b499654e41_0_2005"/>
            <p:cNvSpPr/>
            <p:nvPr/>
          </p:nvSpPr>
          <p:spPr>
            <a:xfrm>
              <a:off x="-22766800" y="2408950"/>
              <a:ext cx="27575" cy="66175"/>
            </a:xfrm>
            <a:custGeom>
              <a:rect b="b" l="l" r="r" t="t"/>
              <a:pathLst>
                <a:path extrusionOk="0" h="2647" w="1103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3" name="Google Shape;3423;g3b499654e41_0_2005"/>
          <p:cNvGrpSpPr/>
          <p:nvPr/>
        </p:nvGrpSpPr>
        <p:grpSpPr>
          <a:xfrm>
            <a:off x="5362029" y="1082244"/>
            <a:ext cx="290867" cy="292414"/>
            <a:chOff x="-3852025" y="2764950"/>
            <a:chExt cx="291450" cy="293000"/>
          </a:xfrm>
        </p:grpSpPr>
        <p:sp>
          <p:nvSpPr>
            <p:cNvPr id="3424" name="Google Shape;3424;g3b499654e41_0_2005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63200" lIns="63200" spcFirstLastPara="1" rIns="63200" wrap="square" tIns="63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g3b499654e41_0_2005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63200" lIns="63200" spcFirstLastPara="1" rIns="63200" wrap="square" tIns="63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6" name="Google Shape;3426;g3b499654e41_0_2005"/>
          <p:cNvGrpSpPr/>
          <p:nvPr/>
        </p:nvGrpSpPr>
        <p:grpSpPr>
          <a:xfrm>
            <a:off x="3790652" y="3706549"/>
            <a:ext cx="290887" cy="233069"/>
            <a:chOff x="-45665400" y="2703250"/>
            <a:chExt cx="301500" cy="299575"/>
          </a:xfrm>
        </p:grpSpPr>
        <p:sp>
          <p:nvSpPr>
            <p:cNvPr id="3427" name="Google Shape;3427;g3b499654e41_0_2005"/>
            <p:cNvSpPr/>
            <p:nvPr/>
          </p:nvSpPr>
          <p:spPr>
            <a:xfrm>
              <a:off x="-45664625" y="2703250"/>
              <a:ext cx="300725" cy="299575"/>
            </a:xfrm>
            <a:custGeom>
              <a:rect b="b" l="l" r="r" t="t"/>
              <a:pathLst>
                <a:path extrusionOk="0" h="11983" w="12029">
                  <a:moveTo>
                    <a:pt x="9799" y="1271"/>
                  </a:moveTo>
                  <a:lnTo>
                    <a:pt x="4947" y="4926"/>
                  </a:lnTo>
                  <a:lnTo>
                    <a:pt x="1482" y="3823"/>
                  </a:lnTo>
                  <a:lnTo>
                    <a:pt x="9799" y="1271"/>
                  </a:lnTo>
                  <a:close/>
                  <a:moveTo>
                    <a:pt x="9830" y="2153"/>
                  </a:moveTo>
                  <a:lnTo>
                    <a:pt x="6459" y="6627"/>
                  </a:lnTo>
                  <a:lnTo>
                    <a:pt x="4727" y="7257"/>
                  </a:lnTo>
                  <a:lnTo>
                    <a:pt x="5357" y="5524"/>
                  </a:lnTo>
                  <a:lnTo>
                    <a:pt x="9830" y="2153"/>
                  </a:lnTo>
                  <a:close/>
                  <a:moveTo>
                    <a:pt x="10681" y="2153"/>
                  </a:moveTo>
                  <a:lnTo>
                    <a:pt x="8098" y="10439"/>
                  </a:lnTo>
                  <a:lnTo>
                    <a:pt x="6995" y="6973"/>
                  </a:lnTo>
                  <a:lnTo>
                    <a:pt x="10681" y="2153"/>
                  </a:lnTo>
                  <a:close/>
                  <a:moveTo>
                    <a:pt x="11627" y="0"/>
                  </a:moveTo>
                  <a:cubicBezTo>
                    <a:pt x="11596" y="0"/>
                    <a:pt x="11564" y="4"/>
                    <a:pt x="11532" y="11"/>
                  </a:cubicBezTo>
                  <a:lnTo>
                    <a:pt x="221" y="3508"/>
                  </a:lnTo>
                  <a:cubicBezTo>
                    <a:pt x="64" y="3571"/>
                    <a:pt x="1" y="3728"/>
                    <a:pt x="1" y="3886"/>
                  </a:cubicBezTo>
                  <a:cubicBezTo>
                    <a:pt x="1" y="4043"/>
                    <a:pt x="127" y="4138"/>
                    <a:pt x="221" y="4232"/>
                  </a:cubicBezTo>
                  <a:lnTo>
                    <a:pt x="4569" y="5619"/>
                  </a:lnTo>
                  <a:lnTo>
                    <a:pt x="3750" y="7824"/>
                  </a:lnTo>
                  <a:cubicBezTo>
                    <a:pt x="3687" y="7919"/>
                    <a:pt x="3750" y="8076"/>
                    <a:pt x="3813" y="8171"/>
                  </a:cubicBezTo>
                  <a:cubicBezTo>
                    <a:pt x="3880" y="8215"/>
                    <a:pt x="3978" y="8260"/>
                    <a:pt x="4063" y="8260"/>
                  </a:cubicBezTo>
                  <a:cubicBezTo>
                    <a:pt x="4099" y="8260"/>
                    <a:pt x="4132" y="8252"/>
                    <a:pt x="4160" y="8234"/>
                  </a:cubicBezTo>
                  <a:lnTo>
                    <a:pt x="6365" y="7414"/>
                  </a:lnTo>
                  <a:lnTo>
                    <a:pt x="7751" y="11762"/>
                  </a:lnTo>
                  <a:cubicBezTo>
                    <a:pt x="7783" y="11920"/>
                    <a:pt x="7940" y="11983"/>
                    <a:pt x="8098" y="11983"/>
                  </a:cubicBezTo>
                  <a:cubicBezTo>
                    <a:pt x="8255" y="11983"/>
                    <a:pt x="8381" y="11857"/>
                    <a:pt x="8476" y="11762"/>
                  </a:cubicBezTo>
                  <a:lnTo>
                    <a:pt x="11973" y="483"/>
                  </a:lnTo>
                  <a:cubicBezTo>
                    <a:pt x="12029" y="205"/>
                    <a:pt x="11862" y="0"/>
                    <a:pt x="1162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g3b499654e41_0_2005"/>
            <p:cNvSpPr/>
            <p:nvPr/>
          </p:nvSpPr>
          <p:spPr>
            <a:xfrm>
              <a:off x="-45663825" y="2879150"/>
              <a:ext cx="71700" cy="71500"/>
            </a:xfrm>
            <a:custGeom>
              <a:rect b="b" l="l" r="r" t="t"/>
              <a:pathLst>
                <a:path extrusionOk="0" h="2860" w="2868">
                  <a:moveTo>
                    <a:pt x="2517" y="0"/>
                  </a:moveTo>
                  <a:cubicBezTo>
                    <a:pt x="2418" y="0"/>
                    <a:pt x="2316" y="32"/>
                    <a:pt x="2237" y="95"/>
                  </a:cubicBezTo>
                  <a:lnTo>
                    <a:pt x="126" y="2237"/>
                  </a:lnTo>
                  <a:cubicBezTo>
                    <a:pt x="0" y="2363"/>
                    <a:pt x="0" y="2584"/>
                    <a:pt x="126" y="2741"/>
                  </a:cubicBezTo>
                  <a:cubicBezTo>
                    <a:pt x="205" y="2820"/>
                    <a:pt x="300" y="2859"/>
                    <a:pt x="390" y="2859"/>
                  </a:cubicBezTo>
                  <a:cubicBezTo>
                    <a:pt x="481" y="2859"/>
                    <a:pt x="568" y="2820"/>
                    <a:pt x="631" y="2741"/>
                  </a:cubicBezTo>
                  <a:lnTo>
                    <a:pt x="2773" y="630"/>
                  </a:lnTo>
                  <a:cubicBezTo>
                    <a:pt x="2867" y="504"/>
                    <a:pt x="2867" y="252"/>
                    <a:pt x="2773" y="95"/>
                  </a:cubicBezTo>
                  <a:cubicBezTo>
                    <a:pt x="2710" y="32"/>
                    <a:pt x="2615" y="0"/>
                    <a:pt x="251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g3b499654e41_0_2005"/>
            <p:cNvSpPr/>
            <p:nvPr/>
          </p:nvSpPr>
          <p:spPr>
            <a:xfrm>
              <a:off x="-45613425" y="2929750"/>
              <a:ext cx="71700" cy="71500"/>
            </a:xfrm>
            <a:custGeom>
              <a:rect b="b" l="l" r="r" t="t"/>
              <a:pathLst>
                <a:path extrusionOk="0" h="2860" w="2868">
                  <a:moveTo>
                    <a:pt x="2478" y="1"/>
                  </a:moveTo>
                  <a:cubicBezTo>
                    <a:pt x="2387" y="1"/>
                    <a:pt x="2301" y="40"/>
                    <a:pt x="2238" y="119"/>
                  </a:cubicBezTo>
                  <a:lnTo>
                    <a:pt x="127" y="2261"/>
                  </a:lnTo>
                  <a:cubicBezTo>
                    <a:pt x="1" y="2387"/>
                    <a:pt x="1" y="2608"/>
                    <a:pt x="127" y="2765"/>
                  </a:cubicBezTo>
                  <a:cubicBezTo>
                    <a:pt x="190" y="2828"/>
                    <a:pt x="276" y="2860"/>
                    <a:pt x="367" y="2860"/>
                  </a:cubicBezTo>
                  <a:cubicBezTo>
                    <a:pt x="458" y="2860"/>
                    <a:pt x="552" y="2828"/>
                    <a:pt x="631" y="2765"/>
                  </a:cubicBezTo>
                  <a:lnTo>
                    <a:pt x="2742" y="654"/>
                  </a:lnTo>
                  <a:cubicBezTo>
                    <a:pt x="2868" y="528"/>
                    <a:pt x="2868" y="276"/>
                    <a:pt x="2742" y="119"/>
                  </a:cubicBezTo>
                  <a:cubicBezTo>
                    <a:pt x="2663" y="40"/>
                    <a:pt x="2568" y="1"/>
                    <a:pt x="247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g3b499654e41_0_2005"/>
            <p:cNvSpPr/>
            <p:nvPr/>
          </p:nvSpPr>
          <p:spPr>
            <a:xfrm>
              <a:off x="-45665400" y="2923050"/>
              <a:ext cx="81150" cy="79000"/>
            </a:xfrm>
            <a:custGeom>
              <a:rect b="b" l="l" r="r" t="t"/>
              <a:pathLst>
                <a:path extrusionOk="0" h="3160" w="3246">
                  <a:moveTo>
                    <a:pt x="2859" y="1"/>
                  </a:moveTo>
                  <a:cubicBezTo>
                    <a:pt x="2765" y="1"/>
                    <a:pt x="2663" y="24"/>
                    <a:pt x="2584" y="72"/>
                  </a:cubicBezTo>
                  <a:lnTo>
                    <a:pt x="95" y="2561"/>
                  </a:lnTo>
                  <a:cubicBezTo>
                    <a:pt x="0" y="2687"/>
                    <a:pt x="0" y="2907"/>
                    <a:pt x="95" y="3065"/>
                  </a:cubicBezTo>
                  <a:cubicBezTo>
                    <a:pt x="158" y="3128"/>
                    <a:pt x="252" y="3159"/>
                    <a:pt x="351" y="3159"/>
                  </a:cubicBezTo>
                  <a:cubicBezTo>
                    <a:pt x="449" y="3159"/>
                    <a:pt x="552" y="3128"/>
                    <a:pt x="631" y="3065"/>
                  </a:cubicBezTo>
                  <a:lnTo>
                    <a:pt x="3088" y="607"/>
                  </a:lnTo>
                  <a:cubicBezTo>
                    <a:pt x="3245" y="450"/>
                    <a:pt x="3245" y="229"/>
                    <a:pt x="3088" y="72"/>
                  </a:cubicBezTo>
                  <a:cubicBezTo>
                    <a:pt x="3041" y="24"/>
                    <a:pt x="2954" y="1"/>
                    <a:pt x="285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1" name="Google Shape;3431;g3b499654e41_0_2005"/>
          <p:cNvSpPr txBox="1"/>
          <p:nvPr>
            <p:ph idx="4294967295" type="title"/>
          </p:nvPr>
        </p:nvSpPr>
        <p:spPr>
          <a:xfrm>
            <a:off x="285775" y="1491300"/>
            <a:ext cx="372300" cy="292500"/>
          </a:xfrm>
          <a:prstGeom prst="rect">
            <a:avLst/>
          </a:prstGeom>
          <a:solidFill>
            <a:srgbClr val="FFFFFF">
              <a:alpha val="745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000"/>
              <a:t>1</a:t>
            </a:r>
            <a:endParaRPr sz="1000"/>
          </a:p>
        </p:txBody>
      </p:sp>
      <p:sp>
        <p:nvSpPr>
          <p:cNvPr id="3432" name="Google Shape;3432;g3b499654e41_0_2005"/>
          <p:cNvSpPr txBox="1"/>
          <p:nvPr>
            <p:ph idx="4294967295" type="title"/>
          </p:nvPr>
        </p:nvSpPr>
        <p:spPr>
          <a:xfrm>
            <a:off x="8508450" y="2828238"/>
            <a:ext cx="372300" cy="292500"/>
          </a:xfrm>
          <a:prstGeom prst="rect">
            <a:avLst/>
          </a:prstGeom>
          <a:solidFill>
            <a:srgbClr val="FFFFFF">
              <a:alpha val="745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000"/>
              <a:t>2</a:t>
            </a:r>
            <a:endParaRPr sz="1000"/>
          </a:p>
        </p:txBody>
      </p:sp>
      <p:sp>
        <p:nvSpPr>
          <p:cNvPr id="3433" name="Google Shape;3433;g3b499654e41_0_2005"/>
          <p:cNvSpPr txBox="1"/>
          <p:nvPr>
            <p:ph idx="4294967295" type="title"/>
          </p:nvPr>
        </p:nvSpPr>
        <p:spPr>
          <a:xfrm>
            <a:off x="1598850" y="3831025"/>
            <a:ext cx="372300" cy="292500"/>
          </a:xfrm>
          <a:prstGeom prst="rect">
            <a:avLst/>
          </a:prstGeom>
          <a:solidFill>
            <a:srgbClr val="FFFFFF">
              <a:alpha val="745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000"/>
              <a:t>3</a:t>
            </a:r>
            <a:endParaRPr sz="1000"/>
          </a:p>
        </p:txBody>
      </p:sp>
      <p:sp>
        <p:nvSpPr>
          <p:cNvPr id="3434" name="Google Shape;3434;g3b499654e41_0_2005"/>
          <p:cNvSpPr/>
          <p:nvPr/>
        </p:nvSpPr>
        <p:spPr>
          <a:xfrm>
            <a:off x="572900" y="1568400"/>
            <a:ext cx="2337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35" name="Google Shape;3435;g3b499654e41_0_2005"/>
          <p:cNvSpPr/>
          <p:nvPr/>
        </p:nvSpPr>
        <p:spPr>
          <a:xfrm>
            <a:off x="1923000" y="3908125"/>
            <a:ext cx="2337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36" name="Google Shape;3436;g3b499654e41_0_2005"/>
          <p:cNvSpPr/>
          <p:nvPr/>
        </p:nvSpPr>
        <p:spPr>
          <a:xfrm rot="10800000">
            <a:off x="8341825" y="2905350"/>
            <a:ext cx="2337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37" name="Google Shape;3437;g3b499654e41_0_2005"/>
          <p:cNvSpPr/>
          <p:nvPr/>
        </p:nvSpPr>
        <p:spPr>
          <a:xfrm>
            <a:off x="3580350" y="4277200"/>
            <a:ext cx="2337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38" name="Google Shape;3438;g3b499654e41_0_2005"/>
          <p:cNvSpPr/>
          <p:nvPr/>
        </p:nvSpPr>
        <p:spPr>
          <a:xfrm>
            <a:off x="5328450" y="4277200"/>
            <a:ext cx="233700" cy="1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g3b4a8032e18_0_660"/>
          <p:cNvSpPr txBox="1"/>
          <p:nvPr/>
        </p:nvSpPr>
        <p:spPr>
          <a:xfrm>
            <a:off x="1524000" y="4133525"/>
            <a:ext cx="6096000" cy="667800"/>
          </a:xfrm>
          <a:prstGeom prst="rect">
            <a:avLst/>
          </a:prstGeom>
          <a:solidFill>
            <a:srgbClr val="46406B">
              <a:alpha val="30000"/>
            </a:srgbClr>
          </a:solidFill>
          <a:ln cap="flat" cmpd="sng" w="28575">
            <a:solidFill>
              <a:srgbClr val="00C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Hybrid retrieval mitigates structural candidate selection errors that cannot be recovered by downstream neural models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44" name="Google Shape;3444;g3b4a8032e18_0_6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RETRIEVAL PIPELINE: PRE-SCORING DECISIONS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5" name="Google Shape;3445;g3b4a8032e18_0_660"/>
          <p:cNvSpPr/>
          <p:nvPr/>
        </p:nvSpPr>
        <p:spPr>
          <a:xfrm>
            <a:off x="793200" y="1507150"/>
            <a:ext cx="3498300" cy="2309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Exact Match Shortcut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Constant-time lookup on labels &amp; synonyms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Deterministic resolution for unambiguous cases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Maximal score, no neural model invocation</a:t>
            </a:r>
            <a:endParaRPr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6" name="Google Shape;3446;g3b4a8032e18_0_660"/>
          <p:cNvSpPr/>
          <p:nvPr/>
        </p:nvSpPr>
        <p:spPr>
          <a:xfrm>
            <a:off x="4572000" y="1507150"/>
            <a:ext cx="3498300" cy="2309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Hybrid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Candidate Selection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Lexical retrieval via subword inverted index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IDF-weighted lexical evidence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Semantic retrieval via embedding similarity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Unified top-k candidate pool for neural scoring</a:t>
            </a:r>
            <a:b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7" name="Google Shape;3447;g3b4a8032e18_0_660"/>
          <p:cNvSpPr/>
          <p:nvPr/>
        </p:nvSpPr>
        <p:spPr>
          <a:xfrm>
            <a:off x="8070300" y="5741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H1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8" name="Google Shape;3448;g3b4a8032e18_0_660"/>
          <p:cNvSpPr txBox="1"/>
          <p:nvPr/>
        </p:nvSpPr>
        <p:spPr>
          <a:xfrm>
            <a:off x="932675" y="987397"/>
            <a:ext cx="52419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Retrieval operates on offline-compiled ontology artifacts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9" name="Google Shape;3449;g3b4a8032e18_0_660"/>
          <p:cNvSpPr/>
          <p:nvPr/>
        </p:nvSpPr>
        <p:spPr>
          <a:xfrm rot="-5400000">
            <a:off x="778799" y="1098840"/>
            <a:ext cx="168275" cy="139475"/>
          </a:xfrm>
          <a:prstGeom prst="flowChartMerge">
            <a:avLst/>
          </a:prstGeom>
          <a:solidFill>
            <a:srgbClr val="00C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3b4a8032e18_0_1328"/>
          <p:cNvSpPr txBox="1"/>
          <p:nvPr/>
        </p:nvSpPr>
        <p:spPr>
          <a:xfrm>
            <a:off x="2048500" y="4031850"/>
            <a:ext cx="5104500" cy="572700"/>
          </a:xfrm>
          <a:prstGeom prst="rect">
            <a:avLst/>
          </a:prstGeom>
          <a:solidFill>
            <a:srgbClr val="46406B">
              <a:alpha val="30000"/>
            </a:srgbClr>
          </a:solidFill>
          <a:ln cap="flat" cmpd="sng" w="28575">
            <a:solidFill>
              <a:srgbClr val="00C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Neural scoring focuses on precision, after recall has been ensured by hybrid retrieval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55" name="Google Shape;3455;g3b4a8032e18_0_13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NEURAL SCORING: FINAL ALIGNMENT DECISION</a:t>
            </a:r>
            <a:endParaRPr/>
          </a:p>
        </p:txBody>
      </p:sp>
      <p:sp>
        <p:nvSpPr>
          <p:cNvPr id="3456" name="Google Shape;3456;g3b4a8032e18_0_1328"/>
          <p:cNvSpPr txBox="1"/>
          <p:nvPr>
            <p:ph idx="1" type="body"/>
          </p:nvPr>
        </p:nvSpPr>
        <p:spPr>
          <a:xfrm>
            <a:off x="909400" y="1031600"/>
            <a:ext cx="7382700" cy="2463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Joint encoding of attribute and candidate class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Full contextual interaction via Transformer attention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Produces a continuous semantic alignment score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Final ranking and top-1 match selection</a:t>
            </a:r>
            <a:endParaRPr/>
          </a:p>
        </p:txBody>
      </p:sp>
      <p:sp>
        <p:nvSpPr>
          <p:cNvPr id="3457" name="Google Shape;3457;g3b4a8032e18_0_1328"/>
          <p:cNvSpPr/>
          <p:nvPr/>
        </p:nvSpPr>
        <p:spPr>
          <a:xfrm>
            <a:off x="968100" y="1409050"/>
            <a:ext cx="3921300" cy="283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58" name="Google Shape;3458;g3b4a8032e18_0_1328"/>
          <p:cNvSpPr/>
          <p:nvPr/>
        </p:nvSpPr>
        <p:spPr>
          <a:xfrm>
            <a:off x="3945700" y="1889000"/>
            <a:ext cx="4281000" cy="283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59" name="Google Shape;3459;g3b4a8032e18_0_1328"/>
          <p:cNvSpPr/>
          <p:nvPr/>
        </p:nvSpPr>
        <p:spPr>
          <a:xfrm>
            <a:off x="968100" y="2353850"/>
            <a:ext cx="4134600" cy="283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60" name="Google Shape;3460;g3b4a8032e18_0_1328"/>
          <p:cNvSpPr/>
          <p:nvPr/>
        </p:nvSpPr>
        <p:spPr>
          <a:xfrm>
            <a:off x="4889400" y="2818700"/>
            <a:ext cx="3351900" cy="283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461" name="Google Shape;3461;g3b4a8032e18_0_1328"/>
          <p:cNvCxnSpPr>
            <a:stCxn id="3457" idx="2"/>
            <a:endCxn id="3458" idx="0"/>
          </p:cNvCxnSpPr>
          <p:nvPr/>
        </p:nvCxnSpPr>
        <p:spPr>
          <a:xfrm flipH="1" rot="-5400000">
            <a:off x="4409250" y="212050"/>
            <a:ext cx="196500" cy="31575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00CAD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2" name="Google Shape;3462;g3b4a8032e18_0_1328"/>
          <p:cNvCxnSpPr>
            <a:stCxn id="3458" idx="2"/>
            <a:endCxn id="3459" idx="0"/>
          </p:cNvCxnSpPr>
          <p:nvPr/>
        </p:nvCxnSpPr>
        <p:spPr>
          <a:xfrm rot="5400000">
            <a:off x="4470100" y="737900"/>
            <a:ext cx="181500" cy="3050700"/>
          </a:xfrm>
          <a:prstGeom prst="bentConnector3">
            <a:avLst>
              <a:gd fmla="val 49959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3" name="Google Shape;3463;g3b4a8032e18_0_1328"/>
          <p:cNvCxnSpPr>
            <a:stCxn id="3459" idx="2"/>
            <a:endCxn id="3460" idx="0"/>
          </p:cNvCxnSpPr>
          <p:nvPr/>
        </p:nvCxnSpPr>
        <p:spPr>
          <a:xfrm flipH="1" rot="-5400000">
            <a:off x="4709700" y="963050"/>
            <a:ext cx="181500" cy="3530100"/>
          </a:xfrm>
          <a:prstGeom prst="bentConnector3">
            <a:avLst>
              <a:gd fmla="val 49959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64" name="Google Shape;3464;g3b4a8032e18_0_1328"/>
          <p:cNvGrpSpPr/>
          <p:nvPr/>
        </p:nvGrpSpPr>
        <p:grpSpPr>
          <a:xfrm>
            <a:off x="5253033" y="1367626"/>
            <a:ext cx="352455" cy="340168"/>
            <a:chOff x="3857225" y="238125"/>
            <a:chExt cx="500575" cy="483125"/>
          </a:xfrm>
        </p:grpSpPr>
        <p:sp>
          <p:nvSpPr>
            <p:cNvPr id="3465" name="Google Shape;3465;g3b4a8032e18_0_1328"/>
            <p:cNvSpPr/>
            <p:nvPr/>
          </p:nvSpPr>
          <p:spPr>
            <a:xfrm>
              <a:off x="3857225" y="238125"/>
              <a:ext cx="500575" cy="483125"/>
            </a:xfrm>
            <a:custGeom>
              <a:rect b="b" l="l" r="r" t="t"/>
              <a:pathLst>
                <a:path extrusionOk="0" h="19325" w="20023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66" name="Google Shape;3466;g3b4a8032e18_0_1328"/>
            <p:cNvSpPr/>
            <p:nvPr/>
          </p:nvSpPr>
          <p:spPr>
            <a:xfrm>
              <a:off x="4208775" y="588000"/>
              <a:ext cx="71125" cy="68350"/>
            </a:xfrm>
            <a:custGeom>
              <a:rect b="b" l="l" r="r" t="t"/>
              <a:pathLst>
                <a:path extrusionOk="0" h="2734" w="2845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67" name="Google Shape;3467;g3b4a8032e18_0_1328"/>
            <p:cNvSpPr/>
            <p:nvPr/>
          </p:nvSpPr>
          <p:spPr>
            <a:xfrm>
              <a:off x="4228400" y="527925"/>
              <a:ext cx="91050" cy="48400"/>
            </a:xfrm>
            <a:custGeom>
              <a:rect b="b" l="l" r="r" t="t"/>
              <a:pathLst>
                <a:path extrusionOk="0" h="1936" w="3642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68" name="Google Shape;3468;g3b4a8032e18_0_1328"/>
            <p:cNvSpPr/>
            <p:nvPr/>
          </p:nvSpPr>
          <p:spPr>
            <a:xfrm>
              <a:off x="4148300" y="608000"/>
              <a:ext cx="52050" cy="88600"/>
            </a:xfrm>
            <a:custGeom>
              <a:rect b="b" l="l" r="r" t="t"/>
              <a:pathLst>
                <a:path extrusionOk="0" h="3544" w="2082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69" name="Google Shape;3469;g3b4a8032e18_0_1328"/>
            <p:cNvSpPr/>
            <p:nvPr/>
          </p:nvSpPr>
          <p:spPr>
            <a:xfrm>
              <a:off x="3928725" y="307900"/>
              <a:ext cx="71200" cy="68375"/>
            </a:xfrm>
            <a:custGeom>
              <a:rect b="b" l="l" r="r" t="t"/>
              <a:pathLst>
                <a:path extrusionOk="0" h="2735" w="2848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70" name="Google Shape;3470;g3b4a8032e18_0_1328"/>
            <p:cNvSpPr/>
            <p:nvPr/>
          </p:nvSpPr>
          <p:spPr>
            <a:xfrm>
              <a:off x="4008200" y="267675"/>
              <a:ext cx="51875" cy="88450"/>
            </a:xfrm>
            <a:custGeom>
              <a:rect b="b" l="l" r="r" t="t"/>
              <a:pathLst>
                <a:path extrusionOk="0" h="3538" w="2075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71" name="Google Shape;3471;g3b4a8032e18_0_1328"/>
            <p:cNvSpPr/>
            <p:nvPr/>
          </p:nvSpPr>
          <p:spPr>
            <a:xfrm>
              <a:off x="3888100" y="387825"/>
              <a:ext cx="91675" cy="48300"/>
            </a:xfrm>
            <a:custGeom>
              <a:rect b="b" l="l" r="r" t="t"/>
              <a:pathLst>
                <a:path extrusionOk="0" h="1932" w="3667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472" name="Google Shape;3472;g3b4a8032e18_0_1328"/>
          <p:cNvSpPr/>
          <p:nvPr/>
        </p:nvSpPr>
        <p:spPr>
          <a:xfrm>
            <a:off x="2928758" y="1836575"/>
            <a:ext cx="371911" cy="373265"/>
          </a:xfrm>
          <a:custGeom>
            <a:rect b="b" l="l" r="r" t="t"/>
            <a:pathLst>
              <a:path extrusionOk="0" h="12681" w="12635">
                <a:moveTo>
                  <a:pt x="2017" y="865"/>
                </a:moveTo>
                <a:lnTo>
                  <a:pt x="3624" y="1275"/>
                </a:lnTo>
                <a:cubicBezTo>
                  <a:pt x="3655" y="1370"/>
                  <a:pt x="2679" y="4961"/>
                  <a:pt x="2679" y="4961"/>
                </a:cubicBezTo>
                <a:lnTo>
                  <a:pt x="2553" y="5339"/>
                </a:lnTo>
                <a:lnTo>
                  <a:pt x="946" y="4898"/>
                </a:lnTo>
                <a:lnTo>
                  <a:pt x="2017" y="865"/>
                </a:lnTo>
                <a:close/>
                <a:moveTo>
                  <a:pt x="10460" y="4867"/>
                </a:moveTo>
                <a:lnTo>
                  <a:pt x="11689" y="5182"/>
                </a:lnTo>
                <a:lnTo>
                  <a:pt x="11469" y="6001"/>
                </a:lnTo>
                <a:lnTo>
                  <a:pt x="10240" y="5686"/>
                </a:lnTo>
                <a:lnTo>
                  <a:pt x="10460" y="4867"/>
                </a:lnTo>
                <a:close/>
                <a:moveTo>
                  <a:pt x="4159" y="2346"/>
                </a:moveTo>
                <a:lnTo>
                  <a:pt x="9799" y="3858"/>
                </a:lnTo>
                <a:lnTo>
                  <a:pt x="9200" y="6284"/>
                </a:lnTo>
                <a:lnTo>
                  <a:pt x="8381" y="6064"/>
                </a:lnTo>
                <a:cubicBezTo>
                  <a:pt x="8413" y="5465"/>
                  <a:pt x="8161" y="4867"/>
                  <a:pt x="7625" y="4552"/>
                </a:cubicBezTo>
                <a:cubicBezTo>
                  <a:pt x="7341" y="4366"/>
                  <a:pt x="7014" y="4275"/>
                  <a:pt x="6691" y="4275"/>
                </a:cubicBezTo>
                <a:cubicBezTo>
                  <a:pt x="6084" y="4275"/>
                  <a:pt x="5487" y="4596"/>
                  <a:pt x="5199" y="5213"/>
                </a:cubicBezTo>
                <a:cubicBezTo>
                  <a:pt x="4601" y="5056"/>
                  <a:pt x="3529" y="4804"/>
                  <a:pt x="3529" y="4804"/>
                </a:cubicBezTo>
                <a:cubicBezTo>
                  <a:pt x="3624" y="4552"/>
                  <a:pt x="4128" y="2630"/>
                  <a:pt x="4159" y="2346"/>
                </a:cubicBezTo>
                <a:close/>
                <a:moveTo>
                  <a:pt x="6746" y="5106"/>
                </a:moveTo>
                <a:cubicBezTo>
                  <a:pt x="7102" y="5106"/>
                  <a:pt x="7435" y="5355"/>
                  <a:pt x="7562" y="5686"/>
                </a:cubicBezTo>
                <a:cubicBezTo>
                  <a:pt x="7594" y="5906"/>
                  <a:pt x="7594" y="6095"/>
                  <a:pt x="7531" y="6284"/>
                </a:cubicBezTo>
                <a:cubicBezTo>
                  <a:pt x="7368" y="6610"/>
                  <a:pt x="7067" y="6798"/>
                  <a:pt x="6756" y="6798"/>
                </a:cubicBezTo>
                <a:cubicBezTo>
                  <a:pt x="6646" y="6798"/>
                  <a:pt x="6535" y="6775"/>
                  <a:pt x="6428" y="6725"/>
                </a:cubicBezTo>
                <a:cubicBezTo>
                  <a:pt x="6176" y="6631"/>
                  <a:pt x="6018" y="6442"/>
                  <a:pt x="5955" y="6221"/>
                </a:cubicBezTo>
                <a:cubicBezTo>
                  <a:pt x="5798" y="5749"/>
                  <a:pt x="6050" y="5276"/>
                  <a:pt x="6491" y="5150"/>
                </a:cubicBezTo>
                <a:cubicBezTo>
                  <a:pt x="6575" y="5120"/>
                  <a:pt x="6661" y="5106"/>
                  <a:pt x="6746" y="5106"/>
                </a:cubicBezTo>
                <a:close/>
                <a:moveTo>
                  <a:pt x="7531" y="7387"/>
                </a:moveTo>
                <a:lnTo>
                  <a:pt x="8476" y="9277"/>
                </a:lnTo>
                <a:lnTo>
                  <a:pt x="4947" y="9277"/>
                </a:lnTo>
                <a:lnTo>
                  <a:pt x="5955" y="7387"/>
                </a:lnTo>
                <a:cubicBezTo>
                  <a:pt x="6192" y="7529"/>
                  <a:pt x="6451" y="7600"/>
                  <a:pt x="6719" y="7600"/>
                </a:cubicBezTo>
                <a:cubicBezTo>
                  <a:pt x="6987" y="7600"/>
                  <a:pt x="7263" y="7529"/>
                  <a:pt x="7531" y="7387"/>
                </a:cubicBezTo>
                <a:close/>
                <a:moveTo>
                  <a:pt x="1791" y="1"/>
                </a:moveTo>
                <a:cubicBezTo>
                  <a:pt x="1607" y="1"/>
                  <a:pt x="1440" y="138"/>
                  <a:pt x="1387" y="298"/>
                </a:cubicBezTo>
                <a:lnTo>
                  <a:pt x="95" y="5150"/>
                </a:lnTo>
                <a:cubicBezTo>
                  <a:pt x="1" y="5371"/>
                  <a:pt x="158" y="5591"/>
                  <a:pt x="347" y="5654"/>
                </a:cubicBezTo>
                <a:lnTo>
                  <a:pt x="2742" y="6284"/>
                </a:lnTo>
                <a:cubicBezTo>
                  <a:pt x="2773" y="6288"/>
                  <a:pt x="2804" y="6290"/>
                  <a:pt x="2833" y="6290"/>
                </a:cubicBezTo>
                <a:cubicBezTo>
                  <a:pt x="3040" y="6290"/>
                  <a:pt x="3195" y="6194"/>
                  <a:pt x="3277" y="6001"/>
                </a:cubicBezTo>
                <a:lnTo>
                  <a:pt x="3403" y="5623"/>
                </a:lnTo>
                <a:lnTo>
                  <a:pt x="5073" y="6095"/>
                </a:lnTo>
                <a:cubicBezTo>
                  <a:pt x="5073" y="6379"/>
                  <a:pt x="5199" y="6631"/>
                  <a:pt x="5325" y="6883"/>
                </a:cubicBezTo>
                <a:lnTo>
                  <a:pt x="2616" y="12081"/>
                </a:lnTo>
                <a:cubicBezTo>
                  <a:pt x="2490" y="12270"/>
                  <a:pt x="2553" y="12522"/>
                  <a:pt x="2773" y="12617"/>
                </a:cubicBezTo>
                <a:cubicBezTo>
                  <a:pt x="2838" y="12660"/>
                  <a:pt x="2907" y="12681"/>
                  <a:pt x="2974" y="12681"/>
                </a:cubicBezTo>
                <a:cubicBezTo>
                  <a:pt x="3103" y="12681"/>
                  <a:pt x="3226" y="12604"/>
                  <a:pt x="3309" y="12459"/>
                </a:cubicBezTo>
                <a:lnTo>
                  <a:pt x="4538" y="10191"/>
                </a:lnTo>
                <a:cubicBezTo>
                  <a:pt x="4559" y="10201"/>
                  <a:pt x="4538" y="10205"/>
                  <a:pt x="4668" y="10205"/>
                </a:cubicBezTo>
                <a:cubicBezTo>
                  <a:pt x="4930" y="10205"/>
                  <a:pt x="5798" y="10191"/>
                  <a:pt x="8822" y="10191"/>
                </a:cubicBezTo>
                <a:lnTo>
                  <a:pt x="8917" y="10191"/>
                </a:lnTo>
                <a:lnTo>
                  <a:pt x="10082" y="12459"/>
                </a:lnTo>
                <a:cubicBezTo>
                  <a:pt x="10165" y="12604"/>
                  <a:pt x="10289" y="12681"/>
                  <a:pt x="10426" y="12681"/>
                </a:cubicBezTo>
                <a:cubicBezTo>
                  <a:pt x="10498" y="12681"/>
                  <a:pt x="10574" y="12660"/>
                  <a:pt x="10650" y="12617"/>
                </a:cubicBezTo>
                <a:cubicBezTo>
                  <a:pt x="10839" y="12522"/>
                  <a:pt x="10902" y="12270"/>
                  <a:pt x="10807" y="12081"/>
                </a:cubicBezTo>
                <a:lnTo>
                  <a:pt x="8129" y="6914"/>
                </a:lnTo>
                <a:lnTo>
                  <a:pt x="9389" y="7261"/>
                </a:lnTo>
                <a:cubicBezTo>
                  <a:pt x="9428" y="7272"/>
                  <a:pt x="9466" y="7277"/>
                  <a:pt x="9503" y="7277"/>
                </a:cubicBezTo>
                <a:cubicBezTo>
                  <a:pt x="9674" y="7277"/>
                  <a:pt x="9816" y="7164"/>
                  <a:pt x="9893" y="7009"/>
                </a:cubicBezTo>
                <a:lnTo>
                  <a:pt x="10019" y="6599"/>
                </a:lnTo>
                <a:lnTo>
                  <a:pt x="11626" y="7040"/>
                </a:lnTo>
                <a:cubicBezTo>
                  <a:pt x="11660" y="7050"/>
                  <a:pt x="11694" y="7055"/>
                  <a:pt x="11727" y="7055"/>
                </a:cubicBezTo>
                <a:cubicBezTo>
                  <a:pt x="11910" y="7055"/>
                  <a:pt x="12077" y="6917"/>
                  <a:pt x="12130" y="6757"/>
                </a:cubicBezTo>
                <a:lnTo>
                  <a:pt x="12571" y="5150"/>
                </a:lnTo>
                <a:cubicBezTo>
                  <a:pt x="12634" y="4804"/>
                  <a:pt x="12508" y="4583"/>
                  <a:pt x="12288" y="4520"/>
                </a:cubicBezTo>
                <a:lnTo>
                  <a:pt x="10681" y="4079"/>
                </a:lnTo>
                <a:lnTo>
                  <a:pt x="10776" y="3701"/>
                </a:lnTo>
                <a:cubicBezTo>
                  <a:pt x="10839" y="3449"/>
                  <a:pt x="10713" y="3260"/>
                  <a:pt x="10523" y="3165"/>
                </a:cubicBezTo>
                <a:lnTo>
                  <a:pt x="4443" y="1559"/>
                </a:lnTo>
                <a:lnTo>
                  <a:pt x="4569" y="1181"/>
                </a:lnTo>
                <a:cubicBezTo>
                  <a:pt x="4601" y="928"/>
                  <a:pt x="4506" y="739"/>
                  <a:pt x="4285" y="645"/>
                </a:cubicBezTo>
                <a:lnTo>
                  <a:pt x="1891" y="15"/>
                </a:lnTo>
                <a:cubicBezTo>
                  <a:pt x="1857" y="5"/>
                  <a:pt x="1824" y="1"/>
                  <a:pt x="1791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3" name="Google Shape;3473;g3b4a8032e18_0_1328"/>
          <p:cNvGrpSpPr/>
          <p:nvPr/>
        </p:nvGrpSpPr>
        <p:grpSpPr>
          <a:xfrm>
            <a:off x="5253030" y="2404928"/>
            <a:ext cx="1666338" cy="181497"/>
            <a:chOff x="3558802" y="4011427"/>
            <a:chExt cx="1866000" cy="111300"/>
          </a:xfrm>
        </p:grpSpPr>
        <p:sp>
          <p:nvSpPr>
            <p:cNvPr id="3474" name="Google Shape;3474;g3b4a8032e18_0_1328"/>
            <p:cNvSpPr/>
            <p:nvPr/>
          </p:nvSpPr>
          <p:spPr>
            <a:xfrm flipH="1" rot="5400000">
              <a:off x="4436152" y="3134077"/>
              <a:ext cx="111300" cy="1866000"/>
            </a:xfrm>
            <a:prstGeom prst="round2SameRect">
              <a:avLst>
                <a:gd fmla="val 50000" name="adj1"/>
                <a:gd fmla="val 50000" name="adj2"/>
              </a:avLst>
            </a:prstGeom>
            <a:noFill/>
            <a:ln cap="flat" cmpd="sng" w="11225">
              <a:solidFill>
                <a:srgbClr val="CFD9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950" lIns="107950" spcFirstLastPara="1" rIns="107950" wrap="square" tIns="107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g3b4a8032e18_0_1328"/>
            <p:cNvSpPr/>
            <p:nvPr/>
          </p:nvSpPr>
          <p:spPr>
            <a:xfrm flipH="1" rot="5400000">
              <a:off x="4162472" y="3415277"/>
              <a:ext cx="104700" cy="1304700"/>
            </a:xfrm>
            <a:prstGeom prst="round2SameRect">
              <a:avLst>
                <a:gd fmla="val 50000" name="adj1"/>
                <a:gd fmla="val 50000" name="adj2"/>
              </a:avLst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107950" lIns="107950" spcFirstLastPara="1" rIns="107950" wrap="square" tIns="107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6" name="Google Shape;3476;g3b4a8032e18_0_1328"/>
          <p:cNvGrpSpPr/>
          <p:nvPr/>
        </p:nvGrpSpPr>
        <p:grpSpPr>
          <a:xfrm>
            <a:off x="3514436" y="2853764"/>
            <a:ext cx="1161900" cy="572677"/>
            <a:chOff x="3913765" y="3641905"/>
            <a:chExt cx="1522805" cy="750560"/>
          </a:xfrm>
        </p:grpSpPr>
        <p:grpSp>
          <p:nvGrpSpPr>
            <p:cNvPr id="3477" name="Google Shape;3477;g3b4a8032e18_0_1328"/>
            <p:cNvGrpSpPr/>
            <p:nvPr/>
          </p:nvGrpSpPr>
          <p:grpSpPr>
            <a:xfrm>
              <a:off x="3913765" y="3997002"/>
              <a:ext cx="1522805" cy="395463"/>
              <a:chOff x="3913765" y="3997002"/>
              <a:chExt cx="1522805" cy="395463"/>
            </a:xfrm>
          </p:grpSpPr>
          <p:grpSp>
            <p:nvGrpSpPr>
              <p:cNvPr id="3478" name="Google Shape;3478;g3b4a8032e18_0_1328"/>
              <p:cNvGrpSpPr/>
              <p:nvPr/>
            </p:nvGrpSpPr>
            <p:grpSpPr>
              <a:xfrm>
                <a:off x="3913765" y="4138659"/>
                <a:ext cx="507602" cy="253806"/>
                <a:chOff x="3913765" y="4138659"/>
                <a:chExt cx="507602" cy="253806"/>
              </a:xfrm>
            </p:grpSpPr>
            <p:sp>
              <p:nvSpPr>
                <p:cNvPr id="3479" name="Google Shape;3479;g3b4a8032e18_0_1328"/>
                <p:cNvSpPr/>
                <p:nvPr/>
              </p:nvSpPr>
              <p:spPr>
                <a:xfrm>
                  <a:off x="3913765" y="4138659"/>
                  <a:ext cx="507602" cy="50764"/>
                </a:xfrm>
                <a:custGeom>
                  <a:rect b="b" l="l" r="r" t="t"/>
                  <a:pathLst>
                    <a:path extrusionOk="0" fill="none" h="9502" w="95012">
                      <a:moveTo>
                        <a:pt x="95011" y="1"/>
                      </a:moveTo>
                      <a:lnTo>
                        <a:pt x="23755" y="1"/>
                      </a:lnTo>
                      <a:lnTo>
                        <a:pt x="1" y="9501"/>
                      </a:lnTo>
                      <a:lnTo>
                        <a:pt x="95011" y="9501"/>
                      </a:lnTo>
                      <a:close/>
                    </a:path>
                  </a:pathLst>
                </a:custGeom>
                <a:noFill/>
                <a:ln cap="flat" cmpd="sng" w="8050">
                  <a:solidFill>
                    <a:srgbClr val="A5B7C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0" name="Google Shape;3480;g3b4a8032e18_0_1328"/>
                <p:cNvSpPr/>
                <p:nvPr/>
              </p:nvSpPr>
              <p:spPr>
                <a:xfrm>
                  <a:off x="3913765" y="4189418"/>
                  <a:ext cx="507602" cy="203047"/>
                </a:xfrm>
                <a:custGeom>
                  <a:rect b="b" l="l" r="r" t="t"/>
                  <a:pathLst>
                    <a:path extrusionOk="0" fill="none" h="38006" w="95012">
                      <a:moveTo>
                        <a:pt x="1" y="0"/>
                      </a:moveTo>
                      <a:lnTo>
                        <a:pt x="1" y="38005"/>
                      </a:lnTo>
                      <a:lnTo>
                        <a:pt x="95011" y="38005"/>
                      </a:lnTo>
                      <a:lnTo>
                        <a:pt x="95011" y="38005"/>
                      </a:lnTo>
                      <a:lnTo>
                        <a:pt x="95011" y="0"/>
                      </a:lnTo>
                      <a:close/>
                    </a:path>
                  </a:pathLst>
                </a:custGeom>
                <a:noFill/>
                <a:ln cap="flat" cmpd="sng" w="8050">
                  <a:solidFill>
                    <a:srgbClr val="869FB1"/>
                  </a:solidFill>
                  <a:prstDash val="solid"/>
                  <a:miter lim="2676"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82"/>
                    <a:t>     </a:t>
                  </a:r>
                  <a:endParaRPr sz="1182"/>
                </a:p>
              </p:txBody>
            </p:sp>
          </p:grpSp>
          <p:grpSp>
            <p:nvGrpSpPr>
              <p:cNvPr id="3481" name="Google Shape;3481;g3b4a8032e18_0_1328"/>
              <p:cNvGrpSpPr/>
              <p:nvPr/>
            </p:nvGrpSpPr>
            <p:grpSpPr>
              <a:xfrm>
                <a:off x="4421361" y="3997002"/>
                <a:ext cx="507618" cy="395463"/>
                <a:chOff x="4421361" y="3997002"/>
                <a:chExt cx="507618" cy="395463"/>
              </a:xfrm>
            </p:grpSpPr>
            <p:sp>
              <p:nvSpPr>
                <p:cNvPr id="3482" name="Google Shape;3482;g3b4a8032e18_0_1328"/>
                <p:cNvSpPr/>
                <p:nvPr/>
              </p:nvSpPr>
              <p:spPr>
                <a:xfrm>
                  <a:off x="4421361" y="3997002"/>
                  <a:ext cx="507618" cy="50759"/>
                </a:xfrm>
                <a:custGeom>
                  <a:rect b="b" l="l" r="r" t="t"/>
                  <a:pathLst>
                    <a:path extrusionOk="0" fill="none" h="9501" w="95015">
                      <a:moveTo>
                        <a:pt x="71260" y="0"/>
                      </a:moveTo>
                      <a:lnTo>
                        <a:pt x="23755" y="0"/>
                      </a:lnTo>
                      <a:lnTo>
                        <a:pt x="0" y="9501"/>
                      </a:lnTo>
                      <a:lnTo>
                        <a:pt x="95014" y="9501"/>
                      </a:lnTo>
                      <a:close/>
                    </a:path>
                  </a:pathLst>
                </a:custGeom>
                <a:noFill/>
                <a:ln cap="sq" cmpd="sng" w="8050">
                  <a:solidFill>
                    <a:srgbClr val="A5B7C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3" name="Google Shape;3483;g3b4a8032e18_0_1328"/>
                <p:cNvSpPr/>
                <p:nvPr/>
              </p:nvSpPr>
              <p:spPr>
                <a:xfrm>
                  <a:off x="4421361" y="4047756"/>
                  <a:ext cx="507618" cy="344709"/>
                </a:xfrm>
                <a:custGeom>
                  <a:rect b="b" l="l" r="r" t="t"/>
                  <a:pathLst>
                    <a:path extrusionOk="0" fill="none" h="64522" w="95015">
                      <a:moveTo>
                        <a:pt x="0" y="1"/>
                      </a:moveTo>
                      <a:lnTo>
                        <a:pt x="0" y="64521"/>
                      </a:lnTo>
                      <a:lnTo>
                        <a:pt x="95014" y="64521"/>
                      </a:lnTo>
                      <a:lnTo>
                        <a:pt x="95014" y="35846"/>
                      </a:lnTo>
                      <a:lnTo>
                        <a:pt x="95014" y="35846"/>
                      </a:lnTo>
                      <a:lnTo>
                        <a:pt x="95014" y="26286"/>
                      </a:lnTo>
                      <a:lnTo>
                        <a:pt x="95014" y="1"/>
                      </a:lnTo>
                      <a:close/>
                    </a:path>
                  </a:pathLst>
                </a:custGeom>
                <a:noFill/>
                <a:ln cap="flat" cmpd="sng" w="8050">
                  <a:solidFill>
                    <a:srgbClr val="DBE2E7"/>
                  </a:solidFill>
                  <a:prstDash val="solid"/>
                  <a:miter lim="2676"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84" name="Google Shape;3484;g3b4a8032e18_0_1328"/>
              <p:cNvGrpSpPr/>
              <p:nvPr/>
            </p:nvGrpSpPr>
            <p:grpSpPr>
              <a:xfrm>
                <a:off x="4928973" y="4189418"/>
                <a:ext cx="507596" cy="203047"/>
                <a:chOff x="4928973" y="4189418"/>
                <a:chExt cx="507596" cy="203047"/>
              </a:xfrm>
            </p:grpSpPr>
            <p:sp>
              <p:nvSpPr>
                <p:cNvPr id="3485" name="Google Shape;3485;g3b4a8032e18_0_1328"/>
                <p:cNvSpPr/>
                <p:nvPr/>
              </p:nvSpPr>
              <p:spPr>
                <a:xfrm>
                  <a:off x="4928973" y="4189418"/>
                  <a:ext cx="507596" cy="50759"/>
                </a:xfrm>
                <a:custGeom>
                  <a:rect b="b" l="l" r="r" t="t"/>
                  <a:pathLst>
                    <a:path extrusionOk="0" fill="none" h="9501" w="95011">
                      <a:moveTo>
                        <a:pt x="95011" y="9501"/>
                      </a:moveTo>
                      <a:lnTo>
                        <a:pt x="71260" y="0"/>
                      </a:lnTo>
                      <a:lnTo>
                        <a:pt x="0" y="0"/>
                      </a:lnTo>
                      <a:lnTo>
                        <a:pt x="0" y="9501"/>
                      </a:lnTo>
                      <a:close/>
                    </a:path>
                  </a:pathLst>
                </a:custGeom>
                <a:noFill/>
                <a:ln cap="flat" cmpd="sng" w="8050">
                  <a:solidFill>
                    <a:srgbClr val="A5B7C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6" name="Google Shape;3486;g3b4a8032e18_0_1328"/>
                <p:cNvSpPr/>
                <p:nvPr/>
              </p:nvSpPr>
              <p:spPr>
                <a:xfrm>
                  <a:off x="4928973" y="4240172"/>
                  <a:ext cx="507596" cy="152293"/>
                </a:xfrm>
                <a:custGeom>
                  <a:rect b="b" l="l" r="r" t="t"/>
                  <a:pathLst>
                    <a:path extrusionOk="0" fill="none" h="28506" w="95011">
                      <a:moveTo>
                        <a:pt x="0" y="28505"/>
                      </a:moveTo>
                      <a:lnTo>
                        <a:pt x="0" y="28505"/>
                      </a:lnTo>
                      <a:lnTo>
                        <a:pt x="95011" y="28505"/>
                      </a:lnTo>
                      <a:lnTo>
                        <a:pt x="9501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flat" cmpd="sng" w="8050">
                  <a:solidFill>
                    <a:srgbClr val="869FB1"/>
                  </a:solidFill>
                  <a:prstDash val="solid"/>
                  <a:miter lim="2676"/>
                  <a:headEnd len="sm" w="sm" type="none"/>
                  <a:tailEnd len="sm" w="sm" type="none"/>
                </a:ln>
              </p:spPr>
              <p:txBody>
                <a:bodyPr anchorCtr="0" anchor="ctr" bIns="77200" lIns="77200" spcFirstLastPara="1" rIns="77200" wrap="square" tIns="77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87" name="Google Shape;3487;g3b4a8032e18_0_1328"/>
            <p:cNvGrpSpPr/>
            <p:nvPr/>
          </p:nvGrpSpPr>
          <p:grpSpPr>
            <a:xfrm>
              <a:off x="4482186" y="3641905"/>
              <a:ext cx="397605" cy="349784"/>
              <a:chOff x="2906375" y="1159725"/>
              <a:chExt cx="1860575" cy="1636800"/>
            </a:xfrm>
          </p:grpSpPr>
          <p:sp>
            <p:nvSpPr>
              <p:cNvPr id="3488" name="Google Shape;3488;g3b4a8032e18_0_1328"/>
              <p:cNvSpPr/>
              <p:nvPr/>
            </p:nvSpPr>
            <p:spPr>
              <a:xfrm>
                <a:off x="2906375" y="1159725"/>
                <a:ext cx="1860575" cy="1320800"/>
              </a:xfrm>
              <a:custGeom>
                <a:rect b="b" l="l" r="r" t="t"/>
                <a:pathLst>
                  <a:path extrusionOk="0" fill="none" h="52832" w="74423">
                    <a:moveTo>
                      <a:pt x="74300" y="9469"/>
                    </a:moveTo>
                    <a:cubicBezTo>
                      <a:pt x="74046" y="6953"/>
                      <a:pt x="72972" y="4566"/>
                      <a:pt x="71233" y="2899"/>
                    </a:cubicBezTo>
                    <a:cubicBezTo>
                      <a:pt x="71029" y="2682"/>
                      <a:pt x="70807" y="2484"/>
                      <a:pt x="70569" y="2305"/>
                    </a:cubicBezTo>
                    <a:cubicBezTo>
                      <a:pt x="70326" y="2123"/>
                      <a:pt x="70133" y="1933"/>
                      <a:pt x="69847" y="1767"/>
                    </a:cubicBezTo>
                    <a:cubicBezTo>
                      <a:pt x="69576" y="1596"/>
                      <a:pt x="69301" y="1435"/>
                      <a:pt x="69030" y="1280"/>
                    </a:cubicBezTo>
                    <a:cubicBezTo>
                      <a:pt x="68792" y="1159"/>
                      <a:pt x="68599" y="1084"/>
                      <a:pt x="68385" y="985"/>
                    </a:cubicBezTo>
                    <a:cubicBezTo>
                      <a:pt x="67280" y="522"/>
                      <a:pt x="66290" y="276"/>
                      <a:pt x="65270" y="188"/>
                    </a:cubicBezTo>
                    <a:cubicBezTo>
                      <a:pt x="63260" y="1"/>
                      <a:pt x="61470" y="332"/>
                      <a:pt x="60001" y="803"/>
                    </a:cubicBezTo>
                    <a:cubicBezTo>
                      <a:pt x="58778" y="1194"/>
                      <a:pt x="57603" y="1727"/>
                      <a:pt x="56500" y="2385"/>
                    </a:cubicBezTo>
                    <a:cubicBezTo>
                      <a:pt x="56396" y="1617"/>
                      <a:pt x="56273" y="1012"/>
                      <a:pt x="56179" y="613"/>
                    </a:cubicBezTo>
                    <a:cubicBezTo>
                      <a:pt x="56104" y="298"/>
                      <a:pt x="55821" y="73"/>
                      <a:pt x="55497" y="78"/>
                    </a:cubicBezTo>
                    <a:lnTo>
                      <a:pt x="38984" y="255"/>
                    </a:lnTo>
                    <a:lnTo>
                      <a:pt x="35208" y="295"/>
                    </a:lnTo>
                    <a:lnTo>
                      <a:pt x="18696" y="472"/>
                    </a:lnTo>
                    <a:cubicBezTo>
                      <a:pt x="18370" y="474"/>
                      <a:pt x="18091" y="704"/>
                      <a:pt x="18027" y="1023"/>
                    </a:cubicBezTo>
                    <a:cubicBezTo>
                      <a:pt x="17941" y="1422"/>
                      <a:pt x="17829" y="2026"/>
                      <a:pt x="17741" y="2800"/>
                    </a:cubicBezTo>
                    <a:cubicBezTo>
                      <a:pt x="16625" y="2163"/>
                      <a:pt x="15439" y="1657"/>
                      <a:pt x="14211" y="1290"/>
                    </a:cubicBezTo>
                    <a:cubicBezTo>
                      <a:pt x="12731" y="854"/>
                      <a:pt x="10935" y="560"/>
                      <a:pt x="8931" y="790"/>
                    </a:cubicBezTo>
                    <a:cubicBezTo>
                      <a:pt x="7908" y="900"/>
                      <a:pt x="6923" y="1167"/>
                      <a:pt x="5832" y="1652"/>
                    </a:cubicBezTo>
                    <a:cubicBezTo>
                      <a:pt x="5620" y="1756"/>
                      <a:pt x="5427" y="1839"/>
                      <a:pt x="5192" y="1965"/>
                    </a:cubicBezTo>
                    <a:cubicBezTo>
                      <a:pt x="4924" y="2125"/>
                      <a:pt x="4651" y="2291"/>
                      <a:pt x="4384" y="2465"/>
                    </a:cubicBezTo>
                    <a:cubicBezTo>
                      <a:pt x="4103" y="2639"/>
                      <a:pt x="3915" y="2832"/>
                      <a:pt x="3675" y="3019"/>
                    </a:cubicBezTo>
                    <a:cubicBezTo>
                      <a:pt x="3439" y="3204"/>
                      <a:pt x="3222" y="3407"/>
                      <a:pt x="3022" y="3627"/>
                    </a:cubicBezTo>
                    <a:cubicBezTo>
                      <a:pt x="1319" y="5332"/>
                      <a:pt x="294" y="7743"/>
                      <a:pt x="99" y="10261"/>
                    </a:cubicBezTo>
                    <a:cubicBezTo>
                      <a:pt x="0" y="11524"/>
                      <a:pt x="104" y="12828"/>
                      <a:pt x="466" y="14096"/>
                    </a:cubicBezTo>
                    <a:cubicBezTo>
                      <a:pt x="653" y="14725"/>
                      <a:pt x="875" y="15354"/>
                      <a:pt x="1175" y="15953"/>
                    </a:cubicBezTo>
                    <a:lnTo>
                      <a:pt x="1282" y="16181"/>
                    </a:lnTo>
                    <a:lnTo>
                      <a:pt x="1362" y="16341"/>
                    </a:lnTo>
                    <a:lnTo>
                      <a:pt x="1416" y="16432"/>
                    </a:lnTo>
                    <a:lnTo>
                      <a:pt x="1622" y="16794"/>
                    </a:lnTo>
                    <a:cubicBezTo>
                      <a:pt x="1769" y="17040"/>
                      <a:pt x="1986" y="17377"/>
                      <a:pt x="2168" y="17639"/>
                    </a:cubicBezTo>
                    <a:cubicBezTo>
                      <a:pt x="3672" y="19764"/>
                      <a:pt x="5719" y="21389"/>
                      <a:pt x="7890" y="22556"/>
                    </a:cubicBezTo>
                    <a:cubicBezTo>
                      <a:pt x="10076" y="23744"/>
                      <a:pt x="12329" y="24512"/>
                      <a:pt x="14535" y="25184"/>
                    </a:cubicBezTo>
                    <a:cubicBezTo>
                      <a:pt x="16734" y="25847"/>
                      <a:pt x="18883" y="26377"/>
                      <a:pt x="20907" y="26937"/>
                    </a:cubicBezTo>
                    <a:cubicBezTo>
                      <a:pt x="23058" y="27539"/>
                      <a:pt x="25044" y="27884"/>
                      <a:pt x="26553" y="28569"/>
                    </a:cubicBezTo>
                    <a:cubicBezTo>
                      <a:pt x="27991" y="29155"/>
                      <a:pt x="29136" y="30359"/>
                      <a:pt x="29449" y="31218"/>
                    </a:cubicBezTo>
                    <a:cubicBezTo>
                      <a:pt x="29527" y="31433"/>
                      <a:pt x="29583" y="31620"/>
                      <a:pt x="29583" y="31813"/>
                    </a:cubicBezTo>
                    <a:cubicBezTo>
                      <a:pt x="29591" y="31992"/>
                      <a:pt x="29572" y="32171"/>
                      <a:pt x="29532" y="32345"/>
                    </a:cubicBezTo>
                    <a:cubicBezTo>
                      <a:pt x="29436" y="32680"/>
                      <a:pt x="29099" y="33060"/>
                      <a:pt x="28702" y="33263"/>
                    </a:cubicBezTo>
                    <a:cubicBezTo>
                      <a:pt x="27926" y="33729"/>
                      <a:pt x="26880" y="33477"/>
                      <a:pt x="26733" y="33049"/>
                    </a:cubicBezTo>
                    <a:cubicBezTo>
                      <a:pt x="26396" y="32372"/>
                      <a:pt x="26414" y="31582"/>
                      <a:pt x="26644" y="31256"/>
                    </a:cubicBezTo>
                    <a:cubicBezTo>
                      <a:pt x="26888" y="30884"/>
                      <a:pt x="27300" y="30937"/>
                      <a:pt x="27273" y="30911"/>
                    </a:cubicBezTo>
                    <a:lnTo>
                      <a:pt x="27067" y="30825"/>
                    </a:lnTo>
                    <a:cubicBezTo>
                      <a:pt x="26928" y="30782"/>
                      <a:pt x="26669" y="30745"/>
                      <a:pt x="26361" y="30897"/>
                    </a:cubicBezTo>
                    <a:cubicBezTo>
                      <a:pt x="26045" y="31044"/>
                      <a:pt x="25777" y="31390"/>
                      <a:pt x="25595" y="31815"/>
                    </a:cubicBezTo>
                    <a:cubicBezTo>
                      <a:pt x="25408" y="32246"/>
                      <a:pt x="25298" y="32765"/>
                      <a:pt x="25379" y="33410"/>
                    </a:cubicBezTo>
                    <a:cubicBezTo>
                      <a:pt x="25403" y="33702"/>
                      <a:pt x="25590" y="34208"/>
                      <a:pt x="25855" y="34499"/>
                    </a:cubicBezTo>
                    <a:cubicBezTo>
                      <a:pt x="26117" y="34807"/>
                      <a:pt x="26444" y="35061"/>
                      <a:pt x="26810" y="35241"/>
                    </a:cubicBezTo>
                    <a:cubicBezTo>
                      <a:pt x="27560" y="35613"/>
                      <a:pt x="28456" y="35736"/>
                      <a:pt x="29398" y="35551"/>
                    </a:cubicBezTo>
                    <a:cubicBezTo>
                      <a:pt x="30316" y="35353"/>
                      <a:pt x="31298" y="34882"/>
                      <a:pt x="32032" y="33889"/>
                    </a:cubicBezTo>
                    <a:cubicBezTo>
                      <a:pt x="32422" y="33325"/>
                      <a:pt x="32615" y="32803"/>
                      <a:pt x="32722" y="32177"/>
                    </a:cubicBezTo>
                    <a:cubicBezTo>
                      <a:pt x="32776" y="31882"/>
                      <a:pt x="32797" y="31582"/>
                      <a:pt x="32784" y="31283"/>
                    </a:cubicBezTo>
                    <a:cubicBezTo>
                      <a:pt x="34828" y="34499"/>
                      <a:pt x="34919" y="37103"/>
                      <a:pt x="34413" y="41899"/>
                    </a:cubicBezTo>
                    <a:cubicBezTo>
                      <a:pt x="33530" y="50222"/>
                      <a:pt x="29511" y="52831"/>
                      <a:pt x="29511" y="52831"/>
                    </a:cubicBezTo>
                    <a:lnTo>
                      <a:pt x="37547" y="52743"/>
                    </a:lnTo>
                    <a:lnTo>
                      <a:pt x="37764" y="52743"/>
                    </a:lnTo>
                    <a:lnTo>
                      <a:pt x="45801" y="52655"/>
                    </a:lnTo>
                    <a:cubicBezTo>
                      <a:pt x="45801" y="52655"/>
                      <a:pt x="41725" y="50137"/>
                      <a:pt x="40668" y="41835"/>
                    </a:cubicBezTo>
                    <a:cubicBezTo>
                      <a:pt x="40058" y="37050"/>
                      <a:pt x="40092" y="34443"/>
                      <a:pt x="42067" y="31186"/>
                    </a:cubicBezTo>
                    <a:cubicBezTo>
                      <a:pt x="42059" y="31486"/>
                      <a:pt x="42089" y="31786"/>
                      <a:pt x="42150" y="32080"/>
                    </a:cubicBezTo>
                    <a:cubicBezTo>
                      <a:pt x="42271" y="32704"/>
                      <a:pt x="42474" y="33220"/>
                      <a:pt x="42876" y="33777"/>
                    </a:cubicBezTo>
                    <a:cubicBezTo>
                      <a:pt x="43630" y="34754"/>
                      <a:pt x="44623" y="35203"/>
                      <a:pt x="45544" y="35380"/>
                    </a:cubicBezTo>
                    <a:cubicBezTo>
                      <a:pt x="46489" y="35546"/>
                      <a:pt x="47382" y="35404"/>
                      <a:pt x="48126" y="35013"/>
                    </a:cubicBezTo>
                    <a:cubicBezTo>
                      <a:pt x="48488" y="34826"/>
                      <a:pt x="48809" y="34566"/>
                      <a:pt x="49066" y="34251"/>
                    </a:cubicBezTo>
                    <a:cubicBezTo>
                      <a:pt x="49323" y="33954"/>
                      <a:pt x="49499" y="33445"/>
                      <a:pt x="49518" y="33153"/>
                    </a:cubicBezTo>
                    <a:cubicBezTo>
                      <a:pt x="49585" y="32508"/>
                      <a:pt x="49462" y="31992"/>
                      <a:pt x="49266" y="31564"/>
                    </a:cubicBezTo>
                    <a:cubicBezTo>
                      <a:pt x="49076" y="31143"/>
                      <a:pt x="48801" y="30801"/>
                      <a:pt x="48482" y="30662"/>
                    </a:cubicBezTo>
                    <a:cubicBezTo>
                      <a:pt x="48172" y="30517"/>
                      <a:pt x="47915" y="30560"/>
                      <a:pt x="47776" y="30606"/>
                    </a:cubicBezTo>
                    <a:lnTo>
                      <a:pt x="47570" y="30697"/>
                    </a:lnTo>
                    <a:cubicBezTo>
                      <a:pt x="47543" y="30721"/>
                      <a:pt x="47955" y="30662"/>
                      <a:pt x="48207" y="31028"/>
                    </a:cubicBezTo>
                    <a:cubicBezTo>
                      <a:pt x="48445" y="31347"/>
                      <a:pt x="48480" y="32136"/>
                      <a:pt x="48156" y="32821"/>
                    </a:cubicBezTo>
                    <a:cubicBezTo>
                      <a:pt x="48019" y="33250"/>
                      <a:pt x="46978" y="33525"/>
                      <a:pt x="46192" y="33078"/>
                    </a:cubicBezTo>
                    <a:cubicBezTo>
                      <a:pt x="45790" y="32883"/>
                      <a:pt x="45448" y="32508"/>
                      <a:pt x="45343" y="32177"/>
                    </a:cubicBezTo>
                    <a:cubicBezTo>
                      <a:pt x="45298" y="32005"/>
                      <a:pt x="45276" y="31826"/>
                      <a:pt x="45282" y="31647"/>
                    </a:cubicBezTo>
                    <a:cubicBezTo>
                      <a:pt x="45279" y="31454"/>
                      <a:pt x="45330" y="31264"/>
                      <a:pt x="45402" y="31047"/>
                    </a:cubicBezTo>
                    <a:cubicBezTo>
                      <a:pt x="45696" y="30183"/>
                      <a:pt x="46818" y="28954"/>
                      <a:pt x="48241" y="28339"/>
                    </a:cubicBezTo>
                    <a:cubicBezTo>
                      <a:pt x="49735" y="27622"/>
                      <a:pt x="51713" y="27234"/>
                      <a:pt x="53851" y="26586"/>
                    </a:cubicBezTo>
                    <a:cubicBezTo>
                      <a:pt x="55861" y="25984"/>
                      <a:pt x="57999" y="25408"/>
                      <a:pt x="60185" y="24699"/>
                    </a:cubicBezTo>
                    <a:cubicBezTo>
                      <a:pt x="62372" y="23979"/>
                      <a:pt x="64609" y="23163"/>
                      <a:pt x="66772" y="21929"/>
                    </a:cubicBezTo>
                    <a:cubicBezTo>
                      <a:pt x="68918" y="20717"/>
                      <a:pt x="70930" y="19047"/>
                      <a:pt x="72386" y="16890"/>
                    </a:cubicBezTo>
                    <a:cubicBezTo>
                      <a:pt x="72563" y="16622"/>
                      <a:pt x="72774" y="16283"/>
                      <a:pt x="72916" y="16034"/>
                    </a:cubicBezTo>
                    <a:lnTo>
                      <a:pt x="73117" y="15664"/>
                    </a:lnTo>
                    <a:lnTo>
                      <a:pt x="73165" y="15573"/>
                    </a:lnTo>
                    <a:lnTo>
                      <a:pt x="73243" y="15413"/>
                    </a:lnTo>
                    <a:lnTo>
                      <a:pt x="73347" y="15183"/>
                    </a:lnTo>
                    <a:cubicBezTo>
                      <a:pt x="73639" y="14578"/>
                      <a:pt x="73845" y="13944"/>
                      <a:pt x="74016" y="13309"/>
                    </a:cubicBezTo>
                    <a:cubicBezTo>
                      <a:pt x="74351" y="12035"/>
                      <a:pt x="74423" y="10729"/>
                      <a:pt x="74300" y="9469"/>
                    </a:cubicBezTo>
                    <a:close/>
                    <a:moveTo>
                      <a:pt x="21867" y="23527"/>
                    </a:moveTo>
                    <a:cubicBezTo>
                      <a:pt x="19791" y="22930"/>
                      <a:pt x="17668" y="22379"/>
                      <a:pt x="15594" y="21729"/>
                    </a:cubicBezTo>
                    <a:cubicBezTo>
                      <a:pt x="13531" y="21078"/>
                      <a:pt x="11470" y="20332"/>
                      <a:pt x="9675" y="19325"/>
                    </a:cubicBezTo>
                    <a:cubicBezTo>
                      <a:pt x="7876" y="18319"/>
                      <a:pt x="6273" y="17040"/>
                      <a:pt x="5176" y="15509"/>
                    </a:cubicBezTo>
                    <a:cubicBezTo>
                      <a:pt x="5042" y="15314"/>
                      <a:pt x="4948" y="15185"/>
                      <a:pt x="4807" y="14955"/>
                    </a:cubicBezTo>
                    <a:lnTo>
                      <a:pt x="4598" y="14597"/>
                    </a:lnTo>
                    <a:lnTo>
                      <a:pt x="4555" y="14522"/>
                    </a:lnTo>
                    <a:cubicBezTo>
                      <a:pt x="4574" y="14554"/>
                      <a:pt x="4536" y="14476"/>
                      <a:pt x="4536" y="14476"/>
                    </a:cubicBezTo>
                    <a:lnTo>
                      <a:pt x="4467" y="14326"/>
                    </a:lnTo>
                    <a:cubicBezTo>
                      <a:pt x="4263" y="13941"/>
                      <a:pt x="4116" y="13523"/>
                      <a:pt x="3988" y="13106"/>
                    </a:cubicBezTo>
                    <a:cubicBezTo>
                      <a:pt x="3739" y="12268"/>
                      <a:pt x="3661" y="11380"/>
                      <a:pt x="3723" y="10521"/>
                    </a:cubicBezTo>
                    <a:cubicBezTo>
                      <a:pt x="3843" y="8805"/>
                      <a:pt x="4526" y="7191"/>
                      <a:pt x="5593" y="6124"/>
                    </a:cubicBezTo>
                    <a:cubicBezTo>
                      <a:pt x="5832" y="5840"/>
                      <a:pt x="6158" y="5610"/>
                      <a:pt x="6412" y="5406"/>
                    </a:cubicBezTo>
                    <a:cubicBezTo>
                      <a:pt x="6543" y="5326"/>
                      <a:pt x="6667" y="5235"/>
                      <a:pt x="6790" y="5142"/>
                    </a:cubicBezTo>
                    <a:cubicBezTo>
                      <a:pt x="6961" y="5040"/>
                      <a:pt x="7194" y="4933"/>
                      <a:pt x="7392" y="4831"/>
                    </a:cubicBezTo>
                    <a:cubicBezTo>
                      <a:pt x="7967" y="4558"/>
                      <a:pt x="8703" y="4307"/>
                      <a:pt x="9380" y="4232"/>
                    </a:cubicBezTo>
                    <a:cubicBezTo>
                      <a:pt x="10761" y="4034"/>
                      <a:pt x="12126" y="4197"/>
                      <a:pt x="13298" y="4515"/>
                    </a:cubicBezTo>
                    <a:cubicBezTo>
                      <a:pt x="14478" y="4831"/>
                      <a:pt x="15474" y="5286"/>
                      <a:pt x="16269" y="5695"/>
                    </a:cubicBezTo>
                    <a:cubicBezTo>
                      <a:pt x="16732" y="5936"/>
                      <a:pt x="17179" y="6201"/>
                      <a:pt x="17612" y="6493"/>
                    </a:cubicBezTo>
                    <a:cubicBezTo>
                      <a:pt x="17800" y="10799"/>
                      <a:pt x="19221" y="16754"/>
                      <a:pt x="24573" y="22090"/>
                    </a:cubicBezTo>
                    <a:cubicBezTo>
                      <a:pt x="25753" y="23265"/>
                      <a:pt x="26805" y="24327"/>
                      <a:pt x="27742" y="25296"/>
                    </a:cubicBezTo>
                    <a:cubicBezTo>
                      <a:pt x="25753" y="24437"/>
                      <a:pt x="23725" y="24089"/>
                      <a:pt x="21867" y="23527"/>
                    </a:cubicBezTo>
                    <a:close/>
                    <a:moveTo>
                      <a:pt x="70470" y="12397"/>
                    </a:moveTo>
                    <a:cubicBezTo>
                      <a:pt x="70347" y="12817"/>
                      <a:pt x="70211" y="13234"/>
                      <a:pt x="70015" y="13628"/>
                    </a:cubicBezTo>
                    <a:lnTo>
                      <a:pt x="69948" y="13778"/>
                    </a:lnTo>
                    <a:cubicBezTo>
                      <a:pt x="69948" y="13778"/>
                      <a:pt x="69903" y="13874"/>
                      <a:pt x="69940" y="13807"/>
                    </a:cubicBezTo>
                    <a:lnTo>
                      <a:pt x="69889" y="13898"/>
                    </a:lnTo>
                    <a:lnTo>
                      <a:pt x="69689" y="14262"/>
                    </a:lnTo>
                    <a:cubicBezTo>
                      <a:pt x="69555" y="14498"/>
                      <a:pt x="69461" y="14626"/>
                      <a:pt x="69333" y="14827"/>
                    </a:cubicBezTo>
                    <a:cubicBezTo>
                      <a:pt x="68270" y="16379"/>
                      <a:pt x="66697" y="17688"/>
                      <a:pt x="64917" y="18737"/>
                    </a:cubicBezTo>
                    <a:cubicBezTo>
                      <a:pt x="63140" y="19786"/>
                      <a:pt x="61103" y="20572"/>
                      <a:pt x="59051" y="21268"/>
                    </a:cubicBezTo>
                    <a:cubicBezTo>
                      <a:pt x="56990" y="21961"/>
                      <a:pt x="54881" y="22556"/>
                      <a:pt x="52818" y="23198"/>
                    </a:cubicBezTo>
                    <a:cubicBezTo>
                      <a:pt x="50969" y="23800"/>
                      <a:pt x="48948" y="24193"/>
                      <a:pt x="46976" y="25095"/>
                    </a:cubicBezTo>
                    <a:cubicBezTo>
                      <a:pt x="47894" y="24105"/>
                      <a:pt x="48924" y="23021"/>
                      <a:pt x="50080" y="21817"/>
                    </a:cubicBezTo>
                    <a:cubicBezTo>
                      <a:pt x="55317" y="16368"/>
                      <a:pt x="56613" y="10387"/>
                      <a:pt x="56704" y="6078"/>
                    </a:cubicBezTo>
                    <a:cubicBezTo>
                      <a:pt x="57132" y="5776"/>
                      <a:pt x="57573" y="5500"/>
                      <a:pt x="58034" y="5251"/>
                    </a:cubicBezTo>
                    <a:cubicBezTo>
                      <a:pt x="58818" y="4826"/>
                      <a:pt x="59803" y="4349"/>
                      <a:pt x="60978" y="4009"/>
                    </a:cubicBezTo>
                    <a:cubicBezTo>
                      <a:pt x="62142" y="3664"/>
                      <a:pt x="63504" y="3474"/>
                      <a:pt x="64890" y="3640"/>
                    </a:cubicBezTo>
                    <a:cubicBezTo>
                      <a:pt x="65567" y="3702"/>
                      <a:pt x="66309" y="3937"/>
                      <a:pt x="66892" y="4197"/>
                    </a:cubicBezTo>
                    <a:cubicBezTo>
                      <a:pt x="67090" y="4296"/>
                      <a:pt x="67326" y="4398"/>
                      <a:pt x="67500" y="4497"/>
                    </a:cubicBezTo>
                    <a:cubicBezTo>
                      <a:pt x="67623" y="4585"/>
                      <a:pt x="67748" y="4673"/>
                      <a:pt x="67882" y="4753"/>
                    </a:cubicBezTo>
                    <a:cubicBezTo>
                      <a:pt x="68139" y="4949"/>
                      <a:pt x="68474" y="5174"/>
                      <a:pt x="68717" y="5452"/>
                    </a:cubicBezTo>
                    <a:cubicBezTo>
                      <a:pt x="69806" y="6496"/>
                      <a:pt x="70524" y="8096"/>
                      <a:pt x="70682" y="9809"/>
                    </a:cubicBezTo>
                    <a:cubicBezTo>
                      <a:pt x="70759" y="10663"/>
                      <a:pt x="70703" y="11551"/>
                      <a:pt x="70470" y="12397"/>
                    </a:cubicBezTo>
                    <a:close/>
                  </a:path>
                </a:pathLst>
              </a:custGeom>
              <a:noFill/>
              <a:ln cap="flat" cmpd="sng" w="8050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g3b4a8032e18_0_1328"/>
              <p:cNvSpPr/>
              <p:nvPr/>
            </p:nvSpPr>
            <p:spPr>
              <a:xfrm>
                <a:off x="3520750" y="2496900"/>
                <a:ext cx="656300" cy="214450"/>
              </a:xfrm>
              <a:custGeom>
                <a:rect b="b" l="l" r="r" t="t"/>
                <a:pathLst>
                  <a:path extrusionOk="0" fill="none" h="8578" w="26252">
                    <a:moveTo>
                      <a:pt x="26252" y="8347"/>
                    </a:moveTo>
                    <a:lnTo>
                      <a:pt x="108" y="8577"/>
                    </a:lnTo>
                    <a:lnTo>
                      <a:pt x="108" y="8577"/>
                    </a:lnTo>
                    <a:lnTo>
                      <a:pt x="1" y="281"/>
                    </a:lnTo>
                    <a:cubicBezTo>
                      <a:pt x="3" y="254"/>
                      <a:pt x="27" y="233"/>
                      <a:pt x="57" y="236"/>
                    </a:cubicBezTo>
                    <a:lnTo>
                      <a:pt x="57" y="236"/>
                    </a:lnTo>
                    <a:lnTo>
                      <a:pt x="26091" y="3"/>
                    </a:lnTo>
                    <a:cubicBezTo>
                      <a:pt x="26118" y="0"/>
                      <a:pt x="26142" y="22"/>
                      <a:pt x="26147" y="48"/>
                    </a:cubicBezTo>
                    <a:lnTo>
                      <a:pt x="26252" y="8345"/>
                    </a:lnTo>
                    <a:lnTo>
                      <a:pt x="26252" y="8345"/>
                    </a:lnTo>
                    <a:close/>
                  </a:path>
                </a:pathLst>
              </a:custGeom>
              <a:noFill/>
              <a:ln cap="flat" cmpd="sng" w="8050">
                <a:solidFill>
                  <a:srgbClr val="E3E9ED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g3b4a8032e18_0_1328"/>
              <p:cNvSpPr/>
              <p:nvPr/>
            </p:nvSpPr>
            <p:spPr>
              <a:xfrm>
                <a:off x="3448300" y="2706900"/>
                <a:ext cx="803900" cy="89625"/>
              </a:xfrm>
              <a:custGeom>
                <a:rect b="b" l="l" r="r" t="t"/>
                <a:pathLst>
                  <a:path extrusionOk="0" fill="none" h="3585" w="32156">
                    <a:moveTo>
                      <a:pt x="32155" y="3244"/>
                    </a:moveTo>
                    <a:lnTo>
                      <a:pt x="35" y="3584"/>
                    </a:lnTo>
                    <a:lnTo>
                      <a:pt x="35" y="3584"/>
                    </a:lnTo>
                    <a:lnTo>
                      <a:pt x="3" y="399"/>
                    </a:lnTo>
                    <a:cubicBezTo>
                      <a:pt x="0" y="367"/>
                      <a:pt x="27" y="343"/>
                      <a:pt x="57" y="343"/>
                    </a:cubicBezTo>
                    <a:lnTo>
                      <a:pt x="32067" y="1"/>
                    </a:lnTo>
                    <a:cubicBezTo>
                      <a:pt x="32096" y="1"/>
                      <a:pt x="32120" y="25"/>
                      <a:pt x="32123" y="57"/>
                    </a:cubicBezTo>
                    <a:lnTo>
                      <a:pt x="32155" y="3244"/>
                    </a:lnTo>
                    <a:close/>
                  </a:path>
                </a:pathLst>
              </a:custGeom>
              <a:noFill/>
              <a:ln cap="flat" cmpd="sng" w="8050">
                <a:solidFill>
                  <a:srgbClr val="E3E9ED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g3b4a8032e18_0_1328"/>
              <p:cNvSpPr/>
              <p:nvPr/>
            </p:nvSpPr>
            <p:spPr>
              <a:xfrm>
                <a:off x="3674575" y="1339775"/>
                <a:ext cx="324050" cy="308175"/>
              </a:xfrm>
              <a:custGeom>
                <a:rect b="b" l="l" r="r" t="t"/>
                <a:pathLst>
                  <a:path extrusionOk="0" fill="none" h="12327" w="12962">
                    <a:moveTo>
                      <a:pt x="6479" y="0"/>
                    </a:moveTo>
                    <a:lnTo>
                      <a:pt x="8484" y="4060"/>
                    </a:lnTo>
                    <a:lnTo>
                      <a:pt x="12961" y="4710"/>
                    </a:lnTo>
                    <a:lnTo>
                      <a:pt x="9720" y="7868"/>
                    </a:lnTo>
                    <a:lnTo>
                      <a:pt x="10486" y="12327"/>
                    </a:lnTo>
                    <a:lnTo>
                      <a:pt x="6479" y="10221"/>
                    </a:lnTo>
                    <a:lnTo>
                      <a:pt x="2476" y="12327"/>
                    </a:lnTo>
                    <a:lnTo>
                      <a:pt x="3241" y="7868"/>
                    </a:lnTo>
                    <a:lnTo>
                      <a:pt x="0" y="4710"/>
                    </a:lnTo>
                    <a:lnTo>
                      <a:pt x="4478" y="4060"/>
                    </a:lnTo>
                    <a:close/>
                  </a:path>
                </a:pathLst>
              </a:custGeom>
              <a:noFill/>
              <a:ln cap="flat" cmpd="sng" w="8050">
                <a:solidFill>
                  <a:srgbClr val="FFFFFF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92" name="Google Shape;3492;g3b4a8032e18_0_1328"/>
          <p:cNvSpPr/>
          <p:nvPr/>
        </p:nvSpPr>
        <p:spPr>
          <a:xfrm>
            <a:off x="8070300" y="5741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H2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10"/>
          <p:cNvSpPr txBox="1"/>
          <p:nvPr>
            <p:ph idx="2" type="title"/>
          </p:nvPr>
        </p:nvSpPr>
        <p:spPr>
          <a:xfrm>
            <a:off x="5222800" y="2325725"/>
            <a:ext cx="1343100" cy="989400"/>
          </a:xfrm>
          <a:prstGeom prst="rect">
            <a:avLst/>
          </a:prstGeom>
          <a:solidFill>
            <a:srgbClr val="FFFFFF">
              <a:alpha val="7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98" name="Google Shape;3498;p10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10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500" name="Google Shape;3500;p10"/>
          <p:cNvGrpSpPr/>
          <p:nvPr/>
        </p:nvGrpSpPr>
        <p:grpSpPr>
          <a:xfrm flipH="1" rot="10800000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3501" name="Google Shape;3501;p10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2" name="Google Shape;3502;p10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3" name="Google Shape;3503;p10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4" name="Google Shape;3504;p10"/>
          <p:cNvGrpSpPr/>
          <p:nvPr/>
        </p:nvGrpSpPr>
        <p:grpSpPr>
          <a:xfrm flipH="1" rot="-5400000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3505" name="Google Shape;3505;p10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6" name="Google Shape;3506;p10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7" name="Google Shape;3507;p10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8" name="Google Shape;3508;p10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509" name="Google Shape;3509;p10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510" name="Google Shape;3510;p10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10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10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3" name="Google Shape;3513;p10"/>
          <p:cNvSpPr txBox="1"/>
          <p:nvPr>
            <p:ph type="title"/>
          </p:nvPr>
        </p:nvSpPr>
        <p:spPr>
          <a:xfrm>
            <a:off x="1136800" y="2325725"/>
            <a:ext cx="40860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DATA ENGINEERING</a:t>
            </a:r>
            <a:endParaRPr sz="2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7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g3b499654e41_0_3351"/>
          <p:cNvSpPr txBox="1"/>
          <p:nvPr>
            <p:ph type="title"/>
          </p:nvPr>
        </p:nvSpPr>
        <p:spPr>
          <a:xfrm>
            <a:off x="793200" y="486550"/>
            <a:ext cx="5573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ONTOLOGY LOADER FRAMEWORK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800"/>
          </a:p>
        </p:txBody>
      </p:sp>
      <p:sp>
        <p:nvSpPr>
          <p:cNvPr id="3519" name="Google Shape;3519;g3b499654e41_0_3351"/>
          <p:cNvSpPr txBox="1"/>
          <p:nvPr/>
        </p:nvSpPr>
        <p:spPr>
          <a:xfrm>
            <a:off x="793200" y="1065200"/>
            <a:ext cx="7259700" cy="5454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Load &amp; standardize one or more ontologies into a unified representation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20" name="Google Shape;3520;g3b499654e41_0_3351"/>
          <p:cNvSpPr txBox="1"/>
          <p:nvPr/>
        </p:nvSpPr>
        <p:spPr>
          <a:xfrm>
            <a:off x="1279738" y="2103850"/>
            <a:ext cx="10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Ontology A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21" name="Google Shape;3521;g3b499654e41_0_3351"/>
          <p:cNvSpPr txBox="1"/>
          <p:nvPr/>
        </p:nvSpPr>
        <p:spPr>
          <a:xfrm>
            <a:off x="1279738" y="3166600"/>
            <a:ext cx="10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Ontology B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22" name="Google Shape;3522;g3b499654e41_0_3351"/>
          <p:cNvSpPr/>
          <p:nvPr/>
        </p:nvSpPr>
        <p:spPr>
          <a:xfrm>
            <a:off x="3078225" y="2430675"/>
            <a:ext cx="1705800" cy="1004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Ontology Loader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523" name="Google Shape;3523;g3b499654e41_0_3351"/>
          <p:cNvCxnSpPr/>
          <p:nvPr/>
        </p:nvCxnSpPr>
        <p:spPr>
          <a:xfrm>
            <a:off x="3078225" y="2764275"/>
            <a:ext cx="170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4" name="Google Shape;3524;g3b499654e41_0_3351"/>
          <p:cNvSpPr/>
          <p:nvPr/>
        </p:nvSpPr>
        <p:spPr>
          <a:xfrm>
            <a:off x="1605323" y="2381047"/>
            <a:ext cx="380241" cy="318104"/>
          </a:xfrm>
          <a:custGeom>
            <a:rect b="b" l="l" r="r" t="t"/>
            <a:pathLst>
              <a:path extrusionOk="0" h="10807" w="12918">
                <a:moveTo>
                  <a:pt x="10807" y="851"/>
                </a:moveTo>
                <a:cubicBezTo>
                  <a:pt x="10366" y="1608"/>
                  <a:pt x="10366" y="2584"/>
                  <a:pt x="10807" y="3340"/>
                </a:cubicBezTo>
                <a:lnTo>
                  <a:pt x="2332" y="3340"/>
                </a:lnTo>
                <a:cubicBezTo>
                  <a:pt x="1765" y="3340"/>
                  <a:pt x="1293" y="2962"/>
                  <a:pt x="1135" y="2458"/>
                </a:cubicBezTo>
                <a:cubicBezTo>
                  <a:pt x="915" y="1671"/>
                  <a:pt x="1513" y="851"/>
                  <a:pt x="2332" y="851"/>
                </a:cubicBezTo>
                <a:close/>
                <a:moveTo>
                  <a:pt x="8822" y="4159"/>
                </a:moveTo>
                <a:lnTo>
                  <a:pt x="8822" y="6648"/>
                </a:lnTo>
                <a:lnTo>
                  <a:pt x="1891" y="6648"/>
                </a:lnTo>
                <a:lnTo>
                  <a:pt x="1891" y="4159"/>
                </a:lnTo>
                <a:close/>
                <a:moveTo>
                  <a:pt x="10524" y="4159"/>
                </a:moveTo>
                <a:lnTo>
                  <a:pt x="10524" y="6648"/>
                </a:lnTo>
                <a:lnTo>
                  <a:pt x="9704" y="6648"/>
                </a:lnTo>
                <a:lnTo>
                  <a:pt x="9704" y="4159"/>
                </a:lnTo>
                <a:close/>
                <a:moveTo>
                  <a:pt x="12130" y="4159"/>
                </a:moveTo>
                <a:lnTo>
                  <a:pt x="12130" y="6648"/>
                </a:lnTo>
                <a:lnTo>
                  <a:pt x="11343" y="6648"/>
                </a:lnTo>
                <a:lnTo>
                  <a:pt x="11343" y="4159"/>
                </a:lnTo>
                <a:close/>
                <a:moveTo>
                  <a:pt x="1986" y="7467"/>
                </a:moveTo>
                <a:lnTo>
                  <a:pt x="1986" y="9956"/>
                </a:lnTo>
                <a:lnTo>
                  <a:pt x="1104" y="9956"/>
                </a:lnTo>
                <a:lnTo>
                  <a:pt x="1104" y="7467"/>
                </a:lnTo>
                <a:close/>
                <a:moveTo>
                  <a:pt x="3624" y="7467"/>
                </a:moveTo>
                <a:lnTo>
                  <a:pt x="3624" y="9956"/>
                </a:lnTo>
                <a:lnTo>
                  <a:pt x="2805" y="9956"/>
                </a:lnTo>
                <a:lnTo>
                  <a:pt x="2805" y="7467"/>
                </a:lnTo>
                <a:close/>
                <a:moveTo>
                  <a:pt x="11311" y="7467"/>
                </a:moveTo>
                <a:lnTo>
                  <a:pt x="11311" y="9956"/>
                </a:lnTo>
                <a:lnTo>
                  <a:pt x="4443" y="9956"/>
                </a:lnTo>
                <a:lnTo>
                  <a:pt x="4443" y="7467"/>
                </a:lnTo>
                <a:close/>
                <a:moveTo>
                  <a:pt x="2364" y="1"/>
                </a:moveTo>
                <a:cubicBezTo>
                  <a:pt x="1671" y="1"/>
                  <a:pt x="1041" y="379"/>
                  <a:pt x="631" y="914"/>
                </a:cubicBezTo>
                <a:cubicBezTo>
                  <a:pt x="1" y="1828"/>
                  <a:pt x="253" y="3088"/>
                  <a:pt x="1104" y="3718"/>
                </a:cubicBezTo>
                <a:lnTo>
                  <a:pt x="1104" y="6648"/>
                </a:lnTo>
                <a:lnTo>
                  <a:pt x="694" y="6648"/>
                </a:lnTo>
                <a:cubicBezTo>
                  <a:pt x="442" y="6648"/>
                  <a:pt x="284" y="6837"/>
                  <a:pt x="284" y="7058"/>
                </a:cubicBezTo>
                <a:lnTo>
                  <a:pt x="284" y="10366"/>
                </a:lnTo>
                <a:cubicBezTo>
                  <a:pt x="284" y="10618"/>
                  <a:pt x="473" y="10807"/>
                  <a:pt x="694" y="10807"/>
                </a:cubicBezTo>
                <a:lnTo>
                  <a:pt x="11721" y="10807"/>
                </a:lnTo>
                <a:cubicBezTo>
                  <a:pt x="11941" y="10807"/>
                  <a:pt x="12130" y="10618"/>
                  <a:pt x="12130" y="10366"/>
                </a:cubicBezTo>
                <a:lnTo>
                  <a:pt x="12130" y="7499"/>
                </a:lnTo>
                <a:lnTo>
                  <a:pt x="12540" y="7499"/>
                </a:lnTo>
                <a:cubicBezTo>
                  <a:pt x="12760" y="7499"/>
                  <a:pt x="12918" y="7310"/>
                  <a:pt x="12918" y="7058"/>
                </a:cubicBezTo>
                <a:lnTo>
                  <a:pt x="12918" y="3750"/>
                </a:lnTo>
                <a:cubicBezTo>
                  <a:pt x="12918" y="3529"/>
                  <a:pt x="12760" y="3340"/>
                  <a:pt x="12540" y="3340"/>
                </a:cubicBezTo>
                <a:lnTo>
                  <a:pt x="11878" y="3340"/>
                </a:lnTo>
                <a:cubicBezTo>
                  <a:pt x="11091" y="2647"/>
                  <a:pt x="11122" y="1387"/>
                  <a:pt x="11973" y="757"/>
                </a:cubicBezTo>
                <a:cubicBezTo>
                  <a:pt x="12256" y="536"/>
                  <a:pt x="12130" y="64"/>
                  <a:pt x="11784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5" name="Google Shape;3525;g3b499654e41_0_3351"/>
          <p:cNvSpPr/>
          <p:nvPr/>
        </p:nvSpPr>
        <p:spPr>
          <a:xfrm>
            <a:off x="1605311" y="3443797"/>
            <a:ext cx="380241" cy="318104"/>
          </a:xfrm>
          <a:custGeom>
            <a:rect b="b" l="l" r="r" t="t"/>
            <a:pathLst>
              <a:path extrusionOk="0" h="10807" w="12918">
                <a:moveTo>
                  <a:pt x="10807" y="851"/>
                </a:moveTo>
                <a:cubicBezTo>
                  <a:pt x="10366" y="1608"/>
                  <a:pt x="10366" y="2584"/>
                  <a:pt x="10807" y="3340"/>
                </a:cubicBezTo>
                <a:lnTo>
                  <a:pt x="2332" y="3340"/>
                </a:lnTo>
                <a:cubicBezTo>
                  <a:pt x="1765" y="3340"/>
                  <a:pt x="1293" y="2962"/>
                  <a:pt x="1135" y="2458"/>
                </a:cubicBezTo>
                <a:cubicBezTo>
                  <a:pt x="915" y="1671"/>
                  <a:pt x="1513" y="851"/>
                  <a:pt x="2332" y="851"/>
                </a:cubicBezTo>
                <a:close/>
                <a:moveTo>
                  <a:pt x="8822" y="4159"/>
                </a:moveTo>
                <a:lnTo>
                  <a:pt x="8822" y="6648"/>
                </a:lnTo>
                <a:lnTo>
                  <a:pt x="1891" y="6648"/>
                </a:lnTo>
                <a:lnTo>
                  <a:pt x="1891" y="4159"/>
                </a:lnTo>
                <a:close/>
                <a:moveTo>
                  <a:pt x="10524" y="4159"/>
                </a:moveTo>
                <a:lnTo>
                  <a:pt x="10524" y="6648"/>
                </a:lnTo>
                <a:lnTo>
                  <a:pt x="9704" y="6648"/>
                </a:lnTo>
                <a:lnTo>
                  <a:pt x="9704" y="4159"/>
                </a:lnTo>
                <a:close/>
                <a:moveTo>
                  <a:pt x="12130" y="4159"/>
                </a:moveTo>
                <a:lnTo>
                  <a:pt x="12130" y="6648"/>
                </a:lnTo>
                <a:lnTo>
                  <a:pt x="11343" y="6648"/>
                </a:lnTo>
                <a:lnTo>
                  <a:pt x="11343" y="4159"/>
                </a:lnTo>
                <a:close/>
                <a:moveTo>
                  <a:pt x="1986" y="7467"/>
                </a:moveTo>
                <a:lnTo>
                  <a:pt x="1986" y="9956"/>
                </a:lnTo>
                <a:lnTo>
                  <a:pt x="1104" y="9956"/>
                </a:lnTo>
                <a:lnTo>
                  <a:pt x="1104" y="7467"/>
                </a:lnTo>
                <a:close/>
                <a:moveTo>
                  <a:pt x="3624" y="7467"/>
                </a:moveTo>
                <a:lnTo>
                  <a:pt x="3624" y="9956"/>
                </a:lnTo>
                <a:lnTo>
                  <a:pt x="2805" y="9956"/>
                </a:lnTo>
                <a:lnTo>
                  <a:pt x="2805" y="7467"/>
                </a:lnTo>
                <a:close/>
                <a:moveTo>
                  <a:pt x="11311" y="7467"/>
                </a:moveTo>
                <a:lnTo>
                  <a:pt x="11311" y="9956"/>
                </a:lnTo>
                <a:lnTo>
                  <a:pt x="4443" y="9956"/>
                </a:lnTo>
                <a:lnTo>
                  <a:pt x="4443" y="7467"/>
                </a:lnTo>
                <a:close/>
                <a:moveTo>
                  <a:pt x="2364" y="1"/>
                </a:moveTo>
                <a:cubicBezTo>
                  <a:pt x="1671" y="1"/>
                  <a:pt x="1041" y="379"/>
                  <a:pt x="631" y="914"/>
                </a:cubicBezTo>
                <a:cubicBezTo>
                  <a:pt x="1" y="1828"/>
                  <a:pt x="253" y="3088"/>
                  <a:pt x="1104" y="3718"/>
                </a:cubicBezTo>
                <a:lnTo>
                  <a:pt x="1104" y="6648"/>
                </a:lnTo>
                <a:lnTo>
                  <a:pt x="694" y="6648"/>
                </a:lnTo>
                <a:cubicBezTo>
                  <a:pt x="442" y="6648"/>
                  <a:pt x="284" y="6837"/>
                  <a:pt x="284" y="7058"/>
                </a:cubicBezTo>
                <a:lnTo>
                  <a:pt x="284" y="10366"/>
                </a:lnTo>
                <a:cubicBezTo>
                  <a:pt x="284" y="10618"/>
                  <a:pt x="473" y="10807"/>
                  <a:pt x="694" y="10807"/>
                </a:cubicBezTo>
                <a:lnTo>
                  <a:pt x="11721" y="10807"/>
                </a:lnTo>
                <a:cubicBezTo>
                  <a:pt x="11941" y="10807"/>
                  <a:pt x="12130" y="10618"/>
                  <a:pt x="12130" y="10366"/>
                </a:cubicBezTo>
                <a:lnTo>
                  <a:pt x="12130" y="7499"/>
                </a:lnTo>
                <a:lnTo>
                  <a:pt x="12540" y="7499"/>
                </a:lnTo>
                <a:cubicBezTo>
                  <a:pt x="12760" y="7499"/>
                  <a:pt x="12918" y="7310"/>
                  <a:pt x="12918" y="7058"/>
                </a:cubicBezTo>
                <a:lnTo>
                  <a:pt x="12918" y="3750"/>
                </a:lnTo>
                <a:cubicBezTo>
                  <a:pt x="12918" y="3529"/>
                  <a:pt x="12760" y="3340"/>
                  <a:pt x="12540" y="3340"/>
                </a:cubicBezTo>
                <a:lnTo>
                  <a:pt x="11878" y="3340"/>
                </a:lnTo>
                <a:cubicBezTo>
                  <a:pt x="11091" y="2647"/>
                  <a:pt x="11122" y="1387"/>
                  <a:pt x="11973" y="757"/>
                </a:cubicBezTo>
                <a:cubicBezTo>
                  <a:pt x="12256" y="536"/>
                  <a:pt x="12130" y="64"/>
                  <a:pt x="11784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6" name="Google Shape;3526;g3b499654e41_0_3351"/>
          <p:cNvGrpSpPr/>
          <p:nvPr/>
        </p:nvGrpSpPr>
        <p:grpSpPr>
          <a:xfrm>
            <a:off x="3657663" y="2826427"/>
            <a:ext cx="546904" cy="545408"/>
            <a:chOff x="3269875" y="3210400"/>
            <a:chExt cx="484500" cy="483175"/>
          </a:xfrm>
        </p:grpSpPr>
        <p:sp>
          <p:nvSpPr>
            <p:cNvPr id="3527" name="Google Shape;3527;g3b499654e41_0_3351"/>
            <p:cNvSpPr/>
            <p:nvPr/>
          </p:nvSpPr>
          <p:spPr>
            <a:xfrm>
              <a:off x="3364000" y="3303850"/>
              <a:ext cx="296300" cy="296300"/>
            </a:xfrm>
            <a:custGeom>
              <a:rect b="b" l="l" r="r" t="t"/>
              <a:pathLst>
                <a:path extrusionOk="0" h="11852" w="11852">
                  <a:moveTo>
                    <a:pt x="5925" y="1132"/>
                  </a:moveTo>
                  <a:cubicBezTo>
                    <a:pt x="7863" y="1132"/>
                    <a:pt x="9612" y="2298"/>
                    <a:pt x="10354" y="4088"/>
                  </a:cubicBezTo>
                  <a:cubicBezTo>
                    <a:pt x="11094" y="5882"/>
                    <a:pt x="10683" y="7941"/>
                    <a:pt x="9313" y="9312"/>
                  </a:cubicBezTo>
                  <a:cubicBezTo>
                    <a:pt x="8395" y="10230"/>
                    <a:pt x="7169" y="10717"/>
                    <a:pt x="5920" y="10717"/>
                  </a:cubicBezTo>
                  <a:cubicBezTo>
                    <a:pt x="5304" y="10717"/>
                    <a:pt x="4682" y="10598"/>
                    <a:pt x="4089" y="10354"/>
                  </a:cubicBezTo>
                  <a:cubicBezTo>
                    <a:pt x="2298" y="9611"/>
                    <a:pt x="1133" y="7863"/>
                    <a:pt x="1133" y="5924"/>
                  </a:cubicBezTo>
                  <a:cubicBezTo>
                    <a:pt x="1133" y="3279"/>
                    <a:pt x="3280" y="1132"/>
                    <a:pt x="5925" y="1132"/>
                  </a:cubicBezTo>
                  <a:close/>
                  <a:moveTo>
                    <a:pt x="5925" y="0"/>
                  </a:moveTo>
                  <a:cubicBezTo>
                    <a:pt x="2658" y="0"/>
                    <a:pt x="1" y="2657"/>
                    <a:pt x="1" y="5924"/>
                  </a:cubicBezTo>
                  <a:cubicBezTo>
                    <a:pt x="1" y="9191"/>
                    <a:pt x="2658" y="11851"/>
                    <a:pt x="5925" y="11851"/>
                  </a:cubicBezTo>
                  <a:cubicBezTo>
                    <a:pt x="9192" y="11851"/>
                    <a:pt x="11852" y="9191"/>
                    <a:pt x="11852" y="5924"/>
                  </a:cubicBezTo>
                  <a:cubicBezTo>
                    <a:pt x="11852" y="2657"/>
                    <a:pt x="9192" y="0"/>
                    <a:pt x="592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6575" lIns="146575" spcFirstLastPara="1" rIns="146575" wrap="square" tIns="14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44">
                <a:solidFill>
                  <a:srgbClr val="435D74"/>
                </a:solidFill>
              </a:endParaRPr>
            </a:p>
          </p:txBody>
        </p:sp>
        <p:sp>
          <p:nvSpPr>
            <p:cNvPr id="3528" name="Google Shape;3528;g3b499654e41_0_3351"/>
            <p:cNvSpPr/>
            <p:nvPr/>
          </p:nvSpPr>
          <p:spPr>
            <a:xfrm>
              <a:off x="3269875" y="3210400"/>
              <a:ext cx="484500" cy="483175"/>
            </a:xfrm>
            <a:custGeom>
              <a:rect b="b" l="l" r="r" t="t"/>
              <a:pathLst>
                <a:path extrusionOk="0" h="19327" w="19380">
                  <a:moveTo>
                    <a:pt x="9690" y="1208"/>
                  </a:moveTo>
                  <a:lnTo>
                    <a:pt x="11426" y="2126"/>
                  </a:lnTo>
                  <a:cubicBezTo>
                    <a:pt x="11507" y="2168"/>
                    <a:pt x="11598" y="2192"/>
                    <a:pt x="11692" y="2192"/>
                  </a:cubicBezTo>
                  <a:lnTo>
                    <a:pt x="13651" y="2192"/>
                  </a:lnTo>
                  <a:lnTo>
                    <a:pt x="14765" y="3817"/>
                  </a:lnTo>
                  <a:cubicBezTo>
                    <a:pt x="14817" y="3892"/>
                    <a:pt x="14886" y="3955"/>
                    <a:pt x="14968" y="3998"/>
                  </a:cubicBezTo>
                  <a:lnTo>
                    <a:pt x="16704" y="4916"/>
                  </a:lnTo>
                  <a:lnTo>
                    <a:pt x="16939" y="6878"/>
                  </a:lnTo>
                  <a:cubicBezTo>
                    <a:pt x="16952" y="6969"/>
                    <a:pt x="16985" y="7056"/>
                    <a:pt x="17036" y="7132"/>
                  </a:cubicBezTo>
                  <a:lnTo>
                    <a:pt x="18150" y="8759"/>
                  </a:lnTo>
                  <a:lnTo>
                    <a:pt x="17456" y="10610"/>
                  </a:lnTo>
                  <a:cubicBezTo>
                    <a:pt x="17423" y="10695"/>
                    <a:pt x="17410" y="10785"/>
                    <a:pt x="17423" y="10876"/>
                  </a:cubicBezTo>
                  <a:lnTo>
                    <a:pt x="17658" y="12842"/>
                  </a:lnTo>
                  <a:lnTo>
                    <a:pt x="16188" y="14155"/>
                  </a:lnTo>
                  <a:cubicBezTo>
                    <a:pt x="16121" y="14216"/>
                    <a:pt x="16067" y="14291"/>
                    <a:pt x="16037" y="14379"/>
                  </a:cubicBezTo>
                  <a:lnTo>
                    <a:pt x="15339" y="16226"/>
                  </a:lnTo>
                  <a:lnTo>
                    <a:pt x="13437" y="16701"/>
                  </a:lnTo>
                  <a:cubicBezTo>
                    <a:pt x="13346" y="16722"/>
                    <a:pt x="13265" y="16764"/>
                    <a:pt x="13195" y="16827"/>
                  </a:cubicBezTo>
                  <a:lnTo>
                    <a:pt x="11728" y="18138"/>
                  </a:lnTo>
                  <a:lnTo>
                    <a:pt x="9826" y="17664"/>
                  </a:lnTo>
                  <a:cubicBezTo>
                    <a:pt x="9782" y="17653"/>
                    <a:pt x="9736" y="17648"/>
                    <a:pt x="9690" y="17648"/>
                  </a:cubicBezTo>
                  <a:cubicBezTo>
                    <a:pt x="9644" y="17648"/>
                    <a:pt x="9598" y="17653"/>
                    <a:pt x="9554" y="17664"/>
                  </a:cubicBezTo>
                  <a:lnTo>
                    <a:pt x="7652" y="18138"/>
                  </a:lnTo>
                  <a:lnTo>
                    <a:pt x="6184" y="16827"/>
                  </a:lnTo>
                  <a:cubicBezTo>
                    <a:pt x="6115" y="16767"/>
                    <a:pt x="6033" y="16722"/>
                    <a:pt x="5943" y="16701"/>
                  </a:cubicBezTo>
                  <a:lnTo>
                    <a:pt x="4040" y="16226"/>
                  </a:lnTo>
                  <a:lnTo>
                    <a:pt x="3343" y="14379"/>
                  </a:lnTo>
                  <a:cubicBezTo>
                    <a:pt x="3313" y="14291"/>
                    <a:pt x="3258" y="14216"/>
                    <a:pt x="3192" y="14155"/>
                  </a:cubicBezTo>
                  <a:lnTo>
                    <a:pt x="1721" y="12842"/>
                  </a:lnTo>
                  <a:lnTo>
                    <a:pt x="1960" y="10879"/>
                  </a:lnTo>
                  <a:cubicBezTo>
                    <a:pt x="1969" y="10788"/>
                    <a:pt x="1960" y="10695"/>
                    <a:pt x="1927" y="10610"/>
                  </a:cubicBezTo>
                  <a:lnTo>
                    <a:pt x="1229" y="8762"/>
                  </a:lnTo>
                  <a:lnTo>
                    <a:pt x="2346" y="7132"/>
                  </a:lnTo>
                  <a:cubicBezTo>
                    <a:pt x="2398" y="7056"/>
                    <a:pt x="2428" y="6969"/>
                    <a:pt x="2440" y="6878"/>
                  </a:cubicBezTo>
                  <a:lnTo>
                    <a:pt x="2679" y="4916"/>
                  </a:lnTo>
                  <a:lnTo>
                    <a:pt x="4415" y="3998"/>
                  </a:lnTo>
                  <a:cubicBezTo>
                    <a:pt x="4493" y="3955"/>
                    <a:pt x="4563" y="3892"/>
                    <a:pt x="4617" y="3817"/>
                  </a:cubicBezTo>
                  <a:lnTo>
                    <a:pt x="5731" y="2192"/>
                  </a:lnTo>
                  <a:lnTo>
                    <a:pt x="7691" y="2192"/>
                  </a:lnTo>
                  <a:cubicBezTo>
                    <a:pt x="7781" y="2192"/>
                    <a:pt x="7872" y="2168"/>
                    <a:pt x="7954" y="2126"/>
                  </a:cubicBezTo>
                  <a:lnTo>
                    <a:pt x="9690" y="1208"/>
                  </a:lnTo>
                  <a:close/>
                  <a:moveTo>
                    <a:pt x="9690" y="1"/>
                  </a:moveTo>
                  <a:cubicBezTo>
                    <a:pt x="9599" y="1"/>
                    <a:pt x="9509" y="23"/>
                    <a:pt x="9427" y="66"/>
                  </a:cubicBezTo>
                  <a:lnTo>
                    <a:pt x="7549" y="1057"/>
                  </a:lnTo>
                  <a:lnTo>
                    <a:pt x="5432" y="1057"/>
                  </a:lnTo>
                  <a:cubicBezTo>
                    <a:pt x="5245" y="1057"/>
                    <a:pt x="5070" y="1150"/>
                    <a:pt x="4964" y="1304"/>
                  </a:cubicBezTo>
                  <a:lnTo>
                    <a:pt x="3760" y="3062"/>
                  </a:lnTo>
                  <a:lnTo>
                    <a:pt x="1885" y="4052"/>
                  </a:lnTo>
                  <a:cubicBezTo>
                    <a:pt x="1721" y="4140"/>
                    <a:pt x="1610" y="4300"/>
                    <a:pt x="1586" y="4484"/>
                  </a:cubicBezTo>
                  <a:lnTo>
                    <a:pt x="1332" y="6607"/>
                  </a:lnTo>
                  <a:lnTo>
                    <a:pt x="127" y="8364"/>
                  </a:lnTo>
                  <a:cubicBezTo>
                    <a:pt x="22" y="8515"/>
                    <a:pt x="0" y="8711"/>
                    <a:pt x="67" y="8883"/>
                  </a:cubicBezTo>
                  <a:lnTo>
                    <a:pt x="819" y="10882"/>
                  </a:lnTo>
                  <a:lnTo>
                    <a:pt x="562" y="13002"/>
                  </a:lnTo>
                  <a:cubicBezTo>
                    <a:pt x="538" y="13186"/>
                    <a:pt x="607" y="13370"/>
                    <a:pt x="746" y="13494"/>
                  </a:cubicBezTo>
                  <a:lnTo>
                    <a:pt x="2331" y="14910"/>
                  </a:lnTo>
                  <a:lnTo>
                    <a:pt x="3083" y="16906"/>
                  </a:lnTo>
                  <a:cubicBezTo>
                    <a:pt x="3150" y="17081"/>
                    <a:pt x="3298" y="17211"/>
                    <a:pt x="3476" y="17256"/>
                  </a:cubicBezTo>
                  <a:lnTo>
                    <a:pt x="5535" y="17766"/>
                  </a:lnTo>
                  <a:lnTo>
                    <a:pt x="7120" y="19183"/>
                  </a:lnTo>
                  <a:cubicBezTo>
                    <a:pt x="7225" y="19276"/>
                    <a:pt x="7360" y="19326"/>
                    <a:pt x="7498" y="19326"/>
                  </a:cubicBezTo>
                  <a:cubicBezTo>
                    <a:pt x="7543" y="19326"/>
                    <a:pt x="7589" y="19321"/>
                    <a:pt x="7634" y="19309"/>
                  </a:cubicBezTo>
                  <a:lnTo>
                    <a:pt x="9690" y="18796"/>
                  </a:lnTo>
                  <a:lnTo>
                    <a:pt x="11746" y="19306"/>
                  </a:lnTo>
                  <a:cubicBezTo>
                    <a:pt x="11791" y="19318"/>
                    <a:pt x="11837" y="19324"/>
                    <a:pt x="11882" y="19324"/>
                  </a:cubicBezTo>
                  <a:cubicBezTo>
                    <a:pt x="12021" y="19324"/>
                    <a:pt x="12157" y="19273"/>
                    <a:pt x="12259" y="19180"/>
                  </a:cubicBezTo>
                  <a:lnTo>
                    <a:pt x="13845" y="17763"/>
                  </a:lnTo>
                  <a:lnTo>
                    <a:pt x="15901" y="17253"/>
                  </a:lnTo>
                  <a:cubicBezTo>
                    <a:pt x="16082" y="17208"/>
                    <a:pt x="16230" y="17078"/>
                    <a:pt x="16296" y="16903"/>
                  </a:cubicBezTo>
                  <a:lnTo>
                    <a:pt x="17048" y="14907"/>
                  </a:lnTo>
                  <a:lnTo>
                    <a:pt x="18633" y="13491"/>
                  </a:lnTo>
                  <a:cubicBezTo>
                    <a:pt x="18769" y="13367"/>
                    <a:pt x="18839" y="13183"/>
                    <a:pt x="18818" y="12999"/>
                  </a:cubicBezTo>
                  <a:lnTo>
                    <a:pt x="18561" y="10879"/>
                  </a:lnTo>
                  <a:lnTo>
                    <a:pt x="19313" y="8880"/>
                  </a:lnTo>
                  <a:cubicBezTo>
                    <a:pt x="19379" y="8708"/>
                    <a:pt x="19355" y="8515"/>
                    <a:pt x="19249" y="8361"/>
                  </a:cubicBezTo>
                  <a:lnTo>
                    <a:pt x="18048" y="6607"/>
                  </a:lnTo>
                  <a:lnTo>
                    <a:pt x="17794" y="4484"/>
                  </a:lnTo>
                  <a:cubicBezTo>
                    <a:pt x="17770" y="4300"/>
                    <a:pt x="17658" y="4140"/>
                    <a:pt x="17495" y="4052"/>
                  </a:cubicBezTo>
                  <a:lnTo>
                    <a:pt x="15620" y="3059"/>
                  </a:lnTo>
                  <a:lnTo>
                    <a:pt x="14415" y="1301"/>
                  </a:lnTo>
                  <a:cubicBezTo>
                    <a:pt x="14310" y="1147"/>
                    <a:pt x="14134" y="1057"/>
                    <a:pt x="13947" y="1057"/>
                  </a:cubicBezTo>
                  <a:lnTo>
                    <a:pt x="11831" y="1057"/>
                  </a:lnTo>
                  <a:lnTo>
                    <a:pt x="9955" y="66"/>
                  </a:lnTo>
                  <a:cubicBezTo>
                    <a:pt x="9872" y="23"/>
                    <a:pt x="9781" y="1"/>
                    <a:pt x="969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146575" lIns="146575" spcFirstLastPara="1" rIns="146575" wrap="square" tIns="14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44">
                <a:solidFill>
                  <a:srgbClr val="435D74"/>
                </a:solidFill>
              </a:endParaRPr>
            </a:p>
          </p:txBody>
        </p:sp>
      </p:grpSp>
      <p:sp>
        <p:nvSpPr>
          <p:cNvPr id="3529" name="Google Shape;3529;g3b499654e41_0_3351"/>
          <p:cNvSpPr/>
          <p:nvPr/>
        </p:nvSpPr>
        <p:spPr>
          <a:xfrm>
            <a:off x="5478350" y="2199975"/>
            <a:ext cx="2385900" cy="146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Unified Representation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IRIs &amp; hierarchy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Labels &amp; synonyms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Definitions &amp; descriptions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Structural axioms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30" name="Google Shape;3530;g3b499654e41_0_3351"/>
          <p:cNvSpPr/>
          <p:nvPr/>
        </p:nvSpPr>
        <p:spPr>
          <a:xfrm>
            <a:off x="4897338" y="2861025"/>
            <a:ext cx="467700" cy="14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31" name="Google Shape;3531;g3b499654e41_0_3351"/>
          <p:cNvSpPr/>
          <p:nvPr/>
        </p:nvSpPr>
        <p:spPr>
          <a:xfrm rot="726961">
            <a:off x="2307085" y="2535023"/>
            <a:ext cx="677491" cy="14910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32" name="Google Shape;3532;g3b499654e41_0_3351"/>
          <p:cNvSpPr/>
          <p:nvPr/>
        </p:nvSpPr>
        <p:spPr>
          <a:xfrm rot="-1597307">
            <a:off x="2307053" y="3372843"/>
            <a:ext cx="677529" cy="14905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33" name="Google Shape;3533;g3b499654e41_0_3351"/>
          <p:cNvSpPr/>
          <p:nvPr/>
        </p:nvSpPr>
        <p:spPr>
          <a:xfrm flipH="1" rot="-5397558">
            <a:off x="6028028" y="3937549"/>
            <a:ext cx="844800" cy="493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34" name="Google Shape;3534;g3b499654e41_0_3351"/>
          <p:cNvSpPr/>
          <p:nvPr/>
        </p:nvSpPr>
        <p:spPr>
          <a:xfrm>
            <a:off x="2663100" y="4095750"/>
            <a:ext cx="3519900" cy="788100"/>
          </a:xfrm>
          <a:prstGeom prst="roundRect">
            <a:avLst>
              <a:gd fmla="val 16667" name="adj"/>
            </a:avLst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Symbolic retrieval &amp; exact match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Rich textual input for model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3b499654e41_0_4676"/>
          <p:cNvSpPr txBox="1"/>
          <p:nvPr>
            <p:ph type="title"/>
          </p:nvPr>
        </p:nvSpPr>
        <p:spPr>
          <a:xfrm>
            <a:off x="793200" y="486550"/>
            <a:ext cx="5573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DATASET CONSTRUCTION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800"/>
          </a:p>
        </p:txBody>
      </p:sp>
      <p:pic>
        <p:nvPicPr>
          <p:cNvPr id="3540" name="Google Shape;3540;g3b499654e41_0_4676" title="ChatGPT Image 13 dic 2025, 17_36_56.png"/>
          <p:cNvPicPr preferRelativeResize="0"/>
          <p:nvPr/>
        </p:nvPicPr>
        <p:blipFill rotWithShape="1">
          <a:blip r:embed="rId3">
            <a:alphaModFix/>
          </a:blip>
          <a:srcRect b="10904" l="7424" r="54127" t="12196"/>
          <a:stretch/>
        </p:blipFill>
        <p:spPr>
          <a:xfrm>
            <a:off x="1401325" y="2765750"/>
            <a:ext cx="694049" cy="20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1" name="Google Shape;3541;g3b499654e41_0_4676"/>
          <p:cNvSpPr txBox="1"/>
          <p:nvPr>
            <p:ph idx="2" type="subTitle"/>
          </p:nvPr>
        </p:nvSpPr>
        <p:spPr>
          <a:xfrm>
            <a:off x="2299000" y="2958775"/>
            <a:ext cx="4776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POSITIVE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gold-standard alignment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42" name="Google Shape;3542;g3b499654e41_0_4676"/>
          <p:cNvSpPr txBox="1"/>
          <p:nvPr>
            <p:ph idx="2" type="subTitle"/>
          </p:nvPr>
        </p:nvSpPr>
        <p:spPr>
          <a:xfrm>
            <a:off x="2299000" y="3616700"/>
            <a:ext cx="4776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NEGATIVE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unrelated concept pair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43" name="Google Shape;3543;g3b499654e41_0_4676"/>
          <p:cNvSpPr txBox="1"/>
          <p:nvPr>
            <p:ph idx="2" type="subTitle"/>
          </p:nvPr>
        </p:nvSpPr>
        <p:spPr>
          <a:xfrm>
            <a:off x="2299000" y="4274625"/>
            <a:ext cx="55731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HARD NEGATIVE 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= 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semantically confusing non-match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44" name="Google Shape;3544;g3b499654e41_0_4676"/>
          <p:cNvSpPr/>
          <p:nvPr/>
        </p:nvSpPr>
        <p:spPr>
          <a:xfrm>
            <a:off x="646500" y="998600"/>
            <a:ext cx="7851000" cy="102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Convert ontologies and reference alignments into a supervised dataset. Each sample is a concept–concept pair labeled as match or non-match.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45" name="Google Shape;3545;g3b499654e41_0_4676"/>
          <p:cNvSpPr/>
          <p:nvPr/>
        </p:nvSpPr>
        <p:spPr>
          <a:xfrm>
            <a:off x="3291750" y="2201438"/>
            <a:ext cx="2560500" cy="5778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training sample can be: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46" name="Google Shape;3546;g3b499654e41_0_4676"/>
          <p:cNvSpPr/>
          <p:nvPr/>
        </p:nvSpPr>
        <p:spPr>
          <a:xfrm>
            <a:off x="8070300" y="5741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H3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0" name="Shape 3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1" name="Google Shape;3551;g3b47ec10538_0_81"/>
          <p:cNvSpPr txBox="1"/>
          <p:nvPr>
            <p:ph type="title"/>
          </p:nvPr>
        </p:nvSpPr>
        <p:spPr>
          <a:xfrm>
            <a:off x="1136800" y="2325725"/>
            <a:ext cx="4384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EVALUATION</a:t>
            </a:r>
            <a:r>
              <a:rPr lang="en" sz="2700"/>
              <a:t> &amp; RESULTS</a:t>
            </a:r>
            <a:endParaRPr sz="2700"/>
          </a:p>
        </p:txBody>
      </p:sp>
      <p:sp>
        <p:nvSpPr>
          <p:cNvPr id="3552" name="Google Shape;3552;g3b47ec10538_0_81"/>
          <p:cNvSpPr txBox="1"/>
          <p:nvPr>
            <p:ph idx="2" type="title"/>
          </p:nvPr>
        </p:nvSpPr>
        <p:spPr>
          <a:xfrm>
            <a:off x="5521000" y="2325725"/>
            <a:ext cx="1343100" cy="989400"/>
          </a:xfrm>
          <a:prstGeom prst="rect">
            <a:avLst/>
          </a:prstGeom>
          <a:solidFill>
            <a:srgbClr val="FFFFFF">
              <a:alpha val="7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553" name="Google Shape;3553;g3b47ec10538_0_81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4" name="Google Shape;3554;g3b47ec10538_0_81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555" name="Google Shape;3555;g3b47ec10538_0_81"/>
          <p:cNvGrpSpPr/>
          <p:nvPr/>
        </p:nvGrpSpPr>
        <p:grpSpPr>
          <a:xfrm flipH="1" rot="10800000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3556" name="Google Shape;3556;g3b47ec10538_0_81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7" name="Google Shape;3557;g3b47ec10538_0_81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8" name="Google Shape;3558;g3b47ec10538_0_81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9" name="Google Shape;3559;g3b47ec10538_0_81"/>
          <p:cNvGrpSpPr/>
          <p:nvPr/>
        </p:nvGrpSpPr>
        <p:grpSpPr>
          <a:xfrm flipH="1" rot="-5400000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3560" name="Google Shape;3560;g3b47ec10538_0_81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1" name="Google Shape;3561;g3b47ec10538_0_81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62" name="Google Shape;3562;g3b47ec10538_0_81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3" name="Google Shape;3563;g3b47ec10538_0_81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564" name="Google Shape;3564;g3b47ec10538_0_81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565" name="Google Shape;3565;g3b47ec10538_0_81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g3b47ec10538_0_81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g3b47ec10538_0_81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g3b4a8032e18_0_13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EVALUATION SETUP</a:t>
            </a:r>
            <a:endParaRPr/>
          </a:p>
        </p:txBody>
      </p:sp>
      <p:grpSp>
        <p:nvGrpSpPr>
          <p:cNvPr id="3573" name="Google Shape;3573;g3b4a8032e18_0_1393"/>
          <p:cNvGrpSpPr/>
          <p:nvPr/>
        </p:nvGrpSpPr>
        <p:grpSpPr>
          <a:xfrm>
            <a:off x="3712744" y="1268396"/>
            <a:ext cx="4137279" cy="1633326"/>
            <a:chOff x="1904318" y="789980"/>
            <a:chExt cx="1497658" cy="606868"/>
          </a:xfrm>
        </p:grpSpPr>
        <p:cxnSp>
          <p:nvCxnSpPr>
            <p:cNvPr id="3574" name="Google Shape;3574;g3b4a8032e18_0_1393"/>
            <p:cNvCxnSpPr/>
            <p:nvPr/>
          </p:nvCxnSpPr>
          <p:spPr>
            <a:xfrm rot="10800000">
              <a:off x="2109981" y="1180903"/>
              <a:ext cx="1280400" cy="0"/>
            </a:xfrm>
            <a:prstGeom prst="straightConnector1">
              <a:avLst/>
            </a:prstGeom>
            <a:noFill/>
            <a:ln cap="flat" cmpd="sng" w="15550">
              <a:solidFill>
                <a:srgbClr val="B3C3C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5" name="Google Shape;3575;g3b4a8032e18_0_1393"/>
            <p:cNvCxnSpPr/>
            <p:nvPr/>
          </p:nvCxnSpPr>
          <p:spPr>
            <a:xfrm rot="10800000">
              <a:off x="2109981" y="985080"/>
              <a:ext cx="1280400" cy="0"/>
            </a:xfrm>
            <a:prstGeom prst="straightConnector1">
              <a:avLst/>
            </a:prstGeom>
            <a:noFill/>
            <a:ln cap="flat" cmpd="sng" w="15550">
              <a:solidFill>
                <a:srgbClr val="B3C3C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6" name="Google Shape;3576;g3b4a8032e18_0_1393"/>
            <p:cNvCxnSpPr/>
            <p:nvPr/>
          </p:nvCxnSpPr>
          <p:spPr>
            <a:xfrm rot="10800000">
              <a:off x="2109981" y="1376729"/>
              <a:ext cx="1280400" cy="0"/>
            </a:xfrm>
            <a:prstGeom prst="straightConnector1">
              <a:avLst/>
            </a:prstGeom>
            <a:noFill/>
            <a:ln cap="flat" cmpd="sng" w="15550">
              <a:solidFill>
                <a:srgbClr val="B3C3C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77" name="Google Shape;3577;g3b4a8032e18_0_1393"/>
            <p:cNvSpPr txBox="1"/>
            <p:nvPr/>
          </p:nvSpPr>
          <p:spPr>
            <a:xfrm flipH="1">
              <a:off x="210971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25%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78" name="Google Shape;3578;g3b4a8032e18_0_1393"/>
            <p:cNvSpPr txBox="1"/>
            <p:nvPr/>
          </p:nvSpPr>
          <p:spPr>
            <a:xfrm flipH="1">
              <a:off x="2434275" y="789980"/>
              <a:ext cx="2892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50%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79" name="Google Shape;3579;g3b4a8032e18_0_1393"/>
            <p:cNvSpPr txBox="1"/>
            <p:nvPr/>
          </p:nvSpPr>
          <p:spPr>
            <a:xfrm flipH="1">
              <a:off x="2781049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75%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80" name="Google Shape;3580;g3b4a8032e18_0_1393"/>
            <p:cNvSpPr txBox="1"/>
            <p:nvPr/>
          </p:nvSpPr>
          <p:spPr>
            <a:xfrm flipH="1">
              <a:off x="311269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100%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81" name="Google Shape;3581;g3b4a8032e18_0_1393"/>
            <p:cNvSpPr/>
            <p:nvPr/>
          </p:nvSpPr>
          <p:spPr>
            <a:xfrm>
              <a:off x="2105681" y="964326"/>
              <a:ext cx="2892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anchorCtr="0" anchor="ctr" bIns="149100" lIns="149100" spcFirstLastPara="1" rIns="149100" wrap="square" tIns="14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g3b4a8032e18_0_1393"/>
            <p:cNvSpPr/>
            <p:nvPr/>
          </p:nvSpPr>
          <p:spPr>
            <a:xfrm>
              <a:off x="3076476" y="1354249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149100" lIns="149100" spcFirstLastPara="1" rIns="149100" wrap="square" tIns="14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65"/>
            </a:p>
          </p:txBody>
        </p:sp>
        <p:sp>
          <p:nvSpPr>
            <p:cNvPr id="3583" name="Google Shape;3583;g3b4a8032e18_0_1393"/>
            <p:cNvSpPr/>
            <p:nvPr/>
          </p:nvSpPr>
          <p:spPr>
            <a:xfrm>
              <a:off x="2735587" y="1159600"/>
              <a:ext cx="2892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149100" lIns="149100" spcFirstLastPara="1" rIns="149100" wrap="square" tIns="14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65"/>
            </a:p>
          </p:txBody>
        </p:sp>
        <p:sp>
          <p:nvSpPr>
            <p:cNvPr id="3584" name="Google Shape;3584;g3b4a8032e18_0_1393"/>
            <p:cNvSpPr/>
            <p:nvPr/>
          </p:nvSpPr>
          <p:spPr>
            <a:xfrm>
              <a:off x="2410087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anchorCtr="0" anchor="ctr" bIns="149100" lIns="149100" spcFirstLastPara="1" rIns="149100" wrap="square" tIns="14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g3b4a8032e18_0_1393"/>
            <p:cNvSpPr txBox="1"/>
            <p:nvPr/>
          </p:nvSpPr>
          <p:spPr>
            <a:xfrm flipH="1">
              <a:off x="1906114" y="918164"/>
              <a:ext cx="203400" cy="1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POSITIVES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86" name="Google Shape;3586;g3b4a8032e18_0_1393"/>
            <p:cNvSpPr txBox="1"/>
            <p:nvPr/>
          </p:nvSpPr>
          <p:spPr>
            <a:xfrm flipH="1">
              <a:off x="1904318" y="1113390"/>
              <a:ext cx="205200" cy="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RANDOM NEGATIVES</a:t>
              </a:r>
              <a:endParaRPr sz="652">
                <a:solidFill>
                  <a:srgbClr val="E3E9ED"/>
                </a:solidFill>
              </a:endParaRPr>
            </a:p>
          </p:txBody>
        </p:sp>
        <p:sp>
          <p:nvSpPr>
            <p:cNvPr id="3587" name="Google Shape;3587;g3b4a8032e18_0_1393"/>
            <p:cNvSpPr txBox="1"/>
            <p:nvPr/>
          </p:nvSpPr>
          <p:spPr>
            <a:xfrm flipH="1">
              <a:off x="1906118" y="1304527"/>
              <a:ext cx="203400" cy="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100" lIns="0" spcFirstLastPara="1" rIns="0" wrap="square" tIns="1491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2610"/>
                </a:spcAft>
                <a:buNone/>
              </a:pPr>
              <a:r>
                <a:rPr lang="en" sz="652">
                  <a:solidFill>
                    <a:srgbClr val="E3E9ED"/>
                  </a:solidFill>
                </a:rPr>
                <a:t>HARD NEGATIVES</a:t>
              </a:r>
              <a:endParaRPr sz="652">
                <a:solidFill>
                  <a:srgbClr val="E3E9ED"/>
                </a:solidFill>
              </a:endParaRPr>
            </a:p>
          </p:txBody>
        </p:sp>
      </p:grpSp>
      <p:sp>
        <p:nvSpPr>
          <p:cNvPr id="3588" name="Google Shape;3588;g3b4a8032e18_0_1393"/>
          <p:cNvSpPr/>
          <p:nvPr/>
        </p:nvSpPr>
        <p:spPr>
          <a:xfrm>
            <a:off x="3639235" y="1325020"/>
            <a:ext cx="4284600" cy="1852200"/>
          </a:xfrm>
          <a:prstGeom prst="roundRect">
            <a:avLst>
              <a:gd fmla="val 16667" name="adj"/>
            </a:avLst>
          </a:prstGeom>
          <a:noFill/>
          <a:ln cap="flat" cmpd="sng" w="237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75" lIns="76075" spcFirstLastPara="1" rIns="76075" wrap="square" tIns="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5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89" name="Google Shape;3589;g3b4a8032e18_0_1393"/>
          <p:cNvSpPr txBox="1"/>
          <p:nvPr/>
        </p:nvSpPr>
        <p:spPr>
          <a:xfrm>
            <a:off x="4484025" y="1017727"/>
            <a:ext cx="2595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075" lIns="76075" spcFirstLastPara="1" rIns="76075" wrap="square" tIns="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8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Supervised dataset </a:t>
            </a:r>
            <a:r>
              <a:rPr lang="en" sz="1248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 1365</a:t>
            </a:r>
            <a:r>
              <a:rPr lang="en" sz="1248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pairs</a:t>
            </a:r>
            <a:endParaRPr sz="1664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90" name="Google Shape;3590;g3b4a8032e18_0_1393"/>
          <p:cNvSpPr/>
          <p:nvPr/>
        </p:nvSpPr>
        <p:spPr>
          <a:xfrm>
            <a:off x="1220163" y="1528563"/>
            <a:ext cx="1166400" cy="508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46406B">
              <a:alpha val="3000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ENVO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91" name="Google Shape;3591;g3b4a8032e18_0_1393"/>
          <p:cNvSpPr/>
          <p:nvPr/>
        </p:nvSpPr>
        <p:spPr>
          <a:xfrm>
            <a:off x="1220163" y="2465463"/>
            <a:ext cx="1166400" cy="508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46406B">
              <a:alpha val="3000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SWEET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592" name="Google Shape;3592;g3b4a8032e18_0_1393"/>
          <p:cNvCxnSpPr>
            <a:endCxn id="3588" idx="1"/>
          </p:cNvCxnSpPr>
          <p:nvPr/>
        </p:nvCxnSpPr>
        <p:spPr>
          <a:xfrm>
            <a:off x="2429935" y="1788520"/>
            <a:ext cx="1209300" cy="4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3" name="Google Shape;3593;g3b4a8032e18_0_1393"/>
          <p:cNvCxnSpPr>
            <a:endCxn id="3588" idx="1"/>
          </p:cNvCxnSpPr>
          <p:nvPr/>
        </p:nvCxnSpPr>
        <p:spPr>
          <a:xfrm flipH="1" rot="10800000">
            <a:off x="2420035" y="2251120"/>
            <a:ext cx="1219200" cy="47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4" name="Google Shape;3594;g3b4a8032e18_0_1393"/>
          <p:cNvSpPr txBox="1"/>
          <p:nvPr/>
        </p:nvSpPr>
        <p:spPr>
          <a:xfrm>
            <a:off x="2103300" y="3402375"/>
            <a:ext cx="4937400" cy="13509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Retrieval quality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(Recall-oriented)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 the correct ontology class present among the retrieved candidates?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Final decision quality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(Precision-oriented)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 the top-ranked prediction selected by the neural scorer correct?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95" name="Google Shape;3595;g3b4a8032e18_0_1393"/>
          <p:cNvSpPr/>
          <p:nvPr/>
        </p:nvSpPr>
        <p:spPr>
          <a:xfrm rot="5398898">
            <a:off x="7367503" y="3202325"/>
            <a:ext cx="1871100" cy="758400"/>
          </a:xfrm>
          <a:prstGeom prst="uturnArrow">
            <a:avLst>
              <a:gd fmla="val 15171" name="adj1"/>
              <a:gd fmla="val 24998" name="adj2"/>
              <a:gd fmla="val 25000" name="adj3"/>
              <a:gd fmla="val 43750" name="adj4"/>
              <a:gd fmla="val 100000" name="adj5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96" name="Google Shape;3596;g3b4a8032e18_0_1393"/>
          <p:cNvSpPr txBox="1"/>
          <p:nvPr/>
        </p:nvSpPr>
        <p:spPr>
          <a:xfrm>
            <a:off x="7299200" y="3353175"/>
            <a:ext cx="11664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136 attributes from SWEET ontology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g3b4a8032e18_0_13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MODEL COMPARISON</a:t>
            </a:r>
            <a:endParaRPr/>
          </a:p>
        </p:txBody>
      </p:sp>
      <p:grpSp>
        <p:nvGrpSpPr>
          <p:cNvPr id="3602" name="Google Shape;3602;g3b4a8032e18_0_1399"/>
          <p:cNvGrpSpPr/>
          <p:nvPr/>
        </p:nvGrpSpPr>
        <p:grpSpPr>
          <a:xfrm>
            <a:off x="2625407" y="2109110"/>
            <a:ext cx="3893203" cy="1011040"/>
            <a:chOff x="3913765" y="3997002"/>
            <a:chExt cx="1522805" cy="395463"/>
          </a:xfrm>
        </p:grpSpPr>
        <p:grpSp>
          <p:nvGrpSpPr>
            <p:cNvPr id="3603" name="Google Shape;3603;g3b4a8032e18_0_1399"/>
            <p:cNvGrpSpPr/>
            <p:nvPr/>
          </p:nvGrpSpPr>
          <p:grpSpPr>
            <a:xfrm>
              <a:off x="3913765" y="4138659"/>
              <a:ext cx="507602" cy="253806"/>
              <a:chOff x="3913765" y="4138659"/>
              <a:chExt cx="507602" cy="253806"/>
            </a:xfrm>
          </p:grpSpPr>
          <p:sp>
            <p:nvSpPr>
              <p:cNvPr id="3604" name="Google Shape;3604;g3b4a8032e18_0_1399"/>
              <p:cNvSpPr/>
              <p:nvPr/>
            </p:nvSpPr>
            <p:spPr>
              <a:xfrm>
                <a:off x="3913765" y="4138659"/>
                <a:ext cx="507602" cy="50764"/>
              </a:xfrm>
              <a:custGeom>
                <a:rect b="b" l="l" r="r" t="t"/>
                <a:pathLst>
                  <a:path extrusionOk="0" fill="none" h="9502" w="95012">
                    <a:moveTo>
                      <a:pt x="95011" y="1"/>
                    </a:moveTo>
                    <a:lnTo>
                      <a:pt x="23755" y="1"/>
                    </a:lnTo>
                    <a:lnTo>
                      <a:pt x="1" y="9501"/>
                    </a:lnTo>
                    <a:lnTo>
                      <a:pt x="95011" y="9501"/>
                    </a:lnTo>
                    <a:close/>
                  </a:path>
                </a:pathLst>
              </a:custGeom>
              <a:noFill/>
              <a:ln cap="flat" cmpd="sng" w="26950">
                <a:solidFill>
                  <a:srgbClr val="A5B7C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g3b4a8032e18_0_1399"/>
              <p:cNvSpPr/>
              <p:nvPr/>
            </p:nvSpPr>
            <p:spPr>
              <a:xfrm>
                <a:off x="3913765" y="4189418"/>
                <a:ext cx="507602" cy="203047"/>
              </a:xfrm>
              <a:custGeom>
                <a:rect b="b" l="l" r="r" t="t"/>
                <a:pathLst>
                  <a:path extrusionOk="0" fill="none" h="38006" w="95012">
                    <a:moveTo>
                      <a:pt x="1" y="0"/>
                    </a:moveTo>
                    <a:lnTo>
                      <a:pt x="1" y="38005"/>
                    </a:lnTo>
                    <a:lnTo>
                      <a:pt x="95011" y="38005"/>
                    </a:lnTo>
                    <a:lnTo>
                      <a:pt x="95011" y="38005"/>
                    </a:lnTo>
                    <a:lnTo>
                      <a:pt x="95011" y="0"/>
                    </a:lnTo>
                    <a:close/>
                  </a:path>
                </a:pathLst>
              </a:custGeom>
              <a:noFill/>
              <a:ln cap="flat" cmpd="sng" w="26950">
                <a:solidFill>
                  <a:srgbClr val="869FB1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961"/>
                  <a:t>     </a:t>
                </a:r>
                <a:endParaRPr sz="3961"/>
              </a:p>
            </p:txBody>
          </p:sp>
        </p:grpSp>
        <p:grpSp>
          <p:nvGrpSpPr>
            <p:cNvPr id="3606" name="Google Shape;3606;g3b4a8032e18_0_1399"/>
            <p:cNvGrpSpPr/>
            <p:nvPr/>
          </p:nvGrpSpPr>
          <p:grpSpPr>
            <a:xfrm>
              <a:off x="4421361" y="3997002"/>
              <a:ext cx="507618" cy="395463"/>
              <a:chOff x="4421361" y="3997002"/>
              <a:chExt cx="507618" cy="395463"/>
            </a:xfrm>
          </p:grpSpPr>
          <p:sp>
            <p:nvSpPr>
              <p:cNvPr id="3607" name="Google Shape;3607;g3b4a8032e18_0_1399"/>
              <p:cNvSpPr/>
              <p:nvPr/>
            </p:nvSpPr>
            <p:spPr>
              <a:xfrm>
                <a:off x="4421361" y="3997002"/>
                <a:ext cx="507618" cy="50759"/>
              </a:xfrm>
              <a:custGeom>
                <a:rect b="b" l="l" r="r" t="t"/>
                <a:pathLst>
                  <a:path extrusionOk="0" fill="none" h="9501" w="95015">
                    <a:moveTo>
                      <a:pt x="71260" y="0"/>
                    </a:moveTo>
                    <a:lnTo>
                      <a:pt x="23755" y="0"/>
                    </a:lnTo>
                    <a:lnTo>
                      <a:pt x="0" y="9501"/>
                    </a:lnTo>
                    <a:lnTo>
                      <a:pt x="95014" y="9501"/>
                    </a:lnTo>
                    <a:close/>
                  </a:path>
                </a:pathLst>
              </a:custGeom>
              <a:noFill/>
              <a:ln cap="sq" cmpd="sng" w="26950">
                <a:solidFill>
                  <a:srgbClr val="A5B7C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g3b4a8032e18_0_1399"/>
              <p:cNvSpPr/>
              <p:nvPr/>
            </p:nvSpPr>
            <p:spPr>
              <a:xfrm>
                <a:off x="4421361" y="4047756"/>
                <a:ext cx="507618" cy="344709"/>
              </a:xfrm>
              <a:custGeom>
                <a:rect b="b" l="l" r="r" t="t"/>
                <a:pathLst>
                  <a:path extrusionOk="0" fill="none" h="64522" w="95015">
                    <a:moveTo>
                      <a:pt x="0" y="1"/>
                    </a:moveTo>
                    <a:lnTo>
                      <a:pt x="0" y="64521"/>
                    </a:lnTo>
                    <a:lnTo>
                      <a:pt x="95014" y="64521"/>
                    </a:lnTo>
                    <a:lnTo>
                      <a:pt x="95014" y="35846"/>
                    </a:lnTo>
                    <a:lnTo>
                      <a:pt x="95014" y="35846"/>
                    </a:lnTo>
                    <a:lnTo>
                      <a:pt x="95014" y="26286"/>
                    </a:lnTo>
                    <a:lnTo>
                      <a:pt x="95014" y="1"/>
                    </a:lnTo>
                    <a:close/>
                  </a:path>
                </a:pathLst>
              </a:custGeom>
              <a:noFill/>
              <a:ln cap="flat" cmpd="sng" w="26950">
                <a:solidFill>
                  <a:srgbClr val="DBE2E7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67"/>
              </a:p>
            </p:txBody>
          </p:sp>
        </p:grpSp>
        <p:grpSp>
          <p:nvGrpSpPr>
            <p:cNvPr id="3609" name="Google Shape;3609;g3b4a8032e18_0_1399"/>
            <p:cNvGrpSpPr/>
            <p:nvPr/>
          </p:nvGrpSpPr>
          <p:grpSpPr>
            <a:xfrm>
              <a:off x="4928973" y="4189418"/>
              <a:ext cx="507596" cy="203047"/>
              <a:chOff x="4928973" y="4189418"/>
              <a:chExt cx="507596" cy="203047"/>
            </a:xfrm>
          </p:grpSpPr>
          <p:sp>
            <p:nvSpPr>
              <p:cNvPr id="3610" name="Google Shape;3610;g3b4a8032e18_0_1399"/>
              <p:cNvSpPr/>
              <p:nvPr/>
            </p:nvSpPr>
            <p:spPr>
              <a:xfrm>
                <a:off x="4928973" y="4189418"/>
                <a:ext cx="507596" cy="50759"/>
              </a:xfrm>
              <a:custGeom>
                <a:rect b="b" l="l" r="r" t="t"/>
                <a:pathLst>
                  <a:path extrusionOk="0" fill="none" h="9501" w="95011">
                    <a:moveTo>
                      <a:pt x="95011" y="9501"/>
                    </a:moveTo>
                    <a:lnTo>
                      <a:pt x="71260" y="0"/>
                    </a:lnTo>
                    <a:lnTo>
                      <a:pt x="0" y="0"/>
                    </a:lnTo>
                    <a:lnTo>
                      <a:pt x="0" y="9501"/>
                    </a:lnTo>
                    <a:close/>
                  </a:path>
                </a:pathLst>
              </a:custGeom>
              <a:noFill/>
              <a:ln cap="flat" cmpd="sng" w="26950">
                <a:solidFill>
                  <a:srgbClr val="A5B7C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g3b4a8032e18_0_1399"/>
              <p:cNvSpPr/>
              <p:nvPr/>
            </p:nvSpPr>
            <p:spPr>
              <a:xfrm>
                <a:off x="4928973" y="4240172"/>
                <a:ext cx="507596" cy="152293"/>
              </a:xfrm>
              <a:custGeom>
                <a:rect b="b" l="l" r="r" t="t"/>
                <a:pathLst>
                  <a:path extrusionOk="0" fill="none" h="28506" w="95011">
                    <a:moveTo>
                      <a:pt x="0" y="28505"/>
                    </a:moveTo>
                    <a:lnTo>
                      <a:pt x="0" y="28505"/>
                    </a:lnTo>
                    <a:lnTo>
                      <a:pt x="95011" y="28505"/>
                    </a:lnTo>
                    <a:lnTo>
                      <a:pt x="95011" y="1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26950">
                <a:solidFill>
                  <a:srgbClr val="869FB1"/>
                </a:solidFill>
                <a:prstDash val="solid"/>
                <a:miter lim="2676"/>
                <a:headEnd len="sm" w="sm" type="none"/>
                <a:tailEnd len="sm" w="sm" type="none"/>
              </a:ln>
            </p:spPr>
            <p:txBody>
              <a:bodyPr anchorCtr="0" anchor="ctr" bIns="258700" lIns="258700" spcFirstLastPara="1" rIns="258700" wrap="square" tIns="258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12" name="Google Shape;3612;g3b4a8032e18_0_1399"/>
          <p:cNvSpPr txBox="1"/>
          <p:nvPr/>
        </p:nvSpPr>
        <p:spPr>
          <a:xfrm>
            <a:off x="625900" y="1017725"/>
            <a:ext cx="7639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All models trained on the same dataset with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hard negatives enabled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Models are evaluated under two retrieval modes: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Lexical </a:t>
            </a: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Hybrid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Model selection in based on 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Precision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13" name="Google Shape;3613;g3b4a8032e18_0_1399"/>
          <p:cNvSpPr txBox="1"/>
          <p:nvPr/>
        </p:nvSpPr>
        <p:spPr>
          <a:xfrm>
            <a:off x="4115250" y="1875713"/>
            <a:ext cx="9135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SciBERT</a:t>
            </a:r>
            <a:endParaRPr b="1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14" name="Google Shape;3614;g3b4a8032e18_0_1399"/>
          <p:cNvSpPr txBox="1"/>
          <p:nvPr/>
        </p:nvSpPr>
        <p:spPr>
          <a:xfrm>
            <a:off x="1040125" y="3216825"/>
            <a:ext cx="7341900" cy="738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Domain-specific pretraining consistently improves semantic alignment performance.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SciBERT achieves the best overall results and is selected as the reference model.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15" name="Google Shape;3615;g3b4a8032e18_0_1399"/>
          <p:cNvSpPr txBox="1"/>
          <p:nvPr/>
        </p:nvSpPr>
        <p:spPr>
          <a:xfrm>
            <a:off x="2625400" y="2109113"/>
            <a:ext cx="131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PubMed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BERT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16" name="Google Shape;3616;g3b4a8032e18_0_1399"/>
          <p:cNvSpPr txBox="1"/>
          <p:nvPr/>
        </p:nvSpPr>
        <p:spPr>
          <a:xfrm>
            <a:off x="5281150" y="2342213"/>
            <a:ext cx="11499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BERT_base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17" name="Google Shape;3617;g3b4a8032e18_0_1399"/>
          <p:cNvSpPr txBox="1"/>
          <p:nvPr/>
        </p:nvSpPr>
        <p:spPr>
          <a:xfrm>
            <a:off x="2721425" y="2633725"/>
            <a:ext cx="1098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0.5942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0.5652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18" name="Google Shape;3618;g3b4a8032e18_0_1399"/>
          <p:cNvSpPr txBox="1"/>
          <p:nvPr/>
        </p:nvSpPr>
        <p:spPr>
          <a:xfrm>
            <a:off x="4004400" y="2322925"/>
            <a:ext cx="114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0.6667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0.6232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19" name="Google Shape;3619;g3b4a8032e18_0_1399"/>
          <p:cNvSpPr txBox="1"/>
          <p:nvPr/>
        </p:nvSpPr>
        <p:spPr>
          <a:xfrm>
            <a:off x="5338975" y="2692275"/>
            <a:ext cx="10983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0.5652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0.5797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20" name="Google Shape;3620;g3b4a8032e18_0_1399"/>
          <p:cNvSpPr txBox="1"/>
          <p:nvPr/>
        </p:nvSpPr>
        <p:spPr>
          <a:xfrm>
            <a:off x="1040125" y="4110725"/>
            <a:ext cx="7341900" cy="7386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28575">
            <a:solidFill>
              <a:srgbClr val="464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Lexical retrieval yields higher precision on this dataset due to strong lexical overlap.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139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Hybrid retrieval improves robustness by recovering semantically related candidates when lexical signals fail.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4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g3b4a8032e18_0_1404"/>
          <p:cNvSpPr txBox="1"/>
          <p:nvPr/>
        </p:nvSpPr>
        <p:spPr>
          <a:xfrm>
            <a:off x="4921238" y="3569525"/>
            <a:ext cx="3333900" cy="13194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Secondary analysis (thresholding)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When calibrated for binary decisions, hard negatives improve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match/no-match reliability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especially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Recall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(fewer false negatives).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26" name="Google Shape;3626;g3b4a8032e18_0_1404"/>
          <p:cNvSpPr txBox="1"/>
          <p:nvPr/>
        </p:nvSpPr>
        <p:spPr>
          <a:xfrm>
            <a:off x="888863" y="3569525"/>
            <a:ext cx="3333900" cy="13194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Key result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Hard negatives improve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top-1 precision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with a larger gain under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Hybrid retrieval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where candidates are more semantically confusable.</a:t>
            </a:r>
            <a:endParaRPr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27" name="Google Shape;3627;g3b4a8032e18_0_14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ABLATION STUDY: HARD NEGATIVES</a:t>
            </a:r>
            <a:endParaRPr/>
          </a:p>
        </p:txBody>
      </p:sp>
      <p:sp>
        <p:nvSpPr>
          <p:cNvPr id="3628" name="Google Shape;3628;g3b4a8032e18_0_1404"/>
          <p:cNvSpPr/>
          <p:nvPr/>
        </p:nvSpPr>
        <p:spPr>
          <a:xfrm>
            <a:off x="8070300" y="5741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H3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29" name="Google Shape;3629;g3b4a8032e18_0_1404"/>
          <p:cNvSpPr txBox="1"/>
          <p:nvPr/>
        </p:nvSpPr>
        <p:spPr>
          <a:xfrm>
            <a:off x="2712750" y="1017725"/>
            <a:ext cx="3718500" cy="897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Ablation setup (SciBERT)</a:t>
            </a:r>
            <a:b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Same model, same training pipeline, same splits.</a:t>
            </a:r>
            <a:b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Only change: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Hard Negatives ON vs OFF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3630" name="Google Shape;3630;g3b4a8032e18_0_1404"/>
          <p:cNvGraphicFramePr/>
          <p:nvPr/>
        </p:nvGraphicFramePr>
        <p:xfrm>
          <a:off x="4673750" y="210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{69C8195F-FF75-4561-9D69-CDE994FD511D}</a:tableStyleId>
              </a:tblPr>
              <a:tblGrid>
                <a:gridCol w="957225"/>
                <a:gridCol w="957225"/>
                <a:gridCol w="957225"/>
                <a:gridCol w="957225"/>
              </a:tblGrid>
              <a:tr h="4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Accuracy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Recall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Accuracy NO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Recall NO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61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Threshold = 0.999345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Threshold = 0.997826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</a:tr>
              <a:tr h="4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0.9562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0.9565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0.8905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0.8551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31" name="Google Shape;3631;g3b4a8032e18_0_1404"/>
          <p:cNvGraphicFramePr/>
          <p:nvPr/>
        </p:nvGraphicFramePr>
        <p:xfrm>
          <a:off x="798650" y="210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{69C8195F-FF75-4561-9D69-CDE994FD511D}</a:tableStyleId>
              </a:tblPr>
              <a:tblGrid>
                <a:gridCol w="1171450"/>
                <a:gridCol w="1171450"/>
                <a:gridCol w="1171450"/>
              </a:tblGrid>
              <a:tr h="4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Retrieval Mode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Precision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Precision NO HN</a:t>
                      </a:r>
                      <a:endParaRPr b="1"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Lexical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o.6667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0.6522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Hybrid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0.6232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0.5942</a:t>
                      </a:r>
                      <a:endParaRPr sz="10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5" name="Shape 3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6" name="Google Shape;3636;g3b4a8032e18_0_14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THRESHOLDING &amp; BINARY DECISION (Secondary Analysis)</a:t>
            </a:r>
            <a:endParaRPr/>
          </a:p>
        </p:txBody>
      </p:sp>
      <p:grpSp>
        <p:nvGrpSpPr>
          <p:cNvPr id="3637" name="Google Shape;3637;g3b4a8032e18_0_1409"/>
          <p:cNvGrpSpPr/>
          <p:nvPr/>
        </p:nvGrpSpPr>
        <p:grpSpPr>
          <a:xfrm>
            <a:off x="983525" y="1017729"/>
            <a:ext cx="3410327" cy="3633782"/>
            <a:chOff x="763825" y="1017725"/>
            <a:chExt cx="3303300" cy="3861908"/>
          </a:xfrm>
        </p:grpSpPr>
        <p:sp>
          <p:nvSpPr>
            <p:cNvPr id="3638" name="Google Shape;3638;g3b4a8032e18_0_1409"/>
            <p:cNvSpPr txBox="1"/>
            <p:nvPr/>
          </p:nvSpPr>
          <p:spPr>
            <a:xfrm>
              <a:off x="763825" y="1017725"/>
              <a:ext cx="3303300" cy="3942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4375" lIns="94375" spcFirstLastPara="1" rIns="94375" wrap="square" tIns="9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5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METHODOLOGY (THE HOW)</a:t>
              </a:r>
              <a:endParaRPr b="1" sz="1445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639" name="Google Shape;3639;g3b4a8032e18_0_1409"/>
            <p:cNvSpPr txBox="1"/>
            <p:nvPr/>
          </p:nvSpPr>
          <p:spPr>
            <a:xfrm>
              <a:off x="763825" y="1411933"/>
              <a:ext cx="3303300" cy="34677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4375" lIns="94375" spcFirstLastPara="1" rIns="94375" wrap="square" tIns="9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SE</a:t>
              </a: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TUP</a:t>
              </a: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: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Focuses on pairwise attribute–class classification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Raw output: Continuous similarity scores (logits/probabilities).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BINARY CONVERSION</a:t>
              </a: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: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Scores are converted into hard decisions (Match / No-Match).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THRESHOLD SELECTION (𝜏)</a:t>
              </a: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: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Optimized on Validation Set.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Objective: Maximize Accuracy.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7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Applied uniformly to Test Set.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3640" name="Google Shape;3640;g3b4a8032e18_0_1409"/>
          <p:cNvGrpSpPr/>
          <p:nvPr/>
        </p:nvGrpSpPr>
        <p:grpSpPr>
          <a:xfrm>
            <a:off x="4750150" y="1017726"/>
            <a:ext cx="3410328" cy="2063750"/>
            <a:chOff x="4394874" y="1161350"/>
            <a:chExt cx="3303301" cy="2193311"/>
          </a:xfrm>
        </p:grpSpPr>
        <p:sp>
          <p:nvSpPr>
            <p:cNvPr id="3641" name="Google Shape;3641;g3b4a8032e18_0_1409"/>
            <p:cNvSpPr txBox="1"/>
            <p:nvPr/>
          </p:nvSpPr>
          <p:spPr>
            <a:xfrm>
              <a:off x="4394875" y="1161350"/>
              <a:ext cx="3303300" cy="3942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4400" lIns="94400" spcFirstLastPara="1" rIns="94400" wrap="square" tIns="94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5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PURPOSE &amp; CONTEXT (THE HOW)</a:t>
              </a:r>
              <a:endParaRPr b="1" sz="1445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642" name="Google Shape;3642;g3b4a8032e18_0_1409"/>
            <p:cNvSpPr txBox="1"/>
            <p:nvPr/>
          </p:nvSpPr>
          <p:spPr>
            <a:xfrm>
              <a:off x="4394874" y="1555561"/>
              <a:ext cx="3303300" cy="17991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4400" lIns="94400" spcFirstLastPara="1" rIns="94400" wrap="square" tIns="94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GOAL</a:t>
              </a: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: Calibration &amp; </a:t>
              </a: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Interpretability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5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Assess the discriminative power of the model in isolation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5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Understand model confidence distribution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     </a:t>
              </a:r>
              <a:r>
                <a:rPr b="1" lang="en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SCOPE LIMITATION</a:t>
              </a:r>
              <a:endParaRPr b="1"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-307265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9"/>
                <a:buFont typeface="Hanken Grotesk"/>
                <a:buChar char="●"/>
              </a:pPr>
              <a:r>
                <a:rPr lang="en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Not used for end-to-end inference.</a:t>
              </a:r>
              <a:endParaRPr sz="1238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3643" name="Google Shape;3643;g3b4a8032e18_0_1409" title="20260106_2132_Graph Style Transfer_remix_01keag3075efgttb80g3bvabt7.png"/>
          <p:cNvPicPr preferRelativeResize="0"/>
          <p:nvPr/>
        </p:nvPicPr>
        <p:blipFill rotWithShape="1">
          <a:blip r:embed="rId3">
            <a:alphaModFix/>
          </a:blip>
          <a:srcRect b="34366" l="5308" r="-1647" t="30764"/>
          <a:stretch/>
        </p:blipFill>
        <p:spPr>
          <a:xfrm>
            <a:off x="5272868" y="3180720"/>
            <a:ext cx="2466717" cy="1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4" name="Google Shape;3644;g3b4a8032e18_0_1409" title="20260106_2132_Graph Style Transfer_remix_01keag3075efgttb80g3bvabt7.png"/>
          <p:cNvPicPr preferRelativeResize="0"/>
          <p:nvPr/>
        </p:nvPicPr>
        <p:blipFill rotWithShape="1">
          <a:blip r:embed="rId3">
            <a:alphaModFix/>
          </a:blip>
          <a:srcRect b="42263" l="33614" r="63923" t="56799"/>
          <a:stretch/>
        </p:blipFill>
        <p:spPr>
          <a:xfrm>
            <a:off x="7042803" y="3287425"/>
            <a:ext cx="112920" cy="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5" name="Google Shape;3645;g3b4a8032e18_0_1409" title="20260106_2132_Graph Style Transfer_remix_01keag3075efgttb80g3bvabt7.png"/>
          <p:cNvPicPr preferRelativeResize="0"/>
          <p:nvPr/>
        </p:nvPicPr>
        <p:blipFill rotWithShape="1">
          <a:blip r:embed="rId3">
            <a:alphaModFix/>
          </a:blip>
          <a:srcRect b="43970" l="68086" r="23344" t="52088"/>
          <a:stretch/>
        </p:blipFill>
        <p:spPr>
          <a:xfrm>
            <a:off x="7042803" y="3377680"/>
            <a:ext cx="112920" cy="23949"/>
          </a:xfrm>
          <a:prstGeom prst="rect">
            <a:avLst/>
          </a:prstGeom>
          <a:noFill/>
          <a:ln>
            <a:noFill/>
          </a:ln>
        </p:spPr>
      </p:pic>
      <p:sp>
        <p:nvSpPr>
          <p:cNvPr id="3646" name="Google Shape;3646;g3b4a8032e18_0_1409"/>
          <p:cNvSpPr txBox="1"/>
          <p:nvPr/>
        </p:nvSpPr>
        <p:spPr>
          <a:xfrm rot="-5400000">
            <a:off x="4900675" y="3731308"/>
            <a:ext cx="608240" cy="237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7975" lIns="97975" spcFirstLastPara="1" rIns="97975" wrap="square" tIns="9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4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Density</a:t>
            </a:r>
            <a:endParaRPr i="1" sz="964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47" name="Google Shape;3647;g3b4a8032e18_0_1409"/>
          <p:cNvSpPr txBox="1"/>
          <p:nvPr/>
        </p:nvSpPr>
        <p:spPr>
          <a:xfrm>
            <a:off x="5427178" y="4519792"/>
            <a:ext cx="2158095" cy="15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7975" lIns="97975" spcFirstLastPara="1" rIns="97975" wrap="square" tIns="9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4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Cross-Encoder Similarity Score</a:t>
            </a:r>
            <a:endParaRPr i="1" sz="964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48" name="Google Shape;3648;g3b4a8032e18_0_1409"/>
          <p:cNvSpPr txBox="1"/>
          <p:nvPr/>
        </p:nvSpPr>
        <p:spPr>
          <a:xfrm>
            <a:off x="5119683" y="4485554"/>
            <a:ext cx="403136" cy="223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7975" lIns="97975" spcFirstLastPara="1" rIns="97975" wrap="square" tIns="9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4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0.0</a:t>
            </a:r>
            <a:endParaRPr i="1" sz="964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49" name="Google Shape;3649;g3b4a8032e18_0_1409"/>
          <p:cNvSpPr txBox="1"/>
          <p:nvPr/>
        </p:nvSpPr>
        <p:spPr>
          <a:xfrm>
            <a:off x="7407335" y="4485554"/>
            <a:ext cx="403136" cy="223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7975" lIns="97975" spcFirstLastPara="1" rIns="97975" wrap="square" tIns="9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4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r>
              <a:rPr i="1" lang="en" sz="964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.0</a:t>
            </a:r>
            <a:endParaRPr i="1" sz="964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3650" name="Google Shape;3650;g3b4a8032e18_0_1409"/>
          <p:cNvGrpSpPr/>
          <p:nvPr/>
        </p:nvGrpSpPr>
        <p:grpSpPr>
          <a:xfrm>
            <a:off x="4873775" y="2627764"/>
            <a:ext cx="170047" cy="155954"/>
            <a:chOff x="6239575" y="4416275"/>
            <a:chExt cx="489625" cy="449175"/>
          </a:xfrm>
        </p:grpSpPr>
        <p:sp>
          <p:nvSpPr>
            <p:cNvPr id="3651" name="Google Shape;3651;g3b4a8032e18_0_1409"/>
            <p:cNvSpPr/>
            <p:nvPr/>
          </p:nvSpPr>
          <p:spPr>
            <a:xfrm>
              <a:off x="6239575" y="4416275"/>
              <a:ext cx="489625" cy="449175"/>
            </a:xfrm>
            <a:custGeom>
              <a:rect b="b" l="l" r="r" t="t"/>
              <a:pathLst>
                <a:path extrusionOk="0" h="17967" w="19585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47100" lIns="47100" spcFirstLastPara="1" rIns="47100" wrap="square" tIns="4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1"/>
                <a:buFont typeface="Arial"/>
                <a:buNone/>
              </a:pPr>
              <a:r>
                <a:t/>
              </a:r>
              <a:endParaRPr b="0" i="0" sz="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g3b4a8032e18_0_1409"/>
            <p:cNvSpPr/>
            <p:nvPr/>
          </p:nvSpPr>
          <p:spPr>
            <a:xfrm>
              <a:off x="6438550" y="4723875"/>
              <a:ext cx="88350" cy="84950"/>
            </a:xfrm>
            <a:custGeom>
              <a:rect b="b" l="l" r="r" t="t"/>
              <a:pathLst>
                <a:path extrusionOk="0" h="3398" w="3534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47100" lIns="47100" spcFirstLastPara="1" rIns="47100" wrap="square" tIns="4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1"/>
                <a:buFont typeface="Arial"/>
                <a:buNone/>
              </a:pPr>
              <a:r>
                <a:t/>
              </a:r>
              <a:endParaRPr b="0" i="0" sz="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g3b4a8032e18_0_1409"/>
            <p:cNvSpPr/>
            <p:nvPr/>
          </p:nvSpPr>
          <p:spPr>
            <a:xfrm>
              <a:off x="6441950" y="4497425"/>
              <a:ext cx="84950" cy="198250"/>
            </a:xfrm>
            <a:custGeom>
              <a:rect b="b" l="l" r="r" t="t"/>
              <a:pathLst>
                <a:path extrusionOk="0" h="7930" w="3398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47100" lIns="47100" spcFirstLastPara="1" rIns="47100" wrap="square" tIns="4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1"/>
                <a:buFont typeface="Arial"/>
                <a:buNone/>
              </a:pPr>
              <a:r>
                <a:t/>
              </a:r>
              <a:endParaRPr b="0" i="0" sz="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3b4a8032e18_0_14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END-TO-END INFERENCE: EXACT vs HYBRID RETRIEVAL</a:t>
            </a:r>
            <a:endParaRPr/>
          </a:p>
        </p:txBody>
      </p:sp>
      <p:sp>
        <p:nvSpPr>
          <p:cNvPr id="3659" name="Google Shape;3659;g3b4a8032e18_0_1414"/>
          <p:cNvSpPr/>
          <p:nvPr/>
        </p:nvSpPr>
        <p:spPr>
          <a:xfrm>
            <a:off x="8070300" y="5741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H1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60" name="Google Shape;3660;g3b4a8032e18_0_1414"/>
          <p:cNvSpPr/>
          <p:nvPr/>
        </p:nvSpPr>
        <p:spPr>
          <a:xfrm>
            <a:off x="8070300" y="1084450"/>
            <a:ext cx="469200" cy="422700"/>
          </a:xfrm>
          <a:prstGeom prst="ellipse">
            <a:avLst/>
          </a:prstGeom>
          <a:solidFill>
            <a:srgbClr val="869F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H2</a:t>
            </a:r>
            <a:endParaRPr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661" name="Google Shape;3661;g3b4a8032e18_0_1414"/>
          <p:cNvGrpSpPr/>
          <p:nvPr/>
        </p:nvGrpSpPr>
        <p:grpSpPr>
          <a:xfrm>
            <a:off x="799775" y="1017724"/>
            <a:ext cx="7225572" cy="3799875"/>
            <a:chOff x="983518" y="990438"/>
            <a:chExt cx="6998811" cy="3809781"/>
          </a:xfrm>
        </p:grpSpPr>
        <p:grpSp>
          <p:nvGrpSpPr>
            <p:cNvPr id="3662" name="Google Shape;3662;g3b4a8032e18_0_1414"/>
            <p:cNvGrpSpPr/>
            <p:nvPr/>
          </p:nvGrpSpPr>
          <p:grpSpPr>
            <a:xfrm>
              <a:off x="983518" y="990438"/>
              <a:ext cx="3410334" cy="2102064"/>
              <a:chOff x="763820" y="1037827"/>
              <a:chExt cx="3303306" cy="2036095"/>
            </a:xfrm>
          </p:grpSpPr>
          <p:sp>
            <p:nvSpPr>
              <p:cNvPr id="3663" name="Google Shape;3663;g3b4a8032e18_0_1414"/>
              <p:cNvSpPr txBox="1"/>
              <p:nvPr/>
            </p:nvSpPr>
            <p:spPr>
              <a:xfrm>
                <a:off x="763820" y="1037827"/>
                <a:ext cx="3303300" cy="374100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4375" lIns="94375" spcFirstLastPara="1" rIns="94375" wrap="square" tIns="9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45">
                    <a:solidFill>
                      <a:schemeClr val="lt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RETRIEVAL SOURCE DISTRIBUTION</a:t>
                </a:r>
                <a:endParaRPr b="1" sz="1445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3664" name="Google Shape;3664;g3b4a8032e18_0_1414"/>
              <p:cNvSpPr txBox="1"/>
              <p:nvPr/>
            </p:nvSpPr>
            <p:spPr>
              <a:xfrm>
                <a:off x="763826" y="1411921"/>
                <a:ext cx="3303300" cy="1662000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4375" lIns="94375" spcFirstLastPara="1" rIns="94375" wrap="square" tIns="94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      Exact Match: </a:t>
                </a:r>
                <a:r>
                  <a:rPr lang="en" sz="1200">
                    <a:solidFill>
                      <a:schemeClr val="dk1"/>
                    </a:solidFill>
                  </a:rPr>
                  <a:t>~39%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      </a:t>
                </a:r>
                <a:r>
                  <a:rPr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Hybrid Retrieval</a:t>
                </a:r>
                <a:r>
                  <a:rPr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: </a:t>
                </a:r>
                <a:r>
                  <a:rPr lang="en" sz="1200">
                    <a:solidFill>
                      <a:schemeClr val="dk1"/>
                    </a:solidFill>
                  </a:rPr>
                  <a:t>~61%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665" name="Google Shape;3665;g3b4a8032e18_0_1414"/>
            <p:cNvGrpSpPr/>
            <p:nvPr/>
          </p:nvGrpSpPr>
          <p:grpSpPr>
            <a:xfrm>
              <a:off x="4572000" y="990550"/>
              <a:ext cx="3410329" cy="2101951"/>
              <a:chOff x="763824" y="1037948"/>
              <a:chExt cx="3303302" cy="2035985"/>
            </a:xfrm>
          </p:grpSpPr>
          <p:sp>
            <p:nvSpPr>
              <p:cNvPr id="3666" name="Google Shape;3666;g3b4a8032e18_0_1414"/>
              <p:cNvSpPr txBox="1"/>
              <p:nvPr/>
            </p:nvSpPr>
            <p:spPr>
              <a:xfrm>
                <a:off x="763824" y="1037948"/>
                <a:ext cx="3303300" cy="374100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4375" lIns="94375" spcFirstLastPara="1" rIns="94375" wrap="square" tIns="9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45">
                    <a:solidFill>
                      <a:schemeClr val="lt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PERFORMANCE BREAKDOWN</a:t>
                </a:r>
                <a:endParaRPr b="1" sz="1445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3667" name="Google Shape;3667;g3b4a8032e18_0_1414"/>
              <p:cNvSpPr txBox="1"/>
              <p:nvPr/>
            </p:nvSpPr>
            <p:spPr>
              <a:xfrm>
                <a:off x="763826" y="1411934"/>
                <a:ext cx="3303300" cy="1662000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4375" lIns="94375" spcFirstLastPara="1" rIns="94375" wrap="square" tIns="94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38">
                    <a:solidFill>
                      <a:schemeClr val="lt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EXACT MATCH</a:t>
                </a:r>
                <a:endParaRPr b="1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-307267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39"/>
                  <a:buFont typeface="Hanken Grotesk"/>
                  <a:buChar char="+"/>
                </a:pPr>
                <a:r>
                  <a:rPr b="1"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High precision for identical labels.</a:t>
                </a:r>
                <a:endParaRPr b="1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-307267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39"/>
                  <a:buFont typeface="Hanken Grotesk"/>
                  <a:buChar char="-"/>
                </a:pPr>
                <a:r>
                  <a:rPr b="1"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Very limited coverage; fails on synonyms or rephrasing.</a:t>
                </a:r>
                <a:endParaRPr b="1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38">
                    <a:solidFill>
                      <a:schemeClr val="lt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HYBRID RETRIEVAL</a:t>
                </a:r>
                <a:endParaRPr b="1" sz="1238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-307267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39"/>
                  <a:buFont typeface="Hanken Grotesk"/>
                  <a:buChar char="+"/>
                </a:pPr>
                <a:r>
                  <a:rPr b="1"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Higher recall via semantic embeddings.</a:t>
                </a:r>
                <a:endParaRPr b="1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-307267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39"/>
                  <a:buFont typeface="Hanken Grotesk"/>
                  <a:buChar char="+"/>
                </a:pPr>
                <a:r>
                  <a:rPr b="1" lang="en" sz="1238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Ensures the correct class is "caught" for the neural model.</a:t>
                </a:r>
                <a:endParaRPr b="1" sz="1238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3668" name="Google Shape;3668;g3b4a8032e18_0_1414"/>
            <p:cNvGrpSpPr/>
            <p:nvPr/>
          </p:nvGrpSpPr>
          <p:grpSpPr>
            <a:xfrm>
              <a:off x="983531" y="3271173"/>
              <a:ext cx="6998702" cy="1529046"/>
              <a:chOff x="763822" y="1017736"/>
              <a:chExt cx="3303300" cy="2056275"/>
            </a:xfrm>
          </p:grpSpPr>
          <p:sp>
            <p:nvSpPr>
              <p:cNvPr id="3669" name="Google Shape;3669;g3b4a8032e18_0_1414"/>
              <p:cNvSpPr txBox="1"/>
              <p:nvPr/>
            </p:nvSpPr>
            <p:spPr>
              <a:xfrm>
                <a:off x="763822" y="1017736"/>
                <a:ext cx="3303300" cy="568500"/>
              </a:xfrm>
              <a:prstGeom prst="rect">
                <a:avLst/>
              </a:prstGeom>
              <a:noFill/>
              <a:ln cap="flat" cmpd="sng" w="362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19700" lIns="119700" spcFirstLastPara="1" rIns="119700" wrap="square" tIns="119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30">
                    <a:solidFill>
                      <a:schemeClr val="lt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KEY INSIGHT</a:t>
                </a:r>
                <a:endParaRPr b="1" sz="1430">
                  <a:solidFill>
                    <a:schemeClr val="lt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3670" name="Google Shape;3670;g3b4a8032e18_0_1414"/>
              <p:cNvSpPr txBox="1"/>
              <p:nvPr/>
            </p:nvSpPr>
            <p:spPr>
              <a:xfrm>
                <a:off x="763822" y="1585411"/>
                <a:ext cx="3303300" cy="1488600"/>
              </a:xfrm>
              <a:prstGeom prst="rect">
                <a:avLst/>
              </a:prstGeom>
              <a:noFill/>
              <a:ln cap="flat" cmpd="sng" w="362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9700" lIns="119700" spcFirstLastPara="1" rIns="119700" wrap="square" tIns="119700">
                <a:noAutofit/>
              </a:bodyPr>
              <a:lstStyle/>
              <a:p>
                <a:pPr indent="0" lvl="0" marL="57997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While deterministic shortcuts provide easy wins, Hybrid Retrieval is essential for a scalable, robust, and domain-agnostic alignment system.</a:t>
                </a:r>
                <a:endParaRPr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sp>
        <p:nvSpPr>
          <p:cNvPr id="3671" name="Google Shape;3671;g3b4a8032e18_0_1414"/>
          <p:cNvSpPr/>
          <p:nvPr/>
        </p:nvSpPr>
        <p:spPr>
          <a:xfrm>
            <a:off x="1160150" y="1745425"/>
            <a:ext cx="1347300" cy="422700"/>
          </a:xfrm>
          <a:prstGeom prst="rect">
            <a:avLst/>
          </a:prstGeom>
          <a:solidFill>
            <a:srgbClr val="4A86E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72" name="Google Shape;3672;g3b4a8032e18_0_1414"/>
          <p:cNvSpPr/>
          <p:nvPr/>
        </p:nvSpPr>
        <p:spPr>
          <a:xfrm>
            <a:off x="1160150" y="2500550"/>
            <a:ext cx="2105700" cy="422700"/>
          </a:xfrm>
          <a:prstGeom prst="rect">
            <a:avLst/>
          </a:prstGeom>
          <a:solidFill>
            <a:srgbClr val="E76A2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6" name="Shape 3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Google Shape;3677;g3b47ec10538_0_57"/>
          <p:cNvSpPr txBox="1"/>
          <p:nvPr>
            <p:ph type="title"/>
          </p:nvPr>
        </p:nvSpPr>
        <p:spPr>
          <a:xfrm>
            <a:off x="1136800" y="2325725"/>
            <a:ext cx="33606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CONCLUSIONS</a:t>
            </a:r>
            <a:endParaRPr sz="2700"/>
          </a:p>
        </p:txBody>
      </p:sp>
      <p:sp>
        <p:nvSpPr>
          <p:cNvPr id="3678" name="Google Shape;3678;g3b47ec10538_0_57"/>
          <p:cNvSpPr txBox="1"/>
          <p:nvPr>
            <p:ph idx="2" type="title"/>
          </p:nvPr>
        </p:nvSpPr>
        <p:spPr>
          <a:xfrm>
            <a:off x="4187250" y="2325725"/>
            <a:ext cx="1343100" cy="989400"/>
          </a:xfrm>
          <a:prstGeom prst="rect">
            <a:avLst/>
          </a:prstGeom>
          <a:solidFill>
            <a:srgbClr val="FFFFFF">
              <a:alpha val="7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679" name="Google Shape;3679;g3b47ec10538_0_57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g3b47ec10538_0_57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681" name="Google Shape;3681;g3b47ec10538_0_57"/>
          <p:cNvGrpSpPr/>
          <p:nvPr/>
        </p:nvGrpSpPr>
        <p:grpSpPr>
          <a:xfrm flipH="1" rot="10800000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3682" name="Google Shape;3682;g3b47ec10538_0_5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3" name="Google Shape;3683;g3b47ec10538_0_5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84" name="Google Shape;3684;g3b47ec10538_0_5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5" name="Google Shape;3685;g3b47ec10538_0_57"/>
          <p:cNvGrpSpPr/>
          <p:nvPr/>
        </p:nvGrpSpPr>
        <p:grpSpPr>
          <a:xfrm flipH="1" rot="-5400000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3686" name="Google Shape;3686;g3b47ec10538_0_5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7" name="Google Shape;3687;g3b47ec10538_0_5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88" name="Google Shape;3688;g3b47ec10538_0_5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9" name="Google Shape;3689;g3b47ec10538_0_57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690" name="Google Shape;3690;g3b47ec10538_0_57"/>
          <p:cNvGrpSpPr/>
          <p:nvPr/>
        </p:nvGrpSpPr>
        <p:grpSpPr>
          <a:xfrm>
            <a:off x="7221623" y="1260360"/>
            <a:ext cx="1160061" cy="523162"/>
            <a:chOff x="7221623" y="1260360"/>
            <a:chExt cx="1160061" cy="523162"/>
          </a:xfrm>
        </p:grpSpPr>
        <p:sp>
          <p:nvSpPr>
            <p:cNvPr id="3691" name="Google Shape;3691;g3b47ec10538_0_57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g3b47ec10538_0_57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g3b47ec10538_0_57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g3b47ec10538_0_77"/>
          <p:cNvSpPr txBox="1"/>
          <p:nvPr/>
        </p:nvSpPr>
        <p:spPr>
          <a:xfrm>
            <a:off x="1301075" y="3648150"/>
            <a:ext cx="6716400" cy="121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FINAL VERDICT</a:t>
            </a: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b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Accurate ontology alignment does not rely on a single component. It emerges from a carefully engineered interaction between retrieval strategies, data design, and neural models, each addressing complementary sources of error.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99" name="Google Shape;3699;g3b47ec10538_0_77"/>
          <p:cNvSpPr txBox="1"/>
          <p:nvPr/>
        </p:nvSpPr>
        <p:spPr>
          <a:xfrm>
            <a:off x="1301075" y="1011100"/>
            <a:ext cx="6716400" cy="121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WHAT WE VALIDATED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We empirically evaluated a modular ontology alignment pipeline combining exact matching, hybrid candidate retrieval, and neural semantic scoring. Our results show that retrieval design and data construction critically shape downstream alignment performance.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00" name="Google Shape;3700;g3b47ec10538_0_77"/>
          <p:cNvSpPr txBox="1"/>
          <p:nvPr>
            <p:ph type="title"/>
          </p:nvPr>
        </p:nvSpPr>
        <p:spPr>
          <a:xfrm>
            <a:off x="780275" y="486550"/>
            <a:ext cx="55731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CONCLUSIONS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800"/>
          </a:p>
        </p:txBody>
      </p:sp>
      <p:sp>
        <p:nvSpPr>
          <p:cNvPr id="3701" name="Google Shape;3701;g3b47ec10538_0_77"/>
          <p:cNvSpPr txBox="1"/>
          <p:nvPr/>
        </p:nvSpPr>
        <p:spPr>
          <a:xfrm>
            <a:off x="1301075" y="2329625"/>
            <a:ext cx="6716400" cy="121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KEY INSIGHTS FROM EVALUATION</a:t>
            </a:r>
            <a:b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Domain-specific cross-encoders outperform generic models in semantic ranking tasks. Hard negative mining improves robustness on semantically ambiguous cases. Hybrid retrieval mitigates structural errors that cannot be recovered by neural scoring alone.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22"/>
          <p:cNvSpPr txBox="1"/>
          <p:nvPr>
            <p:ph type="title"/>
          </p:nvPr>
        </p:nvSpPr>
        <p:spPr>
          <a:xfrm>
            <a:off x="2019900" y="1925475"/>
            <a:ext cx="53070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>
                <a:solidFill>
                  <a:schemeClr val="dk1"/>
                </a:solidFill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707" name="Google Shape;3707;p22"/>
          <p:cNvGrpSpPr/>
          <p:nvPr/>
        </p:nvGrpSpPr>
        <p:grpSpPr>
          <a:xfrm flipH="1">
            <a:off x="5252081" y="-582626"/>
            <a:ext cx="2855469" cy="3872400"/>
            <a:chOff x="1857762" y="2762827"/>
            <a:chExt cx="2855469" cy="3872400"/>
          </a:xfrm>
        </p:grpSpPr>
        <p:cxnSp>
          <p:nvCxnSpPr>
            <p:cNvPr id="3708" name="Google Shape;3708;p2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9" name="Google Shape;3709;p22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10" name="Google Shape;3710;p22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1" name="Google Shape;3711;p22"/>
          <p:cNvSpPr/>
          <p:nvPr/>
        </p:nvSpPr>
        <p:spPr>
          <a:xfrm>
            <a:off x="928558" y="-516457"/>
            <a:ext cx="43116" cy="474994"/>
          </a:xfrm>
          <a:custGeom>
            <a:rect b="b" l="l" r="r" t="t"/>
            <a:pathLst>
              <a:path extrusionOk="0" fill="none" h="8307" w="754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724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2" name="Google Shape;3712;p22"/>
          <p:cNvGrpSpPr/>
          <p:nvPr/>
        </p:nvGrpSpPr>
        <p:grpSpPr>
          <a:xfrm>
            <a:off x="-2656889" y="3115804"/>
            <a:ext cx="3859204" cy="615399"/>
            <a:chOff x="-6675" y="307100"/>
            <a:chExt cx="9140700" cy="4634025"/>
          </a:xfrm>
        </p:grpSpPr>
        <p:cxnSp>
          <p:nvCxnSpPr>
            <p:cNvPr id="3713" name="Google Shape;3713;p22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4" name="Google Shape;3714;p22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5" name="Google Shape;3715;p22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6" name="Google Shape;3716;p22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7" name="Google Shape;3717;p22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8" name="Google Shape;3718;p22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9" name="Google Shape;3719;p22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0" name="Google Shape;3720;p22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1" name="Google Shape;3721;p22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2" name="Google Shape;3722;p22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23" name="Google Shape;3723;p22"/>
          <p:cNvSpPr/>
          <p:nvPr/>
        </p:nvSpPr>
        <p:spPr>
          <a:xfrm rot="-5400000">
            <a:off x="-1598137" y="62879"/>
            <a:ext cx="6471825" cy="764225"/>
          </a:xfrm>
          <a:custGeom>
            <a:rect b="b" l="l" r="r" t="t"/>
            <a:pathLst>
              <a:path extrusionOk="0" h="30569" w="258873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4" name="Google Shape;3724;p22"/>
          <p:cNvSpPr txBox="1"/>
          <p:nvPr/>
        </p:nvSpPr>
        <p:spPr>
          <a:xfrm>
            <a:off x="3364500" y="3115850"/>
            <a:ext cx="2617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ANY QUESTIONS?</a:t>
            </a:r>
            <a:endParaRPr b="1" i="0" sz="17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